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624542-56B5-CA6B-D83C-6E4CAD66ED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D50C8D6-E204-F462-4CE5-DE09B721A6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EF6AD3-A31C-3723-1DD5-B8B06F9E1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8D2E0-3213-45BA-8A72-63B6FEC26DAB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7588FB-55F4-38CD-305E-C3FFC2EEE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F94E91-9C42-4891-772C-320BABACC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5C9C0-4783-44CF-A579-DB83D4740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8218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9E120E-7E4C-EC75-6399-E6012B50C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5CCCDA-CAF5-4F6B-B35F-F1356B2B1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F7ECFB-66C3-5482-C803-4EE706CCA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8D2E0-3213-45BA-8A72-63B6FEC26DAB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EC4918-67BC-A9DE-15D2-0C428AF92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4088CA-F014-A12B-9628-9161087F2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5C9C0-4783-44CF-A579-DB83D4740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3198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3D6274-26BD-0D50-2319-CB818D2EF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74DECD9-D96B-F6A1-6A62-3E818710FF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F2A344-01CB-DA62-80C5-4ABC19EFE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8D2E0-3213-45BA-8A72-63B6FEC26DAB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940696-691F-DA79-4CF5-CA6EF8C80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4D470E-19B9-1724-CAA6-DF773F23A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5C9C0-4783-44CF-A579-DB83D4740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1160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53B877-9989-33F4-EE90-C8183BB0B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E051DD-8E01-6033-AADB-0E2D82D399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71ADEC5-20E6-BB3D-3869-49BB1C91C1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5128C4-6121-25A7-31FB-645D75E7D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8D2E0-3213-45BA-8A72-63B6FEC26DAB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6A81761-78C7-4FE1-4E16-64342B231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A085E4F-4ADD-4913-BC14-4F62802C4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5C9C0-4783-44CF-A579-DB83D4740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9951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343293-093C-8F56-974A-6C8834CAA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748977-57B6-0EB7-85A1-6DF736242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9387B13-472C-E6AB-6984-ECB959E26B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423D45F-2187-B57C-F8F7-32BE96963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4CA323C-4238-FE6B-437C-FF07AC453A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F4A5D76-10DC-67AD-0AB0-4542A6B9F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8D2E0-3213-45BA-8A72-63B6FEC26DAB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78D38A0-9AE6-FEFD-2C1E-9B02CCF1A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D03656D-1502-705A-FEDE-D936298CA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5C9C0-4783-44CF-A579-DB83D4740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1215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BC747C-ECB9-59DA-B00D-F4E663877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B575E09-968A-840D-AC17-65674119E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8D2E0-3213-45BA-8A72-63B6FEC26DAB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3F33233-FF29-FCF2-E1E5-8D874A5F8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A78637E-0616-F7BD-9D00-FDF649CFD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5C9C0-4783-44CF-A579-DB83D4740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4892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01A3241-F12B-C415-560E-475FA5198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8D2E0-3213-45BA-8A72-63B6FEC26DAB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8C7E062-89BF-B2FB-BC61-53C9D10B3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A1C19B-AA37-4C8C-ADD0-71FD50B64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5C9C0-4783-44CF-A579-DB83D4740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5758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91109E-A8AB-86E9-E575-C6BE31E68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689947-51E1-EE15-00B2-CCAE338D7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B38E24A-9C0D-3BB1-35E5-7C328A744C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E9DC54E-E57F-AFD0-D3F6-E83C1788D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8D2E0-3213-45BA-8A72-63B6FEC26DAB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105CCF9-478F-7AD3-454B-14B195E17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40F0240-A686-BE58-24FD-4F18AF98B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5C9C0-4783-44CF-A579-DB83D4740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6305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EE1255-4203-0945-6DD9-C283369AC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FCC095B-6DC2-F70D-9913-05D0152FF4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245AD6A-2E48-3C3A-0178-062A136C64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C67D7A7-CE87-145C-C98B-34FC061E0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8D2E0-3213-45BA-8A72-63B6FEC26DAB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07AF71B-D57A-B7B9-1D2F-AEC27016F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879716F-2553-502E-2A96-0B9DE825B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5C9C0-4783-44CF-A579-DB83D4740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8651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A8EA37-0114-8F9C-9A05-2E527EE65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091BD4C-700F-3DEB-514E-A2AEE94D1D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309E0E-A6B5-946F-1251-6B3E25790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8D2E0-3213-45BA-8A72-63B6FEC26DAB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1BAAB3-6603-92BA-E324-029251733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E70B50-BF5D-2FB3-E26C-25E54C3B6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5C9C0-4783-44CF-A579-DB83D4740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2799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2C13413-BD4F-8B41-B409-689C505EE7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D472C4D-3837-A8B7-B1A6-A2DB3ADF51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5865EF-8BF5-CDEC-4BD1-E0D064405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8D2E0-3213-45BA-8A72-63B6FEC26DAB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61A030-D4E1-9498-0740-F22B0F004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45D780-B9AE-DE18-23E8-7535B29EA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5C9C0-4783-44CF-A579-DB83D4740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4702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9910754-4C48-A68E-6FBC-848053757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4B7315-B290-D752-1B2B-EB428B1B09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0047D3-C137-D27C-C450-F2274E07E6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08D2E0-3213-45BA-8A72-63B6FEC26DAB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5CE415-842E-C1C8-A209-AFFBA7CFFD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56B331-CBB3-BD25-1076-2A8CC439C5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F5C9C0-4783-44CF-A579-DB83D47404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9381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FAFF43E-4C41-7B49-AD34-E30B2BAF56A2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0"/>
            <a:ext cx="114300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065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590A80D-4606-18B2-81FE-86287DED12DF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0"/>
            <a:ext cx="114300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125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2026-10-26T11:13:34Z</dcterms:created>
  <dcterms:modified xsi:type="dcterms:W3CDTF">2026-10-26T11:13:34Z</dcterms:modified>
</cp:coreProperties>
</file>