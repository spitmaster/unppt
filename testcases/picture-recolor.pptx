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E645C8-DA30-48D3-8EB6-2577038B35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83EC0D-0FFD-65B7-792B-FDB4493A5C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02644C-2B0A-6F70-AF56-2AC986D73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AAD2-52F8-4161-9B86-1843098CDAD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9FE333-8C6E-4878-57E8-EDE13EC3C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69B372-2DEC-052D-DE58-2A385E232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A5571-5CFC-4BC8-A9E2-932C17D8E7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1627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58BDBF-AB7B-BED1-E2B8-01D42F96B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4BA42D-10C4-9991-6368-15E566491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A46B45-4017-A8BE-981A-4A9252A22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AAD2-52F8-4161-9B86-1843098CDAD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2BA35A-B536-0124-F4F2-98CA62068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C7B442-A541-4489-2F52-7338A7759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A5571-5CFC-4BC8-A9E2-932C17D8E7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4462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683B3-67A7-F2C0-3048-37D648450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B59DFD-6117-3F65-BC09-822F07403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DD7859-253C-9609-9BAF-2C744AD78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AAD2-52F8-4161-9B86-1843098CDAD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3F1F79-7426-D626-C849-82EF34DDE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E43312-4E27-EB95-0FEC-44F700F64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A5571-5CFC-4BC8-A9E2-932C17D8E7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546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E6BD90-72C9-4FF1-0470-84F5C0923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E8C322-93A9-31CD-FDC3-73DB226AE2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2D2D20-EEF3-B8FA-256D-193B65DE6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D9E88C-E8A2-8113-15F1-E04C94870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AAD2-52F8-4161-9B86-1843098CDAD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F96FD9-BF72-0FA7-3577-F51812B8E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F2973-F3E5-0E4F-3C26-2362AB8B5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A5571-5CFC-4BC8-A9E2-932C17D8E7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185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5D8512-1C85-7A17-BF20-9678E188B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223B2E-4D85-7097-081F-3A89F0E56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942525-C3D4-64BB-5BFD-2494F26558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0517562-A604-2A4A-5F21-4F99874FDB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428D62C-A2CF-1322-E34C-942F63A41A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04EB88D-35C5-13EC-6546-4FCA89A0A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AAD2-52F8-4161-9B86-1843098CDAD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B4064DC-4D2F-A9BB-75E8-7CD4196DF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400654-E226-3C1C-072D-7CFA8D1CD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A5571-5CFC-4BC8-A9E2-932C17D8E7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7525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EFBF55-E40B-B682-179A-1F2B80415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796E24C-A70F-E400-DBB3-080D4FDF7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AAD2-52F8-4161-9B86-1843098CDAD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6087D5C-4732-4A50-B985-20A9CDC0E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9094398-7777-F06F-1FCC-8189130D4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A5571-5CFC-4BC8-A9E2-932C17D8E7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76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DA4F3E-4FB1-8175-7D99-2539DAD8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AAD2-52F8-4161-9B86-1843098CDAD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643D621-5DCE-F502-F7EF-FB40FC669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EBFB6B-F1DB-FA59-D47B-A2855769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A5571-5CFC-4BC8-A9E2-932C17D8E7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1138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BD63D5-9F74-7E75-0FB2-0D1A23805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5E3245-F9F9-E37E-40CD-AD2328D3D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2B0A17-EC7A-84D9-D7EC-A28E4F574F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6B3807-2682-5A56-E483-0925A97C8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AAD2-52F8-4161-9B86-1843098CDAD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4768B1-24D3-C7C2-1597-820829EE4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086A16-9AC0-0FD9-4613-F604F5E74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A5571-5CFC-4BC8-A9E2-932C17D8E7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38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3E3C1E-DA58-5142-8495-A9BD000B7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D9E6D6F-6C80-9B49-91D1-DEEDAB43C5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909A1C-D9BE-9F35-45D2-E32BC41DEF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DF3DEB-6590-7A1F-0372-87B191E90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AAD2-52F8-4161-9B86-1843098CDAD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A149E4-730C-75A8-1115-CD83D89CA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33B476-20B8-6436-87B0-875AC6DF4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A5571-5CFC-4BC8-A9E2-932C17D8E7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760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154EF1-737D-3FE7-1694-7B905F67C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8ABDEC-E382-A2D6-5F73-7901334379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BF6D50-03EB-632D-0470-6371FA576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AAD2-52F8-4161-9B86-1843098CDAD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54779A-BF38-5687-258C-7C730018C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7F0A61-F577-92F7-083C-5C7479B62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A5571-5CFC-4BC8-A9E2-932C17D8E7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547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3D41883-3586-2454-1961-9ED539923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0951A8-DA4D-0EE9-D1CC-6B414C106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9D0D82-A489-00D3-C957-BBE44541F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AAD2-52F8-4161-9B86-1843098CDAD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983CCF-C012-39C6-E01E-0AC7E9832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88D47D-3C4D-2CA7-DDB4-E27397737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A5571-5CFC-4BC8-A9E2-932C17D8E7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7733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F9B9B97-A082-3D18-506A-E6B2C6576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12BA1D-28B3-F9EB-BBFA-F05EAB510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C3660B-4944-B2AA-FE46-605A725390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88AAD2-52F8-4161-9B86-1843098CDAD3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E29782-AE00-D570-9B72-7F09662727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3A80FE-43E4-0B14-06BD-AC61664811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BA5571-5CFC-4BC8-A9E2-932C17D8E7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748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D013F39-22B0-546C-EFF7-61C0FF8BDF50}"/>
              </a:ext>
            </a:extLst>
          </p:cNvPr>
          <p:cNvPicPr>
            <a:picLocks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508000"/>
            <a:ext cx="3810000" cy="21463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30A70EF-DE60-4BD8-2BB9-AEA13DFAA1CE}"/>
              </a:ext>
            </a:extLst>
          </p:cNvPr>
          <p:cNvPicPr>
            <a:picLocks/>
          </p:cNvPicPr>
          <p:nvPr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4500" y="508000"/>
            <a:ext cx="3810000" cy="21463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4F7840F-5AE9-090C-98E1-EA484DE2909C}"/>
              </a:ext>
            </a:extLst>
          </p:cNvPr>
          <p:cNvPicPr>
            <a:picLocks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0" y="508000"/>
            <a:ext cx="3810000" cy="21463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CE2EAC8-7934-E08F-0C8A-576F1F372D7B}"/>
              </a:ext>
            </a:extLst>
          </p:cNvPr>
          <p:cNvPicPr>
            <a:picLocks/>
          </p:cNvPicPr>
          <p:nvPr/>
        </p:nvPicPr>
        <p:blipFill>
          <a:blip r:embed="rId2">
            <a:lum brigh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3556000"/>
            <a:ext cx="3810000" cy="21463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C44E191-1A07-4B78-49EF-31C1FE1D3135}"/>
              </a:ext>
            </a:extLst>
          </p:cNvPr>
          <p:cNvPicPr>
            <a:picLocks/>
          </p:cNvPicPr>
          <p:nvPr/>
        </p:nvPicPr>
        <p:blipFill>
          <a:blip r:embed="rId2">
            <a:lum contrast="-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4500" y="3556000"/>
            <a:ext cx="3810000" cy="21463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A12046C-95C3-BC5F-AEC3-FDA45DFFFBED}"/>
              </a:ext>
            </a:extLst>
          </p:cNvPr>
          <p:cNvPicPr>
            <a:picLocks/>
          </p:cNvPicPr>
          <p:nvPr/>
        </p:nvPicPr>
        <p:blipFill>
          <a:blip r:embed="rId2">
            <a:lum bright="-4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0" y="3556000"/>
            <a:ext cx="3810000" cy="214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75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2026-10-14T07:09:11Z</dcterms:created>
  <dcterms:modified xsi:type="dcterms:W3CDTF">2026-10-14T07:09:11Z</dcterms:modified>
</cp:coreProperties>
</file>