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甲乙</c:v>
                </c:pt>
                <c:pt idx="1">
                  <c:v>乙丙</c:v>
                </c:pt>
                <c:pt idx="2">
                  <c:v>丙丁</c:v>
                </c:pt>
                <c:pt idx="3">
                  <c:v>丁戊</c:v>
                </c:pt>
                <c:pt idx="4">
                  <c:v>戊己</c:v>
                </c:pt>
                <c:pt idx="5">
                  <c:v>己庚</c:v>
                </c:pt>
                <c:pt idx="6">
                  <c:v>庚辛</c:v>
                </c:pt>
                <c:pt idx="7">
                  <c:v>辛壬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A-4DB8-9518-106701D47D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甲乙</c:v>
                </c:pt>
                <c:pt idx="1">
                  <c:v>乙丙</c:v>
                </c:pt>
                <c:pt idx="2">
                  <c:v>丙丁</c:v>
                </c:pt>
                <c:pt idx="3">
                  <c:v>丁戊</c:v>
                </c:pt>
                <c:pt idx="4">
                  <c:v>戊己</c:v>
                </c:pt>
                <c:pt idx="5">
                  <c:v>己庚</c:v>
                </c:pt>
                <c:pt idx="6">
                  <c:v>庚辛</c:v>
                </c:pt>
                <c:pt idx="7">
                  <c:v>辛壬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2</c:v>
                </c:pt>
                <c:pt idx="4">
                  <c:v>5</c:v>
                </c:pt>
                <c:pt idx="5">
                  <c:v>8</c:v>
                </c:pt>
                <c:pt idx="6">
                  <c:v>3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5A-4DB8-9518-106701D47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4782496"/>
        <c:axId val="304779616"/>
      </c:barChart>
      <c:catAx>
        <c:axId val="30478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04779616"/>
        <c:crosses val="autoZero"/>
        <c:auto val="1"/>
        <c:lblAlgn val="ctr"/>
        <c:lblOffset val="100"/>
        <c:noMultiLvlLbl val="0"/>
      </c:catAx>
      <c:valAx>
        <c:axId val="304779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0478249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甲乙丙丁</c:v>
                </c:pt>
                <c:pt idx="1">
                  <c:v>乙丙丁戊</c:v>
                </c:pt>
                <c:pt idx="2">
                  <c:v>丙丁戊己</c:v>
                </c:pt>
                <c:pt idx="3">
                  <c:v>丁戊己庚</c:v>
                </c:pt>
                <c:pt idx="4">
                  <c:v>戊己庚辛</c:v>
                </c:pt>
                <c:pt idx="5">
                  <c:v>己庚辛壬</c:v>
                </c:pt>
                <c:pt idx="6">
                  <c:v>庚辛壬癸</c:v>
                </c:pt>
                <c:pt idx="7">
                  <c:v>辛壬癸子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B-43CC-BD73-2C00ACC721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甲乙丙丁</c:v>
                </c:pt>
                <c:pt idx="1">
                  <c:v>乙丙丁戊</c:v>
                </c:pt>
                <c:pt idx="2">
                  <c:v>丙丁戊己</c:v>
                </c:pt>
                <c:pt idx="3">
                  <c:v>丁戊己庚</c:v>
                </c:pt>
                <c:pt idx="4">
                  <c:v>戊己庚辛</c:v>
                </c:pt>
                <c:pt idx="5">
                  <c:v>己庚辛壬</c:v>
                </c:pt>
                <c:pt idx="6">
                  <c:v>庚辛壬癸</c:v>
                </c:pt>
                <c:pt idx="7">
                  <c:v>辛壬癸子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2</c:v>
                </c:pt>
                <c:pt idx="4">
                  <c:v>5</c:v>
                </c:pt>
                <c:pt idx="5">
                  <c:v>8</c:v>
                </c:pt>
                <c:pt idx="6">
                  <c:v>3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1B-43CC-BD73-2C00ACC721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8275424"/>
        <c:axId val="308273504"/>
      </c:barChart>
      <c:catAx>
        <c:axId val="308275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08273504"/>
        <c:crosses val="autoZero"/>
        <c:auto val="1"/>
        <c:lblAlgn val="ctr"/>
        <c:lblOffset val="100"/>
        <c:noMultiLvlLbl val="0"/>
      </c:catAx>
      <c:valAx>
        <c:axId val="308273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0827542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甲乙丙丁戊己庚</c:v>
                </c:pt>
                <c:pt idx="1">
                  <c:v>乙丙丁戊己庚辛</c:v>
                </c:pt>
                <c:pt idx="2">
                  <c:v>丙丁戊己庚辛壬</c:v>
                </c:pt>
                <c:pt idx="3">
                  <c:v>丁戊己庚辛壬癸</c:v>
                </c:pt>
                <c:pt idx="4">
                  <c:v>戊己庚辛壬癸子</c:v>
                </c:pt>
                <c:pt idx="5">
                  <c:v>己庚辛壬癸子丑</c:v>
                </c:pt>
                <c:pt idx="6">
                  <c:v>庚辛壬癸子丑寅</c:v>
                </c:pt>
                <c:pt idx="7">
                  <c:v>辛壬癸子丑寅卯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59-4095-8E89-EA71CB9C28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甲乙丙丁戊己庚</c:v>
                </c:pt>
                <c:pt idx="1">
                  <c:v>乙丙丁戊己庚辛</c:v>
                </c:pt>
                <c:pt idx="2">
                  <c:v>丙丁戊己庚辛壬</c:v>
                </c:pt>
                <c:pt idx="3">
                  <c:v>丁戊己庚辛壬癸</c:v>
                </c:pt>
                <c:pt idx="4">
                  <c:v>戊己庚辛壬癸子</c:v>
                </c:pt>
                <c:pt idx="5">
                  <c:v>己庚辛壬癸子丑</c:v>
                </c:pt>
                <c:pt idx="6">
                  <c:v>庚辛壬癸子丑寅</c:v>
                </c:pt>
                <c:pt idx="7">
                  <c:v>辛壬癸子丑寅卯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2</c:v>
                </c:pt>
                <c:pt idx="4">
                  <c:v>5</c:v>
                </c:pt>
                <c:pt idx="5">
                  <c:v>8</c:v>
                </c:pt>
                <c:pt idx="6">
                  <c:v>3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59-4095-8E89-EA71CB9C2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3421904"/>
        <c:axId val="313426704"/>
      </c:barChart>
      <c:catAx>
        <c:axId val="313421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3426704"/>
        <c:crosses val="autoZero"/>
        <c:auto val="1"/>
        <c:lblAlgn val="ctr"/>
        <c:lblOffset val="100"/>
        <c:noMultiLvlLbl val="0"/>
      </c:catAx>
      <c:valAx>
        <c:axId val="313426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342190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C8AFB-823C-D321-A986-F36000085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41F90B-A76C-FDE7-77F7-621ED11FB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CBFA38-BEEB-0112-691A-31A32155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A4E6-0336-4F3B-BD21-F2877B133B0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21A9B5-52C4-EFC4-9EFD-46EF1840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8974BC-5C3B-F8CD-1041-815A5B59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76F5-0929-4D76-B14E-EC045B2A1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57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4CE07-E231-F36D-FA45-508451538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A7104E-DCB4-9B0C-1D99-FF3E42479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741D76-6E93-8A57-09D0-A3467C26F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A4E6-0336-4F3B-BD21-F2877B133B0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16C211-8EC1-8717-2641-725C7F5B0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8AC993-2239-2045-6F41-80C9338B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76F5-0929-4D76-B14E-EC045B2A1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76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6500D-74A0-C3FD-0F78-067072449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338631-3715-9B69-7969-4194E4914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05DF63-05B6-0B49-F617-92CE0896E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A4E6-0336-4F3B-BD21-F2877B133B0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916B83-A1E6-B396-840F-D6B49E033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CAC1F1-0D5C-FBC3-7301-1E579EBB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76F5-0929-4D76-B14E-EC045B2A1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888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DEFDA-2686-3BC8-D8CA-5EC41CC80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00DD37-73CD-8FA5-7F28-977F1F13D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02F339-A8D4-9F16-CD8E-40C55437F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030643-CDFB-8917-1CAE-C4360E2D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A4E6-0336-4F3B-BD21-F2877B133B0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7F629A-0011-55DC-41D6-AD2F1F6C2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2F99FA-4692-9DA6-CDF3-6BCC710C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76F5-0929-4D76-B14E-EC045B2A1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97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023D5-2E98-F211-1F12-8D91638A7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F18608-DC84-CAD3-1612-E79F5B975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CF26DD-4229-69F2-BBDF-E3F13F0F6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CE48B1-0877-6BA3-067D-B2D99FC43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F83772-E0ED-EBD7-ED35-9E015DD51F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5D721E-86CD-D358-22E1-5C12841F0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A4E6-0336-4F3B-BD21-F2877B133B0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251D40-307C-5957-FE97-FEE48901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B03367-2BE3-CCD5-9725-52B4217CD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76F5-0929-4D76-B14E-EC045B2A1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04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B4A89-3D17-7A89-49CB-CFE5CC63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FC4D28-8B75-6671-F32C-4829114B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A4E6-0336-4F3B-BD21-F2877B133B0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381FFE-878B-F283-A2DC-1117A86BE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348298-638C-5B31-4E26-96B1BD820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76F5-0929-4D76-B14E-EC045B2A1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233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F5FA73-E145-D725-FA22-029C3883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A4E6-0336-4F3B-BD21-F2877B133B0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0483DD-2801-126C-F6BF-931DD9EF8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70CB0F-589B-85C2-787B-F0EAC26D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76F5-0929-4D76-B14E-EC045B2A1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99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AB0CF-BFA2-802F-7173-7E266F1F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A0042-E2D3-5C94-BC0D-C2FF9EAED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959EF-67DC-51C7-D7B5-6E294A4DF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BF8581-0DD0-02AE-30AF-19764F20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A4E6-0336-4F3B-BD21-F2877B133B0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748269-945B-F187-CE96-04FCF3F5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14553F-E717-3533-E1FF-AF5E2C5F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76F5-0929-4D76-B14E-EC045B2A1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277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A3272-546B-476B-8F52-CF1D44E70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0DE57E-9DA1-1884-2E22-31FA117BE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9CC8CF-8D41-78E7-7F0B-BACD11A3F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EF667F-421D-115A-12F0-9A647FD5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A4E6-0336-4F3B-BD21-F2877B133B0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37E5DC-821E-9688-EDDD-6859CDD8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6FC289-EF38-BD36-02E6-7DE21C8D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76F5-0929-4D76-B14E-EC045B2A1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79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7856F-231D-B23C-E3E6-101DB196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29141D-D596-4C87-7E91-A04FA0C74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27ED57-17BC-DE60-0097-E1E0561F9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A4E6-0336-4F3B-BD21-F2877B133B0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0D97AA-91A1-35DA-D4DC-527504906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FC0C0B-F5BF-1FBE-F84B-B18E4689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76F5-0929-4D76-B14E-EC045B2A1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61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83DCE7-9BF6-4142-AA0F-A86CC7C74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DB3D06-EE9E-6598-C797-383DC764D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AEB17-78AC-FAD4-9827-845DC3A6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A4E6-0336-4F3B-BD21-F2877B133B0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CF370-336D-72A4-1166-67B3BCEDA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8E2A9-786F-0A59-9667-E04264AF4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76F5-0929-4D76-B14E-EC045B2A1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57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946C04-167D-5E31-E55F-72B8F95EA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F99F06-065F-6EFF-C13C-7872715C6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DE7FF-FB21-429E-950C-D4E62CE04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67A4E6-0336-4F3B-BD21-F2877B133B0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BC6098-E29E-7358-10C2-55192D82E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2506E3-756A-BB58-7836-E64C59BF4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EC76F5-0929-4D76-B14E-EC045B2A1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54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923A0E0-A9D7-369A-1361-779CA3AF3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8528962"/>
              </p:ext>
            </p:extLst>
          </p:nvPr>
        </p:nvGraphicFramePr>
        <p:xfrm>
          <a:off x="127000" y="762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22A2B088-5EC5-5FDB-8CF7-CEA206478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1177146"/>
              </p:ext>
            </p:extLst>
          </p:nvPr>
        </p:nvGraphicFramePr>
        <p:xfrm>
          <a:off x="4127500" y="762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0CB0F06F-8C07-6917-CC4C-D3F5B37811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0233458"/>
              </p:ext>
            </p:extLst>
          </p:nvPr>
        </p:nvGraphicFramePr>
        <p:xfrm>
          <a:off x="8128000" y="762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26880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2026-10-19T04:34:32Z</dcterms:created>
  <dcterms:modified xsi:type="dcterms:W3CDTF">2026-10-19T04:34:32Z</dcterms:modified>
</cp:coreProperties>
</file>