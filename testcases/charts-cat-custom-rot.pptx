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4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分类1</c:v>
                </c:pt>
                <c:pt idx="1">
                  <c:v>分类2</c:v>
                </c:pt>
                <c:pt idx="2">
                  <c:v>分类3</c:v>
                </c:pt>
                <c:pt idx="3">
                  <c:v>分类4</c:v>
                </c:pt>
                <c:pt idx="4">
                  <c:v>分类5</c:v>
                </c:pt>
                <c:pt idx="5">
                  <c:v>分类6</c:v>
                </c:pt>
                <c:pt idx="6">
                  <c:v>分类7</c:v>
                </c:pt>
                <c:pt idx="7">
                  <c:v>分类8</c:v>
                </c:pt>
                <c:pt idx="8">
                  <c:v>分类9</c:v>
                </c:pt>
                <c:pt idx="9">
                  <c:v>分类10</c:v>
                </c:pt>
                <c:pt idx="10">
                  <c:v>分类11</c:v>
                </c:pt>
                <c:pt idx="11">
                  <c:v>分类12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</c:v>
                </c:pt>
                <c:pt idx="1">
                  <c:v>9</c:v>
                </c:pt>
                <c:pt idx="2">
                  <c:v>6</c:v>
                </c:pt>
                <c:pt idx="3">
                  <c:v>3</c:v>
                </c:pt>
                <c:pt idx="4">
                  <c:v>10</c:v>
                </c:pt>
                <c:pt idx="5">
                  <c:v>7</c:v>
                </c:pt>
                <c:pt idx="6">
                  <c:v>4</c:v>
                </c:pt>
                <c:pt idx="7">
                  <c:v>11</c:v>
                </c:pt>
                <c:pt idx="8">
                  <c:v>8</c:v>
                </c:pt>
                <c:pt idx="9">
                  <c:v>5</c:v>
                </c:pt>
                <c:pt idx="10">
                  <c:v>2</c:v>
                </c:pt>
                <c:pt idx="11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13-4972-A59F-B0DD7B04E3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137264"/>
        <c:axId val="12552640"/>
      </c:barChart>
      <c:catAx>
        <c:axId val="121372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384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2552640"/>
        <c:crosses val="autoZero"/>
        <c:auto val="1"/>
        <c:lblAlgn val="ctr"/>
        <c:lblOffset val="100"/>
        <c:noMultiLvlLbl val="0"/>
      </c:catAx>
      <c:valAx>
        <c:axId val="125526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21372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分类1</c:v>
                </c:pt>
                <c:pt idx="1">
                  <c:v>分类2</c:v>
                </c:pt>
                <c:pt idx="2">
                  <c:v>分类3</c:v>
                </c:pt>
                <c:pt idx="3">
                  <c:v>分类4</c:v>
                </c:pt>
                <c:pt idx="4">
                  <c:v>分类5</c:v>
                </c:pt>
                <c:pt idx="5">
                  <c:v>分类6</c:v>
                </c:pt>
                <c:pt idx="6">
                  <c:v>分类7</c:v>
                </c:pt>
                <c:pt idx="7">
                  <c:v>分类8</c:v>
                </c:pt>
                <c:pt idx="8">
                  <c:v>分类9</c:v>
                </c:pt>
                <c:pt idx="9">
                  <c:v>分类10</c:v>
                </c:pt>
                <c:pt idx="10">
                  <c:v>分类11</c:v>
                </c:pt>
                <c:pt idx="11">
                  <c:v>分类12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</c:v>
                </c:pt>
                <c:pt idx="1">
                  <c:v>9</c:v>
                </c:pt>
                <c:pt idx="2">
                  <c:v>6</c:v>
                </c:pt>
                <c:pt idx="3">
                  <c:v>3</c:v>
                </c:pt>
                <c:pt idx="4">
                  <c:v>10</c:v>
                </c:pt>
                <c:pt idx="5">
                  <c:v>7</c:v>
                </c:pt>
                <c:pt idx="6">
                  <c:v>4</c:v>
                </c:pt>
                <c:pt idx="7">
                  <c:v>11</c:v>
                </c:pt>
                <c:pt idx="8">
                  <c:v>8</c:v>
                </c:pt>
                <c:pt idx="9">
                  <c:v>5</c:v>
                </c:pt>
                <c:pt idx="10">
                  <c:v>2</c:v>
                </c:pt>
                <c:pt idx="11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6B4-4972-811D-0948098F63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100656111"/>
        <c:axId val="2100652751"/>
      </c:barChart>
      <c:catAx>
        <c:axId val="21006561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18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100652751"/>
        <c:crosses val="autoZero"/>
        <c:auto val="1"/>
        <c:lblAlgn val="ctr"/>
        <c:lblOffset val="100"/>
        <c:noMultiLvlLbl val="0"/>
      </c:catAx>
      <c:valAx>
        <c:axId val="21006527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1006561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分类1</c:v>
                </c:pt>
                <c:pt idx="1">
                  <c:v>分类2</c:v>
                </c:pt>
                <c:pt idx="2">
                  <c:v>分类3</c:v>
                </c:pt>
                <c:pt idx="3">
                  <c:v>分类4</c:v>
                </c:pt>
                <c:pt idx="4">
                  <c:v>分类5</c:v>
                </c:pt>
                <c:pt idx="5">
                  <c:v>分类6</c:v>
                </c:pt>
                <c:pt idx="6">
                  <c:v>分类7</c:v>
                </c:pt>
                <c:pt idx="7">
                  <c:v>分类8</c:v>
                </c:pt>
                <c:pt idx="8">
                  <c:v>分类9</c:v>
                </c:pt>
                <c:pt idx="9">
                  <c:v>分类10</c:v>
                </c:pt>
                <c:pt idx="10">
                  <c:v>分类11</c:v>
                </c:pt>
                <c:pt idx="11">
                  <c:v>分类12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</c:v>
                </c:pt>
                <c:pt idx="1">
                  <c:v>9</c:v>
                </c:pt>
                <c:pt idx="2">
                  <c:v>6</c:v>
                </c:pt>
                <c:pt idx="3">
                  <c:v>3</c:v>
                </c:pt>
                <c:pt idx="4">
                  <c:v>10</c:v>
                </c:pt>
                <c:pt idx="5">
                  <c:v>7</c:v>
                </c:pt>
                <c:pt idx="6">
                  <c:v>4</c:v>
                </c:pt>
                <c:pt idx="7">
                  <c:v>11</c:v>
                </c:pt>
                <c:pt idx="8">
                  <c:v>8</c:v>
                </c:pt>
                <c:pt idx="9">
                  <c:v>5</c:v>
                </c:pt>
                <c:pt idx="10">
                  <c:v>2</c:v>
                </c:pt>
                <c:pt idx="11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8FE-4384-AE85-9A896C6860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971920"/>
        <c:axId val="14972400"/>
      </c:barChart>
      <c:catAx>
        <c:axId val="149719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12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4972400"/>
        <c:crosses val="autoZero"/>
        <c:auto val="1"/>
        <c:lblAlgn val="ctr"/>
        <c:lblOffset val="100"/>
        <c:noMultiLvlLbl val="0"/>
      </c:catAx>
      <c:valAx>
        <c:axId val="149724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49719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FB00BC-FEAE-6983-9E5C-A06949C877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71E1073-13C3-AD27-E7B0-67EDAA086C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E0B9BF-86C1-C8E1-F83C-9B9C36077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1B66D-7F9A-479D-AAD5-FFC1DA95027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3DD778-4BA3-4540-1B4D-4D150B835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D2B8AA-52D5-FF9A-FF26-89B4FE098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2CB57-5DCE-4A4D-995A-C9F33FCBD8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1623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EF747D-2639-56B5-0519-201DC7BB0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EB918D-ECEF-4154-6440-DB2504A16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F49F61-9139-4C37-2DCD-9E9DCB532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1B66D-7F9A-479D-AAD5-FFC1DA95027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3D2457-B669-C704-F983-603EC6A0A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B7FF0A-8780-3018-564F-DEFA76214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2CB57-5DCE-4A4D-995A-C9F33FCBD8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1590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47B75E-1429-B2E0-9517-52DCF7E33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82C954-7C41-78DB-4BD7-9A6695DD5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388C54-05A4-6FD9-6FCD-9471B0ACA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1B66D-7F9A-479D-AAD5-FFC1DA95027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B5D91F-4944-B51B-ECC4-96F082CEF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4E9DAE-8AE1-90A4-D661-38BEEF3E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2CB57-5DCE-4A4D-995A-C9F33FCBD8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8783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8BBD96-B9D3-E8BF-F1F0-153A49BD7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DD7F93-7E05-103A-76A5-D2199D9220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9B23534-7595-232D-CE50-527FED1FCB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718FCA2-1135-9F6B-0194-525018449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1B66D-7F9A-479D-AAD5-FFC1DA95027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CA7BA7-4027-4590-412A-FBCFB65EA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504A996-CD80-DCAD-3798-074F40EE4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2CB57-5DCE-4A4D-995A-C9F33FCBD8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5752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2DC2F6-F6A0-84DB-9670-3774B317B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447291A-1A27-E01C-4471-BD77149EA6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9AB5828-A23D-55D6-7785-84E93FCFC7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410469D-0B9A-A2C7-9BC8-12702A6BB0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5D8A607-44A7-D70B-71F0-588CFF0703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AF944C7-F845-9FE3-6E63-695FF40D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1B66D-7F9A-479D-AAD5-FFC1DA95027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18C09A1-223D-A564-6B18-2BE3FDFD6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67F22D2-7A55-905B-5A91-356AFA025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2CB57-5DCE-4A4D-995A-C9F33FCBD8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7882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518F17-CF39-A388-15D2-7BFBAD79E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CF9860B-E921-98FC-EA87-6B2853C7B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1B66D-7F9A-479D-AAD5-FFC1DA95027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DC07C94-230E-5D3E-9157-C0E2F678B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5F9C135-9331-287B-8D2E-3F4214B1A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2CB57-5DCE-4A4D-995A-C9F33FCBD8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4576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E0EECCC-1FF7-3086-7EA5-AC4D3D32C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1B66D-7F9A-479D-AAD5-FFC1DA95027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3101042-91CA-5F19-991B-F45C3B338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E9702E-B394-6DF6-2F0B-3B84A7218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2CB57-5DCE-4A4D-995A-C9F33FCBD8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7138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AFBCD1-D87B-606F-D350-5E9282E1D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DB550C-B506-92C0-A1ED-82E1453B8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1B13A54-84C5-898E-2A4B-7D92872949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3E5AF6B-F4D8-5500-ACE1-D048699AF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1B66D-7F9A-479D-AAD5-FFC1DA95027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A244DC8-F517-2226-C261-B18117A00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6DCC8A0-AAB6-F704-8A1C-3C40998E2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2CB57-5DCE-4A4D-995A-C9F33FCBD8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0425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AABB89-9204-EA98-09C0-7C5AFD20A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20BE8A0-10E0-1D1B-55FD-3E2E5712BD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419CF5E-87B9-D8B7-6D8B-E726F4428E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6420BD7-36CF-49CE-B617-FCF1C4B84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1B66D-7F9A-479D-AAD5-FFC1DA95027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5AC707-25E3-3128-AF56-86BBD9DF3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CAEA8C-E4AD-95BE-C406-282B8D7A0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2CB57-5DCE-4A4D-995A-C9F33FCBD8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7851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186E7A-D224-8BF7-7C96-4B69B5BEC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F7D0F7A-7A6E-FEE7-EECD-D9168FD719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8CDC07-415C-9FD0-2204-BA08421F8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1B66D-7F9A-479D-AAD5-FFC1DA95027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B464DC-9686-C1CE-BDBA-F5465273F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97ED61-F434-DC8F-08C4-B6061CD86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2CB57-5DCE-4A4D-995A-C9F33FCBD8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2906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F4B7447-8829-3953-BA35-A8B3409E5E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F4B486A-2E26-8F97-1A88-0C49AC3943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12E600-3EFE-5252-A873-273238FB5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1B66D-7F9A-479D-AAD5-FFC1DA95027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01F0C9-95A7-EAF4-7758-EE3FB5A53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2155FD-D9ED-8100-16E1-A7DD14C73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2CB57-5DCE-4A4D-995A-C9F33FCBD8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6657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821AE78-F257-C985-7DD0-2F81D5B8A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E424CDC-542C-1511-681B-0F5CDC959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509D99-45DB-CDEB-F88E-DB996E0C16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81B66D-7F9A-479D-AAD5-FFC1DA95027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A995EA-7015-424A-B6B7-981654FCF7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8CCD1D-D363-1536-4778-CFDFF23C78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62CB57-5DCE-4A4D-995A-C9F33FCBD8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8571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1A7F0A2E-C6C0-62C3-4F11-B0D295BEFB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47110673"/>
              </p:ext>
            </p:extLst>
          </p:nvPr>
        </p:nvGraphicFramePr>
        <p:xfrm>
          <a:off x="127000" y="762000"/>
          <a:ext cx="3810000" cy="48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9EA6D59C-C68B-6F05-ECC7-F9A07D4A36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70916995"/>
              </p:ext>
            </p:extLst>
          </p:nvPr>
        </p:nvGraphicFramePr>
        <p:xfrm>
          <a:off x="4127500" y="762000"/>
          <a:ext cx="3810000" cy="48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图表 3">
            <a:extLst>
              <a:ext uri="{FF2B5EF4-FFF2-40B4-BE49-F238E27FC236}">
                <a16:creationId xmlns:a16="http://schemas.microsoft.com/office/drawing/2014/main" id="{B254FC25-77DE-713D-8FFE-CBEA6929AA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6127556"/>
              </p:ext>
            </p:extLst>
          </p:nvPr>
        </p:nvGraphicFramePr>
        <p:xfrm>
          <a:off x="8128000" y="762000"/>
          <a:ext cx="3810000" cy="48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154607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2026-10-19T05:45:05Z</dcterms:created>
  <dcterms:modified xsi:type="dcterms:W3CDTF">2026-10-19T05:45:05Z</dcterms:modified>
</cp:coreProperties>
</file>