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AD0A6D-A480-09BA-7ABE-3F2FFC5BD7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057D5EA-8488-46CF-FC19-3EE36403B5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28FB4E-3C57-DB47-2DDD-CEA647D1F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8C92C-CB75-4A2A-9DA6-51F28102738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F6D1BC-497C-549E-71A3-DF3F98A11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6AFBCB-EC57-5953-E41D-A822FDEB1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C4AFC-12E9-4D2F-B288-09ABF4595F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822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F8D3A8-A492-5F54-9433-F16109BD5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31819A-AE4A-E7E7-359D-B7AB04AF9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745AC1-F65E-6066-3294-B2236E183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8C92C-CB75-4A2A-9DA6-51F28102738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8132AE-46DA-0E04-0E78-71D588961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DA67CD-F5BF-997B-05F9-A0EABAE43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C4AFC-12E9-4D2F-B288-09ABF4595F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918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750EC6-69E3-8AA1-1DE4-BF5881CD6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673CDB-2929-34E1-9828-9A09CF4AE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9B3263-B961-60C7-2253-3C55C1276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8C92C-CB75-4A2A-9DA6-51F28102738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36EA63-2531-F6A4-F56E-4D14795FE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1F9A26-AD86-812A-67E6-B763D6AFC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C4AFC-12E9-4D2F-B288-09ABF4595F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2098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78D230-7C58-E8B8-A5AD-F84BD6C40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8C228F-56C3-B926-3FF9-105F42D8D7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D21BB2F-2FEB-2D64-177D-4570D4106C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427E22-4FC8-7AEE-AE0D-B235D6703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8C92C-CB75-4A2A-9DA6-51F28102738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985641-C97C-5EEA-A9DC-C239DF524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05AE68-6A42-4F87-C87E-9FCE76870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C4AFC-12E9-4D2F-B288-09ABF4595F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8197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E2CDFD-5450-DC05-913A-D7E9D412A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702CB3-6830-2015-96B4-BB0B0C872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AF74FB-D565-B3A5-C87D-C9024B860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D42A847-A94B-C39C-26D1-DE4B88787E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56827EE-9A4B-A51A-F7C8-AD9F5DDFAA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D822E06-0F60-7A99-8C34-B384D184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8C92C-CB75-4A2A-9DA6-51F28102738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982BDEC-9A84-D026-BD82-2EF3CEEC2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3FAA050-C127-3500-BCE9-8D77D79D9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C4AFC-12E9-4D2F-B288-09ABF4595F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6980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5CA7DD-3F14-F68A-86BC-3D30A6488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4632030-3DF0-1615-94DA-19ED9BBCB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8C92C-CB75-4A2A-9DA6-51F28102738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30C6E00-30E9-B8A5-2C68-20D3D7BCD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2C6193B-E0ED-9467-775B-AEE4E706C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C4AFC-12E9-4D2F-B288-09ABF4595F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1797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5EFD713-DD51-1155-3E71-D614B4EFB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8C92C-CB75-4A2A-9DA6-51F28102738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DD05431-5835-0A6A-F0C4-A31D91CA8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E05383-A55A-FBBC-03C6-D14EC4220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C4AFC-12E9-4D2F-B288-09ABF4595F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9710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2C8D64-7D36-AD7A-3251-0456EB04E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F55FBA-B33E-7C57-C921-AFD635734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7DDD250-6E25-F11F-9FE5-7933B251B4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2FFC5D-CF21-4A9A-EB99-34E8E0186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8C92C-CB75-4A2A-9DA6-51F28102738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A0B1BD-7DC3-9259-606B-1526E39DE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46DCB4F-BB62-A185-8481-7165EB749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C4AFC-12E9-4D2F-B288-09ABF4595F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2727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EC09C2-456A-799D-5B7E-210CC9D85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D8C3FCE-81AC-5747-90F6-D639B7F658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25067C-9721-35BE-1672-0FBC7B449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EDE958-AD95-1AD4-951A-B35078451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8C92C-CB75-4A2A-9DA6-51F28102738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C9BD03-F042-2078-3336-136927192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2D523F-CDC1-F228-840B-C989C54EC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C4AFC-12E9-4D2F-B288-09ABF4595F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5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A65B62-B29C-5973-6C73-4847DAFD7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B11969C-9399-1A59-6DC3-0268F5E31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81EE0E-31E8-395B-1281-B2F8352AB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8C92C-CB75-4A2A-9DA6-51F28102738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7090DF-797F-7E97-2DA9-01D188F5C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54FCE9-19D0-956B-302D-24DE434B3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C4AFC-12E9-4D2F-B288-09ABF4595F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7619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0B8837A-CAB1-11E0-E18A-FA840528ED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5AFFC02-0D51-B21D-9E44-9FEE2BE399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61DDAB-CDD0-EAE2-7EAA-E0F00E934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8C92C-CB75-4A2A-9DA6-51F28102738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A69A72-3C3E-2D2F-6B1E-64DCF8206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F1F462-BE0C-1E62-A631-EA2F8551F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C4AFC-12E9-4D2F-B288-09ABF4595F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2536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BBFC188-F24E-0796-3778-20954F068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5AB167-9107-413D-56C1-CA588B8FB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C5112C-68B0-6973-EC8B-659D9B4079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58C92C-CB75-4A2A-9DA6-51F28102738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72A927-A0FB-1F06-DED9-99E2E416D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2A3721-727F-E500-56AC-46A3A2F3B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4C4AFC-12E9-4D2F-B288-09ABF4595F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5056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50F8A76-4E41-2C27-7312-BD634E66632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4000"/>
            <a:ext cx="3810000" cy="21463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EA5580B-0C74-E510-7F51-7F06AE66B9D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5" t="9258"/>
          <a:stretch>
            <a:fillRect/>
          </a:stretch>
        </p:blipFill>
        <p:spPr>
          <a:xfrm>
            <a:off x="4714819" y="452703"/>
            <a:ext cx="3413181" cy="194759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3D75D24-E99D-7B28-E07F-CD5F9568A14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8382000" y="254000"/>
            <a:ext cx="3556000" cy="20066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ADDAEE7-20B3-C640-3B2C-64E3F4F2289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54000" y="2921000"/>
            <a:ext cx="3810000" cy="21463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FCB6186-96AE-BC58-9AF8-9965F51AE4B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0" y="2921000"/>
            <a:ext cx="3810000" cy="214630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12" name="椭圆 11">
            <a:extLst>
              <a:ext uri="{FF2B5EF4-FFF2-40B4-BE49-F238E27FC236}">
                <a16:creationId xmlns:a16="http://schemas.microsoft.com/office/drawing/2014/main" id="{B3083A02-06E7-7B6B-1101-B8B65AC3CE1E}"/>
              </a:ext>
            </a:extLst>
          </p:cNvPr>
          <p:cNvSpPr/>
          <p:nvPr/>
        </p:nvSpPr>
        <p:spPr>
          <a:xfrm>
            <a:off x="8636000" y="2794000"/>
            <a:ext cx="2794000" cy="2794000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636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8A5B12B-5A38-B8A4-0377-F6EA9BA56560}"/>
              </a:ext>
            </a:extLst>
          </p:cNvPr>
          <p:cNvSpPr txBox="1"/>
          <p:nvPr/>
        </p:nvSpPr>
        <p:spPr>
          <a:xfrm>
            <a:off x="1270000" y="2540000"/>
            <a:ext cx="9652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4000"/>
              <a:t>图片背景上的文字</a:t>
            </a:r>
          </a:p>
        </p:txBody>
      </p:sp>
    </p:spTree>
    <p:extLst>
      <p:ext uri="{BB962C8B-B14F-4D97-AF65-F5344CB8AC3E}">
        <p14:creationId xmlns:p14="http://schemas.microsoft.com/office/powerpoint/2010/main" val="2182765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自定义</PresentationFormat>
  <Paragraphs>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2026-10-12T12:58:54Z</dcterms:created>
  <dcterms:modified xsi:type="dcterms:W3CDTF">2026-10-12T12:58:54Z</dcterms:modified>
</cp:coreProperties>
</file>