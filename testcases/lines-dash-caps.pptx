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44B56-6CBB-3538-631B-93979CA0D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AD8483-2ED1-5B2C-98F5-9D3EFFD0A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D0BBCC-0231-2B6D-DED1-198951667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A95D-B6A8-483F-B0EE-29EE281CEB0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42365-4D97-D31E-D04C-37971FD64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B73884-4121-1038-2DE7-36CD7658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0F3B-8AE1-486C-8783-471432F0F1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082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D7377-03CE-FBEC-5C23-1EF17B2A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24A7BD-A68B-69DB-227A-50F096951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49722C-52E9-E622-8249-BAAF2D43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A95D-B6A8-483F-B0EE-29EE281CEB0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E1ADDA-D153-0251-7CA0-F236F4F2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60A1A5-D681-C8F7-E258-23A33541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0F3B-8AE1-486C-8783-471432F0F1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264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DF0C5-3193-98DB-D615-2DF24A46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2103AE-D6A5-3913-F7B6-39691418D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907255-8585-EE3D-612E-4C6B34B4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A95D-B6A8-483F-B0EE-29EE281CEB0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8CE343-06FF-1866-76C7-0256E536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2D843D-DE9E-0B65-A8AF-005C3440E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0F3B-8AE1-486C-8783-471432F0F1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67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7E68-5FF4-A439-8915-7D45FE8C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99F4BF-F4BE-F809-5274-B4331F5DC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CCD0EA-FFC4-4414-1DC4-A5CD26B14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E414B4-09C2-BFFF-324A-CBC401E6F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A95D-B6A8-483F-B0EE-29EE281CEB0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AE969A-E6C2-5DAA-B4E7-5F36403D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CE6FAD-B963-5B8A-BFE6-223E7093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0F3B-8AE1-486C-8783-471432F0F1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322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67C0B-0357-2469-A23C-8B43869E5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190BBC-F09B-59A6-364B-46FDF3507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787CE4-878D-8FD5-93A7-25C5A2C01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8D01A0-D4F8-D159-D552-B9ADEA3B5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147FCA-83C7-5E10-F6EF-53AF66D73A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E999D0-7598-8CDC-8B6B-9ECBAAFEC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A95D-B6A8-483F-B0EE-29EE281CEB0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778D01-FFAE-2232-75E7-880BF49B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25D2BD-694D-7A26-BEBD-592C1AC9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0F3B-8AE1-486C-8783-471432F0F1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366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66615-67D9-104B-CABE-A36B713D3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68DAAE-400F-A35D-9DCA-9BA1D4D12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A95D-B6A8-483F-B0EE-29EE281CEB0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6916D3-E4DA-29FA-3818-766A4826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9B3719-8721-1CE0-1CE5-0CCA67B6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0F3B-8AE1-486C-8783-471432F0F1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937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4C0AAA-ACFD-4264-7370-147FBCB20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A95D-B6A8-483F-B0EE-29EE281CEB0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3163CD-2089-E9E5-9242-A7C5DED8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0CE530-320C-6D3B-646F-6C05D122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0F3B-8AE1-486C-8783-471432F0F1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741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C23DA-D7D9-71B6-371B-5DACEC41E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C44C40-E934-D449-F033-ABF836038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C5E9AE-A4EC-62EB-D346-C1414C85F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6E9190-B66A-C96A-25C7-1486CEF33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A95D-B6A8-483F-B0EE-29EE281CEB0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A55B2-ED1D-EB6D-7CDF-936E11568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4A020C-E84F-698F-B4B3-758126C2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0F3B-8AE1-486C-8783-471432F0F1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105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47E6E-C20B-716C-0682-CFD520B10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8FD8DE-3F42-37C3-62BA-585A956F8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02DB46-46F0-213C-509C-3F4F0E078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B82297-0110-40AF-02C8-AC845AB4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A95D-B6A8-483F-B0EE-29EE281CEB0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FA39A9-2A3D-CABE-7028-B1725E8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BD5CEB-93B2-85A5-5729-4B15A4EF3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0F3B-8AE1-486C-8783-471432F0F1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31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3B4506-2974-FBC3-052D-59E94C58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F87193-9BEA-830D-7B44-A7C10E27D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BBB85C-CF57-AC7C-632B-1D3FB1CA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A95D-B6A8-483F-B0EE-29EE281CEB0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30928D-0E16-49D9-50A0-BCA4FD821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AE72CF-A2C1-BCC2-0888-AB56BB9D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0F3B-8AE1-486C-8783-471432F0F1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941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1E4AA5-9615-6AE3-AA82-B17FC7C235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B0CE92-FCA3-EA0B-7EB2-51A4EA578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97C8F4-AAE3-C55D-01EF-4E2B17CF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8A95D-B6A8-483F-B0EE-29EE281CEB0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58AB05-9B42-BD44-6726-C1EFEBD3F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691131-D8F6-9BB3-029E-1143D133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0F3B-8AE1-486C-8783-471432F0F1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192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D1D7493-74E9-6613-5951-85716673E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ACC4BF-9DD5-262C-1FB8-E0A29465E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8CDEBE-2435-E660-778E-C2880E8EA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28A95D-B6A8-483F-B0EE-29EE281CEB0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AA618D-4E35-023B-3651-95B836927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071F92-32DD-F785-8733-86B8EBB83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B0F3B-8AE1-486C-8783-471432F0F1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83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DASHCAP0">
            <a:extLst>
              <a:ext uri="{FF2B5EF4-FFF2-40B4-BE49-F238E27FC236}">
                <a16:creationId xmlns:a16="http://schemas.microsoft.com/office/drawing/2014/main" id="{EEB70001-A8A7-DB22-90E1-87B5BD96C2FD}"/>
              </a:ext>
            </a:extLst>
          </p:cNvPr>
          <p:cNvCxnSpPr/>
          <p:nvPr/>
        </p:nvCxnSpPr>
        <p:spPr>
          <a:xfrm>
            <a:off x="762000" y="508000"/>
            <a:ext cx="10668000" cy="0"/>
          </a:xfrm>
          <a:prstGeom prst="line">
            <a:avLst/>
          </a:prstGeom>
          <a:ln w="76200" cap="flat">
            <a:solidFill>
              <a:srgbClr val="2E75B6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ASHCAP1">
            <a:extLst>
              <a:ext uri="{FF2B5EF4-FFF2-40B4-BE49-F238E27FC236}">
                <a16:creationId xmlns:a16="http://schemas.microsoft.com/office/drawing/2014/main" id="{6FF12974-66A7-532C-7068-1170C36884AE}"/>
              </a:ext>
            </a:extLst>
          </p:cNvPr>
          <p:cNvCxnSpPr/>
          <p:nvPr/>
        </p:nvCxnSpPr>
        <p:spPr>
          <a:xfrm>
            <a:off x="762000" y="1270000"/>
            <a:ext cx="10668000" cy="0"/>
          </a:xfrm>
          <a:prstGeom prst="line">
            <a:avLst/>
          </a:prstGeom>
          <a:ln w="76200" cap="rnd">
            <a:solidFill>
              <a:srgbClr val="2E75B6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ASHCAP2">
            <a:extLst>
              <a:ext uri="{FF2B5EF4-FFF2-40B4-BE49-F238E27FC236}">
                <a16:creationId xmlns:a16="http://schemas.microsoft.com/office/drawing/2014/main" id="{CA88E2D6-A954-5AB3-0F7B-C90B4D9331E9}"/>
              </a:ext>
            </a:extLst>
          </p:cNvPr>
          <p:cNvCxnSpPr/>
          <p:nvPr/>
        </p:nvCxnSpPr>
        <p:spPr>
          <a:xfrm>
            <a:off x="762000" y="2032000"/>
            <a:ext cx="10668000" cy="0"/>
          </a:xfrm>
          <a:prstGeom prst="line">
            <a:avLst/>
          </a:prstGeom>
          <a:ln w="76200" cap="rnd">
            <a:solidFill>
              <a:srgbClr val="2E75B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ASHCAP3">
            <a:extLst>
              <a:ext uri="{FF2B5EF4-FFF2-40B4-BE49-F238E27FC236}">
                <a16:creationId xmlns:a16="http://schemas.microsoft.com/office/drawing/2014/main" id="{BE06800E-92F7-C2CD-1BB2-19035071CBC3}"/>
              </a:ext>
            </a:extLst>
          </p:cNvPr>
          <p:cNvCxnSpPr/>
          <p:nvPr/>
        </p:nvCxnSpPr>
        <p:spPr>
          <a:xfrm>
            <a:off x="762000" y="2794000"/>
            <a:ext cx="10668000" cy="0"/>
          </a:xfrm>
          <a:prstGeom prst="line">
            <a:avLst/>
          </a:prstGeom>
          <a:ln w="76200" cap="rnd">
            <a:solidFill>
              <a:srgbClr val="2E75B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ASHCAP4">
            <a:extLst>
              <a:ext uri="{FF2B5EF4-FFF2-40B4-BE49-F238E27FC236}">
                <a16:creationId xmlns:a16="http://schemas.microsoft.com/office/drawing/2014/main" id="{C2A1C882-015D-3BF2-D171-3CDAE7BD680F}"/>
              </a:ext>
            </a:extLst>
          </p:cNvPr>
          <p:cNvCxnSpPr/>
          <p:nvPr/>
        </p:nvCxnSpPr>
        <p:spPr>
          <a:xfrm>
            <a:off x="762000" y="3556000"/>
            <a:ext cx="10668000" cy="0"/>
          </a:xfrm>
          <a:prstGeom prst="line">
            <a:avLst/>
          </a:prstGeom>
          <a:ln w="76200" cap="rnd">
            <a:solidFill>
              <a:srgbClr val="2E75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ASHCAP5">
            <a:extLst>
              <a:ext uri="{FF2B5EF4-FFF2-40B4-BE49-F238E27FC236}">
                <a16:creationId xmlns:a16="http://schemas.microsoft.com/office/drawing/2014/main" id="{420044AA-AB28-AFE6-9AD2-796F204C4428}"/>
              </a:ext>
            </a:extLst>
          </p:cNvPr>
          <p:cNvCxnSpPr/>
          <p:nvPr/>
        </p:nvCxnSpPr>
        <p:spPr>
          <a:xfrm>
            <a:off x="762000" y="4318000"/>
            <a:ext cx="10668000" cy="0"/>
          </a:xfrm>
          <a:prstGeom prst="line">
            <a:avLst/>
          </a:prstGeom>
          <a:ln w="76200" cap="flat">
            <a:solidFill>
              <a:srgbClr val="2E75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ASHCAP6">
            <a:extLst>
              <a:ext uri="{FF2B5EF4-FFF2-40B4-BE49-F238E27FC236}">
                <a16:creationId xmlns:a16="http://schemas.microsoft.com/office/drawing/2014/main" id="{C9941431-E924-D20F-0F29-C5278F7B3951}"/>
              </a:ext>
            </a:extLst>
          </p:cNvPr>
          <p:cNvCxnSpPr/>
          <p:nvPr/>
        </p:nvCxnSpPr>
        <p:spPr>
          <a:xfrm>
            <a:off x="762000" y="5080000"/>
            <a:ext cx="10668000" cy="0"/>
          </a:xfrm>
          <a:prstGeom prst="line">
            <a:avLst/>
          </a:prstGeom>
          <a:ln w="76200" cap="rnd">
            <a:solidFill>
              <a:srgbClr val="2E75B6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ASHCAP7">
            <a:extLst>
              <a:ext uri="{FF2B5EF4-FFF2-40B4-BE49-F238E27FC236}">
                <a16:creationId xmlns:a16="http://schemas.microsoft.com/office/drawing/2014/main" id="{5FF487C6-CFAC-3EA6-A357-2855ECD82667}"/>
              </a:ext>
            </a:extLst>
          </p:cNvPr>
          <p:cNvCxnSpPr/>
          <p:nvPr/>
        </p:nvCxnSpPr>
        <p:spPr>
          <a:xfrm>
            <a:off x="762000" y="5842000"/>
            <a:ext cx="10668000" cy="0"/>
          </a:xfrm>
          <a:prstGeom prst="line">
            <a:avLst/>
          </a:prstGeom>
          <a:ln w="76200" cap="sq">
            <a:solidFill>
              <a:srgbClr val="2E75B6"/>
            </a:solidFill>
            <a:prstDash val="sys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061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2026-10-19T04:55:27Z</dcterms:created>
  <dcterms:modified xsi:type="dcterms:W3CDTF">2026-10-19T04:55:27Z</dcterms:modified>
</cp:coreProperties>
</file>