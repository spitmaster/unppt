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21482F-A8B9-52CE-157E-A2B5B9CDC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FE761F-2FFC-C0BF-9455-E49337181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8D47CA-1ED9-5AA0-287D-7364884AF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B1FD-7719-440A-B394-9285045605C7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F3536A-1B25-C1F9-48F0-9C7A37CBD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25A212-5E9F-ECAF-2FD6-CA88F2108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77C3-5447-4935-9316-AD583A2C6C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798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6802FC-E9C4-B4B8-61D9-6D1857C96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CBBCF2-B926-F797-B320-258547D1E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D7A4FE-2F71-445A-6D63-456659EE5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B1FD-7719-440A-B394-9285045605C7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713642-D7B5-B80E-5E5D-790F7C6F3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241F86-9442-A849-56E3-F35E58595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77C3-5447-4935-9316-AD583A2C6C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5050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BFABA0-1DD2-9F89-31EB-EDFE78AA5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0C6472-9CCF-FD42-CDED-442D9CE9A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AACAC9-7C05-174B-7561-7E57BACCB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B1FD-7719-440A-B394-9285045605C7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DBFA56-F5E1-3BAD-C9DF-3C046149C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E09AF9-2430-4365-81F4-4DC5D3ACF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77C3-5447-4935-9316-AD583A2C6C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1269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1B2151-D85D-3905-5136-2EC53D0CD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B1F24D-FA3F-3EDA-70F4-98DCDA7FEC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FA9D75-BE85-2C55-1CE3-5F45355B5F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FEF9E7-4345-37C8-BDEC-737F2C5CE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B1FD-7719-440A-B394-9285045605C7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E84DFD-3265-0727-A3A4-6D5E08E3A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2BF23A-8592-3230-BD28-536D72C9F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77C3-5447-4935-9316-AD583A2C6C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5286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007F77-5356-D3E0-2C88-FCB6097C4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738F8C-3B46-4CFE-BEF6-7858F9436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9E7C0A-4004-F646-E553-21E6EF53B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BC90922-72B5-C8C3-6C32-801B878565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D780993-650A-0807-3BBD-FF94278B3A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80FB652-188A-4C92-A9E9-432248AD2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B1FD-7719-440A-B394-9285045605C7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9EA238E-B240-40B7-ED00-EC251159A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71C145C-333E-D333-1C94-1AF4E9508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77C3-5447-4935-9316-AD583A2C6C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296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3C0FB7-EC49-B53C-F94D-3E3003416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E51B895-6556-CCC9-44E8-7D507AF02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B1FD-7719-440A-B394-9285045605C7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18E175-E9E4-1945-6FE9-BCB5A118E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5CCAD6-D4A6-9C78-F36C-DC82B0548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77C3-5447-4935-9316-AD583A2C6C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832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E9DBA08-0B0A-F13B-5CEC-355E0022C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B1FD-7719-440A-B394-9285045605C7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1B255EA-240E-D54E-79FB-BE350EEB3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E52062-5674-93FD-B25F-9079901DF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77C3-5447-4935-9316-AD583A2C6C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754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7BEAC4-7A45-3B4B-B61E-6523FD79E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589080-0FB4-E0E5-7813-41A1E7888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6E0214A-1D3A-AFFF-CB45-9FC6CD0F1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11900D-1449-4708-C713-88DCFCF25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B1FD-7719-440A-B394-9285045605C7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5F4EC3-91FB-6B42-F4E6-5F7B806CF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823BB1-3E6B-8E95-52F7-7F12BEF2C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77C3-5447-4935-9316-AD583A2C6C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841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EEE187-3B1C-D5D5-2DE0-01E000C00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2E8D3EF-DD41-858D-540B-DB91559FC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906352-769E-C146-A5D6-7FC5D253A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B39F65-6331-5270-0D58-496C452DB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B1FD-7719-440A-B394-9285045605C7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FB0CF6-F9E2-0E69-2E58-0B36293E5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9972AC-1149-076B-DF6B-5194DE62E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77C3-5447-4935-9316-AD583A2C6C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538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2CB9DD-7582-A6F6-18D2-7FFE6BCD2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28C86D-E80F-A799-8D91-36219A96BF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6FBD11-8250-6AB7-19E2-BF1564DFC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B1FD-7719-440A-B394-9285045605C7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FD5998-4812-A4AD-DF2D-3E93869B0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4E3795-CBF0-99BC-B6E6-181058C90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77C3-5447-4935-9316-AD583A2C6C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27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5F697A4-680D-EA5F-6FCD-7D84597F90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C80EAC-2601-47FD-1EF9-8696854CB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C623C3-4238-7BEF-B010-4E2F36876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B1FD-7719-440A-B394-9285045605C7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F6BF95-9CF4-F320-CBA7-4467FA7A4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84CD8D-7F9B-AA54-6405-ADD1FBED1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77C3-5447-4935-9316-AD583A2C6C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610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5FD9DB5-430A-C761-6AEE-02D7C1049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0D2677-BDAD-304A-A06F-2B8D16450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A73605-9F98-6A70-C7BC-0FEB286A81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A6B1FD-7719-440A-B394-9285045605C7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D8BA3E-ABDC-35F7-88E2-23F6E5AEDD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856A3C-67C6-2890-81FD-16C6C06152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3E77C3-5447-4935-9316-AD583A2C6C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8095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78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158E69D-02A0-20F9-C00D-CCDE69917EE4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1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716530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67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CFDFD51-09DA-F3C3-61AE-ED4ED6E42CF9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2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2343915886"/>
      </p:ext>
    </p:extLst>
  </p:cSld>
  <p:clrMapOvr>
    <a:masterClrMapping/>
  </p:clrMapOvr>
  <p:transition spd="slow">
    <p:cut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56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E056742-1258-2361-4158-859435B2F776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3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2567985007"/>
      </p:ext>
    </p:extLst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45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2469B22-AF93-077E-0F5D-FDCB89B07DFB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4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2748371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5CD84EB-FBED-E483-A240-19EC8D1D25D4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5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2393581143"/>
      </p:ext>
    </p:extLst>
  </p:cSld>
  <p:clrMapOvr>
    <a:masterClrMapping/>
  </p:clrMapOvr>
  <p:transition spd="slow">
    <p:strips dir="r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97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C683ECF-A466-FEFA-DA1E-C24BF47EC2AA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6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1837540593"/>
      </p:ext>
    </p:extLst>
  </p:cSld>
  <p:clrMapOvr>
    <a:masterClrMapping/>
  </p:clrMapOvr>
  <p:transition spd="slow">
    <p:strips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E62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EE60985-AAC6-2B16-845D-4FABDD673352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7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3902730917"/>
      </p:ext>
    </p:extLst>
  </p:cSld>
  <p:clrMapOvr>
    <a:masterClrMapping/>
  </p:clrMapOvr>
  <p:transition spd="slow">
    <p:diamond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51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874E7FE-664F-4747-7B33-3C348C3DF3E7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8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3730939801"/>
      </p:ext>
    </p:extLst>
  </p:cSld>
  <p:clrMapOvr>
    <a:masterClrMapping/>
  </p:clrMapOvr>
  <p:transition spd="slow">
    <p:plus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41E6EF1-93E2-2C55-3936-A095BD9EB6AD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9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609830213"/>
      </p:ext>
    </p:extLst>
  </p:cSld>
  <p:clrMapOvr>
    <a:masterClrMapping/>
  </p:clrMapOvr>
  <p:transition spd="slow"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52F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85F847D-9D0F-A198-743B-C582366A6396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10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1327231870"/>
      </p:ext>
    </p:extLst>
  </p:cSld>
  <p:clrMapOvr>
    <a:masterClrMapping/>
  </p:clrMapOvr>
  <p:transition spd="slow">
    <p:zoom dir="in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6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9835271-DB49-863C-CB36-12DD871E87C2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11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2076660830"/>
      </p:ext>
    </p:extLst>
  </p:cSld>
  <p:clrMapOvr>
    <a:masterClrMapping/>
  </p:clrMapOvr>
  <p:transition spd="slow">
    <p:wheel spokes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5D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40F44EB-0352-53A1-1FA6-9F2412E18677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12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1732720955"/>
      </p:ext>
    </p:extLst>
  </p:cSld>
  <p:clrMapOvr>
    <a:masterClrMapping/>
  </p:clrMapOvr>
  <p:transition spd="slow">
    <p:whee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4C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66BB8D5-0516-5DE0-69FA-2CBA9F090037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13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940952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wheelReverse spokes="1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3B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53FA5E0-FF66-D0FE-E8A4-8FBC44488B58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14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2152001520"/>
      </p:ext>
    </p:extLst>
  </p:cSld>
  <p:clrMapOvr>
    <a:masterClrMapping/>
  </p:clrMapOvr>
  <p:transition spd="slow">
    <p:wedg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6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7DF9F6B-D505-C256-DEBD-7DD68E00D397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15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1510301007"/>
      </p:ext>
    </p:extLst>
  </p:cSld>
  <p:clrMapOvr>
    <a:masterClrMapping/>
  </p:clrMapOvr>
  <p:transition spd="slow">
    <p:newsfla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69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D4A1857-D606-5B3A-A208-D244B02747E8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16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1343956329"/>
      </p:ext>
    </p:extLst>
  </p:cSld>
  <p:clrMapOvr>
    <a:masterClrMapping/>
  </p:clrMapOvr>
  <p:transition spd="slow">
    <p:blinds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58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4E670F6-2088-3A7A-85DE-D29D9984D0B5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17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124646306"/>
      </p:ext>
    </p:extLst>
  </p:cSld>
  <p:clrMapOvr>
    <a:masterClrMapping/>
  </p:clrMapOvr>
  <p:transition spd="slow">
    <p:blinds dir="ver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D47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2306B3C-2897-882B-A5EF-561EB3A6AF36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18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3961970477"/>
      </p:ext>
    </p:extLst>
  </p:cSld>
  <p:clrMapOvr>
    <a:masterClrMapping/>
  </p:clrMapOvr>
  <p:transition spd="slow">
    <p:check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36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F1CB3E4-533D-9AFA-74B5-5E0F6846B150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19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1664281363"/>
      </p:ext>
    </p:extLst>
  </p:cSld>
  <p:clrMapOvr>
    <a:masterClrMapping/>
  </p:clrMapOvr>
  <p:transition spd="slow">
    <p:checker dir="vert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75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808595B-A671-3CDC-D972-DCAA0AEA822C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20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2983579744"/>
      </p:ext>
    </p:extLst>
  </p:cSld>
  <p:clrMapOvr>
    <a:masterClrMapping/>
  </p:clrMapOvr>
  <p:transition spd="slow">
    <p:comb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464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47BC65D-FE99-4F55-445D-DA6C2386DAD6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21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2566846754"/>
      </p:ext>
    </p:extLst>
  </p:cSld>
  <p:clrMapOvr>
    <a:masterClrMapping/>
  </p:clrMapOvr>
  <p:transition spd="slow">
    <p:comb dir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53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B2E5933-5D43-7662-2620-ABEE724A8345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22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3356107468"/>
      </p:ext>
    </p:extLst>
  </p:cSld>
  <p:clrMapOvr>
    <a:masterClrMapping/>
  </p:clrMapOvr>
  <p:transition spd="slow">
    <p:randomBar dir="vert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42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888F90B-7FC9-8BDF-4978-53FD18ACA0F6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23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3224090133"/>
      </p:ext>
    </p:extLst>
  </p:cSld>
  <p:clrMapOvr>
    <a:masterClrMapping/>
  </p:clrMapOvr>
  <p:transition spd="slow">
    <p:dissolv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1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C6C0B3D-3C8F-4E70-C49C-8591BA456FEE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24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3064818393"/>
      </p:ext>
    </p:extLst>
  </p:cSld>
  <p:clrMapOvr>
    <a:masterClrMapping/>
  </p:clrMapOvr>
  <p:transition spd="slow">
    <p:split orient="vert" dir="in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70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432DB3-E870-D3D5-D94F-F9DFBB8AAAD2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25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3435491131"/>
      </p:ext>
    </p:extLst>
  </p:cSld>
  <p:clrMapOvr>
    <a:masterClrMapping/>
  </p:clrMapOvr>
  <p:transition spd="slow">
    <p:cover dir="l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5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75DAAEB-DB79-1084-39DB-80459C315CC8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26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3542597422"/>
      </p:ext>
    </p:extLst>
  </p:cSld>
  <p:clrMapOvr>
    <a:masterClrMapping/>
  </p:clrMapOvr>
  <p:transition spd="slow">
    <p:pull dir="r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4E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ABC98E3-E127-BDD1-F4B2-47B65C87D9AC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27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14527520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73D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0FB4224-9F6F-3D1B-A746-8768E349DE8B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28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27237700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an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2C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84D557-88F5-5ABD-D51E-C854216083B2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29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434477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6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A2CC1F1-3810-85BA-57E1-D12D88854EBC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30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16440066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doors dir="ver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5A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05FB5CA-DD2D-B82C-31A2-EBF8A06B9B00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31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59326664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curtains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34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2DF3FF8-0656-BBB0-5F33-D2423FE96C71}"/>
              </a:ext>
            </a:extLst>
          </p:cNvPr>
          <p:cNvSpPr txBox="1"/>
          <p:nvPr/>
        </p:nvSpPr>
        <p:spPr>
          <a:xfrm>
            <a:off x="1270000" y="2794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>
                <a:solidFill>
                  <a:srgbClr val="FFFFFF"/>
                </a:solidFill>
              </a:rPr>
              <a:t>第 </a:t>
            </a:r>
            <a:r>
              <a:rPr lang="en-US" altLang="zh-CN" sz="5400">
                <a:solidFill>
                  <a:srgbClr val="FFFFFF"/>
                </a:solidFill>
              </a:rPr>
              <a:t>32 </a:t>
            </a:r>
            <a:r>
              <a:rPr lang="zh-CN" altLang="en-US" sz="5400">
                <a:solidFill>
                  <a:srgbClr val="FFFFFF"/>
                </a:solidFill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22283831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vortex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</Words>
  <Application>Microsoft Office PowerPoint</Application>
  <PresentationFormat>自定义</PresentationFormat>
  <Paragraphs>32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2026-10-13T10:09:38Z</dcterms:created>
  <dcterms:modified xsi:type="dcterms:W3CDTF">2026-10-13T10:09:38Z</dcterms:modified>
</cp:coreProperties>
</file>