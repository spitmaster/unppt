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D1E4B-0D74-B48B-76CA-150DAC882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5A40E4-6EE0-0306-243F-CF20F45EB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A7F093-1450-A17B-FCA1-2E1D177C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C3F63-73F8-039D-0434-46F2B25D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3E427A-82A5-B7DF-1434-355ABDCB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82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EF9C4-BB90-6A73-B0EA-70E27112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8D984F-B564-36C1-1270-368610E22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D3D8B-56FE-034B-A56A-F9D58363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E4C260-0F9C-004B-A35D-CE89A675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B309B-FEB2-9755-523B-9A4F89E9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295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640E5-6A19-C7CB-4D99-12F88994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6181D-3B00-D57D-E8B2-449FC140E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403A51-6203-A18C-626F-382551C26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7A771E-1CDA-5ADB-FC13-6A913B2E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1C5F8-376A-ADDD-E897-70681F29E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44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53DDA-1E0C-E665-B3EC-9699D92C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698C40-F48A-2D38-1DC7-DA3443743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B931AC-7590-866A-BA78-56512B06A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DC47B1-6EBC-5F9C-BE29-F269F1CD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E1B700-91C8-DD27-5D35-DC0D04058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379C35-E005-3DCE-2E65-6A94FB3F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37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AA320-6FB4-C687-FF33-58CCA6AF5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4BEB2D-0238-4C75-2FC5-86EEE0594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11E42A-3CC0-7FB8-3035-E6DA2075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971A3D-9D7E-DA7B-6308-8976F871F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BB07BB-5C9B-6D06-0ADF-B4E8BABC1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9CAE31-1E9E-93F3-62F0-FFA659EA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9BC07C-E8D9-206E-3D49-BD0F89B4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8B76D-760D-61B1-7E07-DE4E18BD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69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069C2-1AFB-AA0D-F1E5-AD894219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D1EE29-283E-F8F4-97D0-372A8150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745296-671B-A63C-D2C4-FDB59785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91242C-E913-87CF-F754-FFA3DE2B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356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57BB33-BF6F-B0F6-5B09-4D0ED68A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D6C00A-EF80-1E9B-ACC2-171E209A8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C642DA-9969-ED5E-E2F3-C29EB407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62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A236A-BB1D-9EDE-3327-DE8CEA02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415B0-0D5A-D42B-CCCE-42B363E01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20FF6E-CF61-0473-416F-8C89E35FB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C9328F-AFE6-602E-9C29-60901E40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532C01-42C7-D23E-C89B-7E0D2E18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F91001-E7A1-EF2B-9DEF-890CF83B2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779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F2E7F-96A0-6A4A-401C-A2F75CFB6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A8CD37-B49B-109D-8A07-385F7806B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4898E4-E2DF-DB03-35EE-9DAEC53C5A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A741B3-D2B9-6F56-57B7-9BC35318C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B36FA9-046E-C7B6-0A45-9300E9219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484498-31C5-2CEC-DEA4-E6442BBA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89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4EE6F5-85C2-3718-BEFA-BC69F5A5B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01CA22-4ED7-0D47-91FA-032EED673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D74BB4-FBFA-04B4-B4BF-A52E7078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5F3980-2FC4-AAC6-E94E-704B3A28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9CE5A9-8875-4993-A80D-433F8AF3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73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030EDF-DCE6-37A6-4269-DB6287074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0428E0-E10E-7B09-6DB1-43C6F3AC3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1D40A-8273-EAEA-19A5-82EFA497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C9E19F-79F2-FCEC-0ACF-C6A647CA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E352BF-B62E-C126-DDEB-15D035C4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35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426FEF-93C7-D3F7-DCFD-716185D6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4AB8AC-EE87-A7B9-7032-8C2DC8E79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E75C8-6B2D-E13E-3D8F-02A2BF292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A0486-76AC-4708-B521-9D9DA46B39A9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D3EADE-ADDF-8E5A-507E-D0170ED9C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B816C-7AD2-ECAA-669A-F65016177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EF93C-32F8-4A09-9A77-0C2C3E1F06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46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535C397-2902-ED9C-40F1-57B84261B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108142"/>
              </p:ext>
            </p:extLst>
          </p:nvPr>
        </p:nvGraphicFramePr>
        <p:xfrm>
          <a:off x="508000" y="508000"/>
          <a:ext cx="5080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83583696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262788488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3277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38521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307905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644D6F5-8982-D12F-EECA-8EFF388A8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44497"/>
              </p:ext>
            </p:extLst>
          </p:nvPr>
        </p:nvGraphicFramePr>
        <p:xfrm>
          <a:off x="6223000" y="508000"/>
          <a:ext cx="5080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423984256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844506878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70101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95324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</a:t>
                      </a:r>
                      <a:r>
                        <a:rPr lang="zh-CN" altLang="en-US" sz="120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995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956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自定义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2026-10-15T18:23:34Z</dcterms:created>
  <dcterms:modified xsi:type="dcterms:W3CDTF">2026-10-15T18:23:34Z</dcterms:modified>
</cp:coreProperties>
</file>