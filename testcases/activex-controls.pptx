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ctiveX/activeX1.xml" ContentType="application/vnd.ms-office.activeX+xml"/>
  <Override PartName="/ppt/activeX/activeX2.xml" ContentType="application/vnd.ms-office.activeX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activeX/activeX1.xml><?xml version="1.0" encoding="utf-8"?>
<ax:ocx xmlns:ax="http://schemas.microsoft.com/office/2006/activeX" xmlns:r="http://schemas.openxmlformats.org/officeDocument/2006/relationships" ax:classid="{978C9E23-D4B0-11CE-BF2D-00AA003F40D0}" ax:persistence="persistPropertyBag">
  <ax:ocxPr ax:name="Caption" ax:value="Label"/>
</ax:ocx>
</file>

<file path=ppt/activeX/activeX2.xml><?xml version="1.0" encoding="utf-8"?>
<ax:ocx xmlns:ax="http://schemas.microsoft.com/office/2006/activeX" xmlns:r="http://schemas.openxmlformats.org/officeDocument/2006/relationships" ax:classid="{978C9E23-D4B0-11CE-BF2D-00AA003F40D0}" ax:persistence="persistPropertyBag">
  <ax:ocxPr ax:name="Caption" ax:value="Label"/>
</ax:ocx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8DFEC-517F-D8AC-0E17-183DCC491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2938DC-7E71-ADD3-18E1-510C33CB0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66F406-2F45-C2DA-DAE0-B1AC3247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AA8012-34DA-45B0-3884-110E5C71E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894C20-A11F-E058-2EF3-4B6885D0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18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0DCDF-D273-862E-7A1F-A1833886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FADAD1-1F09-8232-B8E8-D593D1FA5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ED9561-3A22-8FE7-410F-8D9BBE20C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4EA87A-4597-90DA-4E75-12323C51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1F68B-FA2B-D5FE-0E75-77486863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931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FD72E-4EC6-BD50-2D8A-18E281995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86F6EE-79CA-B8B7-3027-3D3A811A1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76675E-39F9-74AC-E0B0-FBCD35EF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C88F7-811A-8ABA-6B3F-FDCECF8A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F5080-55DE-8D25-5918-51BD83582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4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03386-D56E-ABE7-5E8D-87783BC9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7021FF-60C9-3B0E-C2BF-211E55E3C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39A031-21AB-4FC3-577F-4BA78B61B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0D3BFF-2F1F-231E-6A60-8825C50E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1B630B-A92E-3757-F65E-6EC9DF0A3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D478CF-AE08-083F-F4C1-1C6DAAB74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9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8DF4A-7024-7E7F-2970-775EE219B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4562FE-BFCB-2EC1-B75F-16D368F18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F16C7A-3455-451A-38D7-44BBC2C7C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0912C0-4071-7740-D97A-36C066BF7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38B86A-63B3-A313-DE02-6550D91D7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5E97B4-20B3-B040-5989-F9FF2125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E99F14-FE4F-A2C7-7607-48F9F8BA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A4C4AC-A422-B01E-A513-7D48F6A2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ADF10-8A68-4C9A-1CF9-011CC76B9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D75C56-0B06-3319-2436-59B9BCD4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C8F871-5F6B-895E-7042-8FB3A81B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9F3D87-F40F-D61E-5A54-9AFB16A6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468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C7E12D-6DF2-653B-4081-E637F54E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3B9EA4-3527-972A-D60E-7DDECEC57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43B9BF-9D9C-AB35-1899-D08581443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086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35B51-49DA-F8FE-0C5E-30B36F8B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D16CF9-F757-984F-3C4E-D869F1EFA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31C353-5591-BA06-0A98-140A4C5AF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8828E6-0976-7CC1-E002-6DFA3597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4BCA22-5BE4-0E7F-C619-3C9AFC031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78DCCF-0626-5EFE-7317-A3CB4C4EB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67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EFE1F-9723-4521-EF0E-BB5F6AF1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CEB713-B5B9-FE06-9D37-A7EF47CFB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34D8BF-63DD-512F-82CC-EAE87C788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BD3DFE-6EEC-554A-E6BE-9A88A915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95193C-E3AE-17F0-DEC2-9BE50D54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7EFA5A-DEEE-7EF5-5FCE-FC4490E6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20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66415-6517-F848-C964-A3FC03FEF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BD8CEE-DB68-A5B2-EC17-22BA50BEA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D221AE-7016-BD6B-B382-DDAC834F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0D3F0A-2D25-44B1-DE9C-7DADBC458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F2BE78-4344-FAA0-3074-F97E0EAF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91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91449D-B539-C6C8-EBE0-3727C83BD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BB1176-D95F-9729-A7F8-C3D52436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1D1EA3-D0EA-60AD-95E2-F0B530AD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52FD98-8046-416B-8312-806267FF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25788-7E73-48C2-4EF1-B9C816B1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3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A943BA-87D8-9FA1-51E9-7750B3FC9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E721CC-B1A6-D719-D6FC-EDC21E15D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58283E-E5CB-939D-76ED-31E39B448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4B42EA-E552-4DF5-BC96-A558D681F5E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84743C-F408-314D-6379-CAF9B8359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BD25F5-AEC6-FC38-25C1-1BAB0D89A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023BD-A1DD-40F9-BF8E-9A51649A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7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Ax1" Type="http://schemas.openxmlformats.org/officeDocument/2006/relationships/control" Target="../activeX/activeX1.xml"/><Relationship Id="rIdAx2" Type="http://schemas.openxmlformats.org/officeDocument/2006/relationships/control" Target="../activeX/activeX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E9C107-D8C5-647A-BFE7-6AC35B8D0683}"/>
              </a:ext>
            </a:extLst>
          </p:cNvPr>
          <p:cNvSpPr/>
          <p:nvPr/>
        </p:nvSpPr>
        <p:spPr>
          <a:xfrm>
            <a:off x="3810000" y="1778000"/>
            <a:ext cx="4572000" cy="3302000"/>
          </a:xfrm>
          <a:prstGeom prst="rect">
            <a:avLst/>
          </a:prstGeom>
          <a:solidFill>
            <a:srgbClr val="4678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ontrols>
      <p:control name="ACTIVEX1" r:id="rIdAx1" imgW="5080000" imgH="2857500">
        <p:pic>
          <p:nvPicPr>
            <p:cNvPr id="4" name="ACTIVEX1">
              <a:extLst>
                <a:ext uri="{FF2B5EF4-FFF2-40B4-BE49-F238E27FC236}">
                  <a16:creationId xmlns:a16="http://schemas.microsoft.com/office/drawing/2014/main" id="{BAE70669-8616-D1BC-2763-4F1E5AF00641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000" y="762000"/>
              <a:ext cx="5080000" cy="2857500"/>
            </a:xfrm>
            <a:prstGeom prst="rect">
              <a:avLst/>
            </a:prstGeom>
          </p:spPr>
        </p:pic>
      </p:control>
      <p:control name="ACTIVEX2" r:id="rIdAx2" imgW="5080000" imgH="2857500">
        <p:pic>
          <p:nvPicPr>
            <p:cNvPr id="6" name="ACTIVEX2">
              <a:extLst>
                <a:ext uri="{FF2B5EF4-FFF2-40B4-BE49-F238E27FC236}">
                  <a16:creationId xmlns:a16="http://schemas.microsoft.com/office/drawing/2014/main" id="{521AB99A-2AEA-DF70-8638-A2E8D26F69D4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4000" y="3302000"/>
              <a:ext cx="5080000" cy="2857500"/>
            </a:xfrm>
            <a:prstGeom prst="rect">
              <a:avLst/>
            </a:prstGeom>
          </p:spPr>
        </p:pic>
      </p:control>
    </p:controls>
    <p:extLst>
      <p:ext uri="{BB962C8B-B14F-4D97-AF65-F5344CB8AC3E}">
        <p14:creationId xmlns:p14="http://schemas.microsoft.com/office/powerpoint/2010/main" val="3694529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2026-10-13T19:32:35Z</dcterms:created>
  <dcterms:modified xsi:type="dcterms:W3CDTF">2026-10-13T19:32:35Z</dcterms:modified>
</cp:coreProperties>
</file>