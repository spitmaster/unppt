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E3480-CBF3-420B-DA91-F96C7F02A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E2228B-F8B2-7BB2-0DE4-B54C76132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E8546-3BFA-D8D8-5E5C-D9BAC46A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552DC-E404-1114-D4F3-DAA89ADC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D14BE7-A72E-FDF1-8BF6-9279F4F4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7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5B270-6A82-9A77-062A-3ADEAEF6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56C050-89B0-E0B7-DE7B-B34CCF3F2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D2DD6B-CEE8-DE53-AC47-D5AE1375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F9505-B0CA-7FD8-54B0-FDD895B8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6E1EC-5B3A-B84A-7C6D-0051AC30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35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2DF01-3DF4-B646-7010-53231A99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530643-AD24-7854-1E85-7250BC41A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FA11B-DAE3-83EF-BC0F-7FF477406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F98EF-3CED-1077-7B82-298CABE6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43CEE-9D58-21B3-D257-A0CAFF9F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82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1CAF5-CCF1-B8D2-5344-5C99AEDA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10C07-A4CF-FB28-7CE9-04A7C9820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46948-793A-B064-09FB-295BC01D1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406935-A7A7-D519-D2A7-0AFD10F2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913995-83FA-63DE-B58A-0E84D60A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4462F6-865E-60CE-D9A1-724FF05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17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DC867-2CC5-773D-2415-40D1B4A4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DD3BF-61D5-F2F5-B7AE-4BA0B0E45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14C494-36AB-0F74-7D0C-F103D5D87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C924BB-83D2-D593-4437-6096C4620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5EEAC3-6D18-B7AE-8D9D-1E832451B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D8E91C-4AC8-A68C-C335-F5350F38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9C4E5-6CDA-82DE-D009-FFADF54C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377394-DB67-D2A8-6086-4F5B2CBD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05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31841-3D0F-FA43-9197-D36F4B82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1F1D81-81F5-3B1F-3916-DB70A877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BC3516-A787-5142-7216-F4D8FA76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2ADC8F-F590-63AF-FE66-86A7E002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05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000896-99F5-45CA-0FC7-400C187D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104B0A-7D6E-7945-9287-3F9C74D3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310DEA-33B1-9A55-B346-B6FCBDE4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8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66F90-47B5-55B4-623F-61409D2A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B5177-5806-4A74-B81C-ACC2DE22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2EFB12-9329-1E20-BC98-E4F5EAAAF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71CF32-8CE3-44FC-7460-950BF14B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85BDC4-953A-D6EF-26BF-04D0EF98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20CDF-444D-7CD2-D1D1-15444A81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3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B9882-551D-AC7C-19DE-4CED0C6F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5A338C-8D49-FE87-B97E-05E0692D4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A692E-3B65-5E83-4F6B-EC2B2A109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5EE843-38B5-DD16-21BA-2178646A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141429-8FC9-BE96-FE80-706CB9CD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4E298-69CC-AAB8-B65C-5A1DB38E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86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48BFE-E451-2132-3C44-FFB63E81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AEA9C7-CCFE-E9C8-160D-8F02CD169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30C5B-3EDB-774F-4FAF-53CFE2EA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C8D45B-2C07-1766-C768-A7227E1E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312FA-6A6B-9084-4040-706755DE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26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6ABE1F-DAE9-C7A1-F3F9-70A7BC4D0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4DF1DC-5064-4798-D389-3EAF411A4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9E39EB-7F6B-6F34-55D3-A0C68A1A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995CC6-190F-CFA8-745E-43867679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DED278-E669-D6A0-BAA6-CC4AA3E1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9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86892A-0A65-1CC9-1793-BD7CD5B2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2FED2D-E027-90A3-2943-55E22AE1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713AE5-ED68-E766-6CCA-3DCAC3184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DBB41-20FA-4C01-9E8D-9599A27B3C0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A701D-1EF5-2EED-7207-FCD09F94A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7DE650-B558-BDDE-9B09-2BCE6D8E0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860A6-8846-4824-A2BC-F536EE541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47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CDEE01-E14F-D3AC-ECE9-35EDF7FFC43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016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0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2026-10-15T12:23:25Z</dcterms:created>
  <dcterms:modified xsi:type="dcterms:W3CDTF">2026-10-15T12:23:25Z</dcterms:modified>
</cp:coreProperties>
</file>