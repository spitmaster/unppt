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1AC7D-2DF7-9A49-5343-C2272876A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FC2C8E-C5FA-B006-9960-66FC4F9A5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90B0EA-2EA1-6C91-6007-ED6DD8D7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DCB1-AEC5-4107-BC1D-2CAB8FFF25A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6C4EE3-F721-2ADF-F7A0-E1CAD0EAE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78AA16-2E7E-03DC-AC2B-863AD8F4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409-DD1A-4524-9116-256D4C2DC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913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CBFB0-4722-4CF1-B864-23D71BE53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88D0A8-41A8-93FD-0074-7780EAFF9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46B32-EDBE-3D39-8C38-82007F7B7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DCB1-AEC5-4107-BC1D-2CAB8FFF25A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AACD23-375C-8B66-7894-197C79F7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E4D66A-8224-E03C-317B-5CDF35EA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409-DD1A-4524-9116-256D4C2DC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35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2E433-3A7B-67AA-7175-A608EB3C4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4BD7D6-427A-4A6C-723A-D4A412766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7A9DBF-610C-40DD-394F-A2B999106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DCB1-AEC5-4107-BC1D-2CAB8FFF25A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7CE0C8-DFD0-932A-736B-9D4EAEF0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88B22A-6927-D709-CBE1-845E9430B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409-DD1A-4524-9116-256D4C2DC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624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E3861-823B-7060-F20E-0ED8DA8C2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7DC4FF-8E72-067B-572B-B19981DE10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C4B6D3-E3AF-E370-43DA-97ACF1DD9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7866F1-A09A-F871-CA80-1F199EBE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DCB1-AEC5-4107-BC1D-2CAB8FFF25A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72C8D1-C823-6F5F-BECB-E43F4A364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95AE8D-4E6A-E485-C3E9-1BE3BB52C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409-DD1A-4524-9116-256D4C2DC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990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8ACBFB-E966-7168-C09B-A8BD673B1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9CD5BC-4E0E-A42D-F5B7-FA41D923E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6B78A7-C6D3-DAE8-BAD4-1A828617A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3B8802-72D9-9B1A-E93C-46F0FD4CC7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B958C7-BA8B-98C9-E007-D8DC1522D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1FA03A-0068-7803-F24A-A5833CD2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DCB1-AEC5-4107-BC1D-2CAB8FFF25A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96C7B2-091D-15AB-CC85-AC88C55E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B2925D-75CB-52E3-E024-7B04190A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409-DD1A-4524-9116-256D4C2DC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8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283A9-B1F8-F0FC-8662-C1C21F561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80E3A4-6AE1-6751-7C30-4B7010685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DCB1-AEC5-4107-BC1D-2CAB8FFF25A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608C14-5F8A-F1F8-7D14-CCF07395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A6B6E9-E02D-CDAB-07EE-C90544EB5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409-DD1A-4524-9116-256D4C2DC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66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19A89F-C0B3-1C7E-B44B-E6938CEA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DCB1-AEC5-4107-BC1D-2CAB8FFF25A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88B881-117B-6A80-C40E-A107D017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C0BD90-8008-8BE2-021B-42F62E83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409-DD1A-4524-9116-256D4C2DC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47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765D4A-52C9-E21D-7D09-00108563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F35CB-77BD-8C0F-0470-8E4AEB214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F4A827-9AF8-EC62-3A4F-0D7A32A3F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8FC976-6B48-69C8-436B-04B20D81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DCB1-AEC5-4107-BC1D-2CAB8FFF25A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6BCAF-9B72-E6E3-E419-F7E93AE9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9F8E42-46D3-78F1-7C02-4400131F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409-DD1A-4524-9116-256D4C2DC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07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8BB7A-BF8F-6D03-8A0F-2BF16CB7D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1098AC0-E49C-B11B-78E7-8C8FA99B08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BB82DF-C9DA-FB22-508A-2926B422C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8C4825-DCF1-7D5E-28D7-733C5066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DCB1-AEC5-4107-BC1D-2CAB8FFF25A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6F1373-D977-6272-A617-050E9777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9257B2-125E-3BB7-6A81-FE544287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409-DD1A-4524-9116-256D4C2DC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12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BCC34-7482-9317-D3CE-40967718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2B5E5F-11A2-5532-76CE-783BA84F2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D7D50E-3FD5-24D3-4A2F-A80593C7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DCB1-AEC5-4107-BC1D-2CAB8FFF25A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34DD1C-E54F-D8E9-E31A-ECB8F89B5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F9543B-6974-8826-0997-2300A02A0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409-DD1A-4524-9116-256D4C2DC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17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7067E0-2F38-58C0-EE1D-EFF6A618D0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CA0934-895A-DACD-5449-5E96FF71B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373B59-D4CB-0D50-7C9C-48BF32CD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BDCB1-AEC5-4107-BC1D-2CAB8FFF25A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ED9490-1B53-B445-A180-0E00AD20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EB9BFC-1763-5F35-CB03-779A5D2B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3B409-DD1A-4524-9116-256D4C2DC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916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FB05F36-27CE-E29F-9468-419AABCC6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6DB641-176A-3A84-21A4-1026A2ABF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A2A069-36F7-934B-FB99-AA85DD2F7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BDCB1-AEC5-4107-BC1D-2CAB8FFF25A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D3DFA5-CCE9-DCA7-606B-F6A39CDC2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9E38CE-D6DC-EB09-2F6D-810007B3C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3B409-DD1A-4524-9116-256D4C2DC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59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0081F57-E701-18D3-6255-3EABE0CB34F0}"/>
              </a:ext>
            </a:extLst>
          </p:cNvPr>
          <p:cNvSpPr/>
          <p:nvPr/>
        </p:nvSpPr>
        <p:spPr>
          <a:xfrm>
            <a:off x="508000" y="381000"/>
            <a:ext cx="2286000" cy="1333500"/>
          </a:xfrm>
          <a:prstGeom prst="rect">
            <a:avLst/>
          </a:prstGeom>
          <a:solidFill>
            <a:srgbClr val="3C78C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38100" h="381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1F157C2-58FE-7139-3998-989504CE18E3}"/>
              </a:ext>
            </a:extLst>
          </p:cNvPr>
          <p:cNvSpPr/>
          <p:nvPr/>
        </p:nvSpPr>
        <p:spPr>
          <a:xfrm>
            <a:off x="3429000" y="381000"/>
            <a:ext cx="2286000" cy="1333500"/>
          </a:xfrm>
          <a:prstGeom prst="ellipse">
            <a:avLst/>
          </a:prstGeom>
          <a:solidFill>
            <a:srgbClr val="3C78C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38100" h="381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907FFAB-335B-8903-A0F0-EEDF04996B6A}"/>
              </a:ext>
            </a:extLst>
          </p:cNvPr>
          <p:cNvSpPr/>
          <p:nvPr/>
        </p:nvSpPr>
        <p:spPr>
          <a:xfrm>
            <a:off x="6350000" y="381000"/>
            <a:ext cx="2286000" cy="1333500"/>
          </a:xfrm>
          <a:prstGeom prst="roundRect">
            <a:avLst/>
          </a:prstGeom>
          <a:solidFill>
            <a:srgbClr val="3C78C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38100" h="381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星形: 五角 4">
            <a:extLst>
              <a:ext uri="{FF2B5EF4-FFF2-40B4-BE49-F238E27FC236}">
                <a16:creationId xmlns:a16="http://schemas.microsoft.com/office/drawing/2014/main" id="{71D0FE48-33A8-F8EB-1A19-18ECCFBFB012}"/>
              </a:ext>
            </a:extLst>
          </p:cNvPr>
          <p:cNvSpPr/>
          <p:nvPr/>
        </p:nvSpPr>
        <p:spPr>
          <a:xfrm>
            <a:off x="9271000" y="381000"/>
            <a:ext cx="2286000" cy="1333500"/>
          </a:xfrm>
          <a:prstGeom prst="star5">
            <a:avLst/>
          </a:prstGeom>
          <a:solidFill>
            <a:srgbClr val="3C78C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38100" h="381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89198A-82E9-5897-358F-5A3306C9EE5B}"/>
              </a:ext>
            </a:extLst>
          </p:cNvPr>
          <p:cNvSpPr/>
          <p:nvPr/>
        </p:nvSpPr>
        <p:spPr>
          <a:xfrm>
            <a:off x="508000" y="1968500"/>
            <a:ext cx="2286000" cy="1333500"/>
          </a:xfrm>
          <a:prstGeom prst="rect">
            <a:avLst/>
          </a:prstGeom>
          <a:solidFill>
            <a:srgbClr val="DC782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14300" h="1143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1C6562A-9D55-B222-D5B0-786F394F39EB}"/>
              </a:ext>
            </a:extLst>
          </p:cNvPr>
          <p:cNvSpPr/>
          <p:nvPr/>
        </p:nvSpPr>
        <p:spPr>
          <a:xfrm>
            <a:off x="3429000" y="1968500"/>
            <a:ext cx="2286000" cy="1333500"/>
          </a:xfrm>
          <a:prstGeom prst="ellipse">
            <a:avLst/>
          </a:prstGeom>
          <a:solidFill>
            <a:srgbClr val="DC782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14300" h="1143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5D288D1-9229-DCFC-0E39-97B4F8C26859}"/>
              </a:ext>
            </a:extLst>
          </p:cNvPr>
          <p:cNvSpPr/>
          <p:nvPr/>
        </p:nvSpPr>
        <p:spPr>
          <a:xfrm>
            <a:off x="6350000" y="1968500"/>
            <a:ext cx="2286000" cy="1333500"/>
          </a:xfrm>
          <a:prstGeom prst="roundRect">
            <a:avLst/>
          </a:prstGeom>
          <a:solidFill>
            <a:srgbClr val="DC782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14300" h="1143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星形: 五角 8">
            <a:extLst>
              <a:ext uri="{FF2B5EF4-FFF2-40B4-BE49-F238E27FC236}">
                <a16:creationId xmlns:a16="http://schemas.microsoft.com/office/drawing/2014/main" id="{65384D71-F0B2-07A6-C053-C16FD3FCB00C}"/>
              </a:ext>
            </a:extLst>
          </p:cNvPr>
          <p:cNvSpPr/>
          <p:nvPr/>
        </p:nvSpPr>
        <p:spPr>
          <a:xfrm>
            <a:off x="9271000" y="1968500"/>
            <a:ext cx="2286000" cy="1333500"/>
          </a:xfrm>
          <a:prstGeom prst="star5">
            <a:avLst/>
          </a:prstGeom>
          <a:solidFill>
            <a:srgbClr val="DC782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14300" h="1143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59B22B-07EF-20DF-6165-508D150EEF6C}"/>
              </a:ext>
            </a:extLst>
          </p:cNvPr>
          <p:cNvSpPr/>
          <p:nvPr/>
        </p:nvSpPr>
        <p:spPr>
          <a:xfrm>
            <a:off x="508000" y="3556000"/>
            <a:ext cx="2286000" cy="1333500"/>
          </a:xfrm>
          <a:prstGeom prst="rect">
            <a:avLst/>
          </a:prstGeom>
          <a:solidFill>
            <a:srgbClr val="3C78C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B5AFF9E-A3D1-6782-ECF9-9055FBAD52DA}"/>
              </a:ext>
            </a:extLst>
          </p:cNvPr>
          <p:cNvSpPr/>
          <p:nvPr/>
        </p:nvSpPr>
        <p:spPr>
          <a:xfrm>
            <a:off x="3429000" y="3556000"/>
            <a:ext cx="2286000" cy="1333500"/>
          </a:xfrm>
          <a:prstGeom prst="ellipse">
            <a:avLst/>
          </a:prstGeom>
          <a:solidFill>
            <a:srgbClr val="3C78C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F8BADF2-CF5B-632A-9DC9-4A646DB2E584}"/>
              </a:ext>
            </a:extLst>
          </p:cNvPr>
          <p:cNvSpPr/>
          <p:nvPr/>
        </p:nvSpPr>
        <p:spPr>
          <a:xfrm>
            <a:off x="6350000" y="3556000"/>
            <a:ext cx="2286000" cy="1333500"/>
          </a:xfrm>
          <a:prstGeom prst="roundRect">
            <a:avLst/>
          </a:prstGeom>
          <a:solidFill>
            <a:srgbClr val="3C78C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3F59CE33-C40E-BAED-F67E-D7887FCB78D2}"/>
              </a:ext>
            </a:extLst>
          </p:cNvPr>
          <p:cNvSpPr/>
          <p:nvPr/>
        </p:nvSpPr>
        <p:spPr>
          <a:xfrm>
            <a:off x="9271000" y="3556000"/>
            <a:ext cx="2286000" cy="1333500"/>
          </a:xfrm>
          <a:prstGeom prst="star5">
            <a:avLst/>
          </a:prstGeom>
          <a:solidFill>
            <a:srgbClr val="3C78C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C90D5A-601E-CC1A-DA9B-A006D8DDA628}"/>
              </a:ext>
            </a:extLst>
          </p:cNvPr>
          <p:cNvSpPr/>
          <p:nvPr/>
        </p:nvSpPr>
        <p:spPr>
          <a:xfrm>
            <a:off x="508000" y="5143500"/>
            <a:ext cx="2286000" cy="1333500"/>
          </a:xfrm>
          <a:prstGeom prst="rect">
            <a:avLst/>
          </a:prstGeom>
          <a:solidFill>
            <a:srgbClr val="DC782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01600" h="508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CAF0C59-F81B-8587-7EE1-460BB437665B}"/>
              </a:ext>
            </a:extLst>
          </p:cNvPr>
          <p:cNvSpPr/>
          <p:nvPr/>
        </p:nvSpPr>
        <p:spPr>
          <a:xfrm>
            <a:off x="3429000" y="5143500"/>
            <a:ext cx="2286000" cy="1333500"/>
          </a:xfrm>
          <a:prstGeom prst="ellipse">
            <a:avLst/>
          </a:prstGeom>
          <a:solidFill>
            <a:srgbClr val="DC782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01600" h="508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28D09C7-63E2-8E12-413F-D65D5C07F214}"/>
              </a:ext>
            </a:extLst>
          </p:cNvPr>
          <p:cNvSpPr/>
          <p:nvPr/>
        </p:nvSpPr>
        <p:spPr>
          <a:xfrm>
            <a:off x="6350000" y="5143500"/>
            <a:ext cx="2286000" cy="1333500"/>
          </a:xfrm>
          <a:prstGeom prst="roundRect">
            <a:avLst/>
          </a:prstGeom>
          <a:solidFill>
            <a:srgbClr val="DC782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01600" h="508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星形: 五角 16">
            <a:extLst>
              <a:ext uri="{FF2B5EF4-FFF2-40B4-BE49-F238E27FC236}">
                <a16:creationId xmlns:a16="http://schemas.microsoft.com/office/drawing/2014/main" id="{43FA513F-DA9D-1C27-EA1D-07CED4C4DF7C}"/>
              </a:ext>
            </a:extLst>
          </p:cNvPr>
          <p:cNvSpPr/>
          <p:nvPr/>
        </p:nvSpPr>
        <p:spPr>
          <a:xfrm>
            <a:off x="9271000" y="5143500"/>
            <a:ext cx="2286000" cy="1333500"/>
          </a:xfrm>
          <a:prstGeom prst="star5">
            <a:avLst/>
          </a:prstGeom>
          <a:solidFill>
            <a:srgbClr val="DC7828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01600" h="50800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042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C6F7104-0620-FA63-F0FF-B75B6161F8DB}"/>
              </a:ext>
            </a:extLst>
          </p:cNvPr>
          <p:cNvSpPr/>
          <p:nvPr/>
        </p:nvSpPr>
        <p:spPr>
          <a:xfrm>
            <a:off x="508000" y="762000"/>
            <a:ext cx="3048000" cy="2286000"/>
          </a:xfrm>
          <a:prstGeom prst="rect">
            <a:avLst/>
          </a:prstGeom>
          <a:solidFill>
            <a:srgbClr val="50A05A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relaxedInset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EC84CB-D9E3-2A36-DC0F-15299797F657}"/>
              </a:ext>
            </a:extLst>
          </p:cNvPr>
          <p:cNvSpPr/>
          <p:nvPr/>
        </p:nvSpPr>
        <p:spPr>
          <a:xfrm>
            <a:off x="4318000" y="762000"/>
            <a:ext cx="3048000" cy="2286000"/>
          </a:xfrm>
          <a:prstGeom prst="rect">
            <a:avLst/>
          </a:prstGeom>
          <a:solidFill>
            <a:srgbClr val="50A05A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slop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AA6701-1543-1784-B0E5-4169BBFBAA69}"/>
              </a:ext>
            </a:extLst>
          </p:cNvPr>
          <p:cNvSpPr/>
          <p:nvPr/>
        </p:nvSpPr>
        <p:spPr>
          <a:xfrm>
            <a:off x="8128000" y="762000"/>
            <a:ext cx="3048000" cy="2286000"/>
          </a:xfrm>
          <a:prstGeom prst="rect">
            <a:avLst/>
          </a:prstGeom>
          <a:solidFill>
            <a:srgbClr val="50A05A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cross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A35E4C-C21A-86DA-671A-FB06027FB5C7}"/>
              </a:ext>
            </a:extLst>
          </p:cNvPr>
          <p:cNvSpPr/>
          <p:nvPr/>
        </p:nvSpPr>
        <p:spPr>
          <a:xfrm>
            <a:off x="508000" y="3810000"/>
            <a:ext cx="3048000" cy="2286000"/>
          </a:xfrm>
          <a:prstGeom prst="rect">
            <a:avLst/>
          </a:prstGeom>
          <a:solidFill>
            <a:srgbClr val="50A05A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5E32E4-70A1-CE91-D0C1-2F0E9FE7ECB5}"/>
              </a:ext>
            </a:extLst>
          </p:cNvPr>
          <p:cNvSpPr/>
          <p:nvPr/>
        </p:nvSpPr>
        <p:spPr>
          <a:xfrm>
            <a:off x="4318000" y="3810000"/>
            <a:ext cx="3048000" cy="2286000"/>
          </a:xfrm>
          <a:prstGeom prst="rect">
            <a:avLst/>
          </a:prstGeom>
          <a:solidFill>
            <a:srgbClr val="50A05A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softRound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F4128A-6FC7-FF3A-7767-EA67AC1AEDE9}"/>
              </a:ext>
            </a:extLst>
          </p:cNvPr>
          <p:cNvSpPr/>
          <p:nvPr/>
        </p:nvSpPr>
        <p:spPr>
          <a:xfrm>
            <a:off x="8128000" y="3810000"/>
            <a:ext cx="3048000" cy="2286000"/>
          </a:xfrm>
          <a:prstGeom prst="rect">
            <a:avLst/>
          </a:prstGeom>
          <a:solidFill>
            <a:srgbClr val="50A05A"/>
          </a:solidFill>
          <a:ln w="1905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prst="riblet"/>
          </a:sp3d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059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2026-10-13T15:22:59Z</dcterms:created>
  <dcterms:modified xsi:type="dcterms:W3CDTF">2026-10-13T15:22:59Z</dcterms:modified>
</cp:coreProperties>
</file>