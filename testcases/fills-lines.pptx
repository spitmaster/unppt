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22A72-37E4-128B-70C4-BD59ED84C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7511AC-353A-9085-12F2-6C4C784AF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9AC19-B4B7-6108-C77A-FC87703D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98A599-C455-140B-1DE8-658FEFF0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F1CB9-890B-985D-1AC0-A9CEA57B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42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FEACE-4246-3032-DABB-000C1E70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6B379B-713B-30FD-5AF1-84594A296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84CDEF-6450-6AFE-2883-A04E15D58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94F00-9FE4-280F-5D58-F4885828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F7BF67-FBBE-7E05-6BDE-DBBCCF93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51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467C68-2382-DBCA-1FE3-FC29F75E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3CE1CC-AD0F-6322-7445-FF4882EB5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EA51EE-A33D-D043-988F-8B3EA9AB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2EEE51-95F1-C3D1-675F-50AFDCDD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222E3-76D4-C2DA-69DB-BFBCA006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94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3F8D6-70C5-D7EE-7E6C-07DF38388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97A2C-FA0A-B33F-B194-29524D2B0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94DD3-8502-0958-6BF4-7687E7DDA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364F58-BBA0-CB81-CC52-562799D3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CF3786-757C-2B73-70E8-135A9FA6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7045DD-779B-72CB-D27F-EDD50D8E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674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C3CC5-7993-1A51-9D27-175A0C2FB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71195E-0506-62F6-EC06-EB3E980D3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C2662B-B9C0-0982-B016-47DAA1A26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0B2F0C-7D20-941B-B9FB-09940B360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A3AD48-DDEA-679C-591A-A0D15C891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EC2EAB-8540-1BF1-DBC8-2C890C1F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39BB63-0E37-B154-DCA7-23D4E23F2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1A25DE-8126-AC44-98D3-765A3360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46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58426-DD66-9B48-AB2E-99C85BEF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FD1FF7-89BB-519D-1BAE-1FD0BE68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DF733A-4C2C-B188-C9A9-67D1B82C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E988E8-46ED-14B0-FAE6-E2F9D634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93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7AE9BE-F13A-4CBC-E849-04159959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55CA25-2CE4-360A-6914-624B9D435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CA85DE-50DE-22D0-BD93-60A5316A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1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1EBC6-168B-8503-FE64-35756E80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C9ED7E-A62B-8D22-198F-D0ED4D5B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9FA3E2-3B5A-FAA8-5236-F2D5BFD50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67F81B-024F-F979-3FB5-5C65F155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DA28F-214B-CF76-B716-C05CEA47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F75175-D680-6950-6864-53A1BF50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6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71518-BF4A-A458-34B4-AD295B5D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3E44DB-4E4C-CE10-6D53-2BDABDA77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AD67C6-0C57-A2B4-3C45-8EB7B5945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2D8B97-7334-704E-58FB-280EEBA8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D93AE2-E207-787A-290E-E19D4509A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B7471A-D146-E91F-DFA6-477AFDF8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03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60FD4-7184-E35B-AC9D-D156DBA2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DE9E41-354B-D3D9-8D2E-42A81002E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A57141-09C0-223E-0745-172C5D6C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92DB74-CCBA-96B6-810F-F7419D37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4053C-1AEF-BA2A-B4BA-D9CAC346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94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63408C-F561-1E14-92D5-93679EAD8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2B5C52-ACBC-80C1-F21D-6924876BB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BF4C2-64DD-C81B-3949-533225CB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969A8-D924-AAF8-90C8-8D67F223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7EFB44-6D4F-E7BE-53AE-47971E0D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3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87EAF6-FFBC-38BA-1717-6C36F1E7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DDC001-1A4F-87B3-DD7E-1211DB27B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7AFB9-4B06-1414-3024-E0A82CEC1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49B0E-3F9B-4F72-A0E3-8B2401E8584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5CD393-D6EB-E713-2287-68AA3CE58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07F7E-9DD1-A2F8-31F4-37EADA30D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D030C-BDAD-47B6-80D4-1BC8405B6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81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300FE68-85D0-2059-6CE1-AE22309943EE}"/>
              </a:ext>
            </a:extLst>
          </p:cNvPr>
          <p:cNvSpPr/>
          <p:nvPr/>
        </p:nvSpPr>
        <p:spPr>
          <a:xfrm>
            <a:off x="254000" y="254000"/>
            <a:ext cx="2540000" cy="1524000"/>
          </a:xfrm>
          <a:prstGeom prst="rect">
            <a:avLst/>
          </a:prstGeom>
          <a:gradFill flip="none" rotWithShape="1">
            <a:gsLst>
              <a:gs pos="0">
                <a:srgbClr val="FF5050"/>
              </a:gs>
              <a:gs pos="100000">
                <a:srgbClr val="5050FF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A62FE2-092E-33CE-68D9-E61A6EB3663C}"/>
              </a:ext>
            </a:extLst>
          </p:cNvPr>
          <p:cNvSpPr/>
          <p:nvPr/>
        </p:nvSpPr>
        <p:spPr>
          <a:xfrm>
            <a:off x="3175000" y="254000"/>
            <a:ext cx="2540000" cy="1524000"/>
          </a:xfrm>
          <a:prstGeom prst="rect">
            <a:avLst/>
          </a:prstGeom>
          <a:gradFill flip="none" rotWithShape="1">
            <a:gsLst>
              <a:gs pos="0">
                <a:srgbClr val="FF5050"/>
              </a:gs>
              <a:gs pos="100000">
                <a:srgbClr val="5050FF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B8C38B-BB3A-B808-F348-16340EE62090}"/>
              </a:ext>
            </a:extLst>
          </p:cNvPr>
          <p:cNvSpPr/>
          <p:nvPr/>
        </p:nvSpPr>
        <p:spPr>
          <a:xfrm>
            <a:off x="6096000" y="254000"/>
            <a:ext cx="2540000" cy="1524000"/>
          </a:xfrm>
          <a:prstGeom prst="rect">
            <a:avLst/>
          </a:prstGeom>
          <a:gradFill flip="none" rotWithShape="1">
            <a:gsLst>
              <a:gs pos="0">
                <a:srgbClr val="FF5050"/>
              </a:gs>
              <a:gs pos="100000">
                <a:srgbClr val="5050FF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F7E525-2A3D-EB24-EEB2-A2F91E79F353}"/>
              </a:ext>
            </a:extLst>
          </p:cNvPr>
          <p:cNvSpPr/>
          <p:nvPr/>
        </p:nvSpPr>
        <p:spPr>
          <a:xfrm>
            <a:off x="9017000" y="254000"/>
            <a:ext cx="2540000" cy="1524000"/>
          </a:xfrm>
          <a:prstGeom prst="rect">
            <a:avLst/>
          </a:prstGeom>
          <a:gradFill flip="none" rotWithShape="1">
            <a:gsLst>
              <a:gs pos="0">
                <a:srgbClr val="FF5050"/>
              </a:gs>
              <a:gs pos="100000">
                <a:srgbClr val="5050FF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167E618-213D-3184-1AF3-CE878EF7DCB5}"/>
              </a:ext>
            </a:extLst>
          </p:cNvPr>
          <p:cNvSpPr/>
          <p:nvPr/>
        </p:nvSpPr>
        <p:spPr>
          <a:xfrm>
            <a:off x="254000" y="2159000"/>
            <a:ext cx="2540000" cy="1524000"/>
          </a:xfrm>
          <a:prstGeom prst="ellipse">
            <a:avLst/>
          </a:prstGeom>
          <a:solidFill>
            <a:srgbClr val="0096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685B877-D464-5519-8BD8-BDBDEF32930B}"/>
              </a:ext>
            </a:extLst>
          </p:cNvPr>
          <p:cNvCxnSpPr/>
          <p:nvPr/>
        </p:nvCxnSpPr>
        <p:spPr>
          <a:xfrm>
            <a:off x="3302000" y="2286000"/>
            <a:ext cx="8128000" cy="0"/>
          </a:xfrm>
          <a:prstGeom prst="line">
            <a:avLst/>
          </a:prstGeom>
          <a:ln w="38100">
            <a:solidFill>
              <a:srgbClr val="28282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7408571-04F6-13B4-C17C-E6FB5BB4EA0A}"/>
              </a:ext>
            </a:extLst>
          </p:cNvPr>
          <p:cNvCxnSpPr/>
          <p:nvPr/>
        </p:nvCxnSpPr>
        <p:spPr>
          <a:xfrm>
            <a:off x="3302000" y="2667000"/>
            <a:ext cx="8128000" cy="0"/>
          </a:xfrm>
          <a:prstGeom prst="line">
            <a:avLst/>
          </a:prstGeom>
          <a:ln w="38100">
            <a:solidFill>
              <a:srgbClr val="2828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B6DD3C0-6614-669D-74E9-5A289EF0C4DC}"/>
              </a:ext>
            </a:extLst>
          </p:cNvPr>
          <p:cNvCxnSpPr/>
          <p:nvPr/>
        </p:nvCxnSpPr>
        <p:spPr>
          <a:xfrm>
            <a:off x="3302000" y="3048000"/>
            <a:ext cx="8128000" cy="0"/>
          </a:xfrm>
          <a:prstGeom prst="line">
            <a:avLst/>
          </a:prstGeom>
          <a:ln w="38100">
            <a:solidFill>
              <a:srgbClr val="282828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B42C5C-0F1C-1E8D-9B1B-2DF8B3A9DBA1}"/>
              </a:ext>
            </a:extLst>
          </p:cNvPr>
          <p:cNvCxnSpPr/>
          <p:nvPr/>
        </p:nvCxnSpPr>
        <p:spPr>
          <a:xfrm>
            <a:off x="3302000" y="3429000"/>
            <a:ext cx="8128000" cy="0"/>
          </a:xfrm>
          <a:prstGeom prst="line">
            <a:avLst/>
          </a:prstGeom>
          <a:ln w="38100">
            <a:solidFill>
              <a:srgbClr val="282828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0E5673C-CF02-17F9-863B-87634954F83A}"/>
              </a:ext>
            </a:extLst>
          </p:cNvPr>
          <p:cNvCxnSpPr/>
          <p:nvPr/>
        </p:nvCxnSpPr>
        <p:spPr>
          <a:xfrm>
            <a:off x="3302000" y="4064000"/>
            <a:ext cx="8128000" cy="1270000"/>
          </a:xfrm>
          <a:prstGeom prst="line">
            <a:avLst/>
          </a:prstGeom>
          <a:ln w="50800">
            <a:headEnd type="diamon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254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2026-10-12T11:45:57Z</dcterms:created>
  <dcterms:modified xsi:type="dcterms:W3CDTF">2026-10-12T11:45:57Z</dcterms:modified>
</cp:coreProperties>
</file>