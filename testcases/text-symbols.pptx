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02332-537C-B260-ECA3-E738CA10C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6838BF-A355-90F4-D03F-B18546F85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7A0A2-B8EB-21E5-0081-1B04EA00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3598C-0C24-1047-B7B7-191711DC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B644E-3449-2FBA-D263-0DCCEC0C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27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FA18C-E360-A1FD-5946-69D45A9A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57D4A-3899-1CF2-8650-16F859DC4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D0FFD-04B7-9E7C-9E2B-DD13D461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6A4B85-3ADA-AA76-6191-C1D6E365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03670-C89A-0BD7-BF4C-261EF22A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7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4CB37-54ED-8463-8A1C-2E8E2F86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C03122-2CD3-15B5-4BEC-C57751A61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566CF-E9B3-5D6A-4882-EB1E28EE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F6497-8EC5-6B07-BD33-8344B879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6292A8-39C7-985F-1944-F7EFC9F1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7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F7E50-BB25-2D34-AC9C-B7A0CC4E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994B3-4A09-6BBD-7B2B-8C30396A1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2A414C-961A-A978-056F-651F4860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FE4FDE-4887-B735-7592-E8F40FEC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B8BDD7-EA34-9423-9B15-F5179B09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6F7BA8-646C-9E2C-C008-508393A7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08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2B95E-AEB2-7E19-D5A2-8C62904CE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5FB776-CE18-299E-711D-ABC6EDF4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94187F-32FE-BEC4-C7D0-E3FBF97D9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2D7041-D3AB-3A35-19DE-B70DD9230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E39AFA-52C1-8F72-9050-E356A9ABE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259294-9299-866C-A379-C642917C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837BFE-DF18-3220-F599-6512FF43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9A5CCA-7061-8F26-AD1B-2BAF3F76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6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64294-B312-ADCC-7638-A27A94E4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5167CC-C060-13D8-478F-A105DA40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A822DE-3495-5609-A660-F2232AD8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ACCF81-8C1E-67D6-797B-DDA96367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82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231063-70D4-B1C5-8D63-B0069D53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69B3E-B837-EBD2-2D1B-90BE2E3C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1BF65C-AA4D-62AB-DD36-1C08E01E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80E92-9977-4429-4755-FE775AF1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AA781-58CE-20F6-ACF1-DC59FFB5A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4B8357-6E7A-2234-4E0A-09F4A9280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6D1FF7-CE01-1E31-A0C6-47B6C67D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2F0B0B-D729-17A7-10F8-4BF3E36D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96F41D-0B09-5B36-0121-18C8C050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20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FF05E-5FE2-6015-8145-C76BA658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E9B09C-92E9-F715-8EB2-20C1D6B4D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C5B6DA-120F-1F6A-FDE3-06C50726D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D4001C-0E5E-4F7F-4828-B7C80F320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092598-1C2C-EFDB-1D21-8E4CA992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3ED59A-1B9A-43CC-8043-2872AC01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05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1406A-B709-EA29-8E24-44375E51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2BD30B-6123-B67D-1CCA-4C24E643D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D2C4A-3F5E-E2CC-4BA1-85D8F9FF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E35C0A-2B60-D9E0-6AF6-54C1EFA3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3BB04-15D8-585E-2E9E-83E031DC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02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C25E40-4103-2B39-65AD-70C2B059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213115-1372-BB40-94AE-72A2E4C5E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36B20-69A3-E1FD-82FE-D269401A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99775-DC58-FE6A-6AF5-578F67DA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97D04-4FB3-A26C-8764-D8B21214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44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740EBE-4B13-5CB1-0C6B-83F53CF9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37D849-49DD-6662-BE96-024CEB30E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3EDE5C-FCD8-CB87-2429-A7E1D8093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B2F67-6A75-4854-AF62-7F2A6DF6AAA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28F17-468F-C180-DB53-AF105F983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E38857-4CF4-BE91-B635-CAB5A4E06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47864-AB1A-461F-B2C1-3D35B86AB7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25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755406-A7C8-6A79-5432-F5EF72B76CC4}"/>
              </a:ext>
            </a:extLst>
          </p:cNvPr>
          <p:cNvSpPr txBox="1"/>
          <p:nvPr/>
        </p:nvSpPr>
        <p:spPr>
          <a:xfrm>
            <a:off x="508000" y="508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/>
              <a:t>Wingdings</a:t>
            </a:r>
            <a:r>
              <a:rPr lang="zh-CN" altLang="en-US" sz="2800"/>
              <a:t>：</a:t>
            </a:r>
            <a:r>
              <a:rPr lang="zh-CN" altLang="en-US" sz="2800">
                <a:sym typeface="Wingdings" panose="05000000000000000000" pitchFamily="2" charset="2"/>
              </a:rPr>
              <a:t></a:t>
            </a:r>
            <a:endParaRPr lang="zh-CN" altLang="en-US" sz="28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FFF310-D5F5-D6E3-C412-E9175AC16565}"/>
              </a:ext>
            </a:extLst>
          </p:cNvPr>
          <p:cNvSpPr txBox="1"/>
          <p:nvPr/>
        </p:nvSpPr>
        <p:spPr>
          <a:xfrm>
            <a:off x="508000" y="1397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/>
              <a:t>Webdings</a:t>
            </a:r>
            <a:r>
              <a:rPr lang="zh-CN" altLang="en-US" sz="2800"/>
              <a:t>：</a:t>
            </a:r>
            <a:r>
              <a:rPr lang="zh-CN" altLang="en-US" sz="2800">
                <a:sym typeface="Webdings" panose="05030102010509060703" pitchFamily="18" charset="2"/>
              </a:rPr>
              <a:t></a:t>
            </a:r>
            <a:endParaRPr lang="zh-CN" altLang="en-US" sz="2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AA493E-8977-54FF-6E01-E727FC0977ED}"/>
              </a:ext>
            </a:extLst>
          </p:cNvPr>
          <p:cNvSpPr txBox="1"/>
          <p:nvPr/>
        </p:nvSpPr>
        <p:spPr>
          <a:xfrm>
            <a:off x="508000" y="2286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/>
              <a:t>Symbol</a:t>
            </a:r>
            <a:r>
              <a:rPr lang="zh-CN" altLang="en-US" sz="2800"/>
              <a:t>：</a:t>
            </a:r>
            <a:r>
              <a:rPr lang="zh-CN" altLang="en-US" sz="2800">
                <a:sym typeface="Symbol" panose="05050102010706020507" pitchFamily="18" charset="2"/>
              </a:rPr>
              <a:t></a:t>
            </a:r>
            <a:endParaRPr lang="zh-CN" altLang="en-US" sz="28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D0333A-9C24-C1D8-822E-9420CE92C7EB}"/>
              </a:ext>
            </a:extLst>
          </p:cNvPr>
          <p:cNvSpPr txBox="1"/>
          <p:nvPr/>
        </p:nvSpPr>
        <p:spPr>
          <a:xfrm>
            <a:off x="508000" y="3302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>
                <a:latin typeface="Wingdings" panose="05000000000000000000" pitchFamily="2" charset="2"/>
              </a:rPr>
              <a:t>abcdJKL</a:t>
            </a:r>
            <a:endParaRPr lang="zh-CN" altLang="en-US" sz="2800">
              <a:latin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35837F-F402-7E94-FE7C-488D9A8DC23C}"/>
              </a:ext>
            </a:extLst>
          </p:cNvPr>
          <p:cNvSpPr txBox="1"/>
          <p:nvPr/>
        </p:nvSpPr>
        <p:spPr>
          <a:xfrm>
            <a:off x="508000" y="4318000"/>
            <a:ext cx="762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/>
              <a:t>第一项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/>
              <a:t>第二项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/>
              <a:t>第三项</a:t>
            </a:r>
          </a:p>
        </p:txBody>
      </p:sp>
    </p:spTree>
    <p:extLst>
      <p:ext uri="{BB962C8B-B14F-4D97-AF65-F5344CB8AC3E}">
        <p14:creationId xmlns:p14="http://schemas.microsoft.com/office/powerpoint/2010/main" val="376019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Symbol</vt:lpstr>
      <vt:lpstr>Webdings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2026-10-14T07:18:44Z</dcterms:created>
  <dcterms:modified xsi:type="dcterms:W3CDTF">2026-10-14T07:18:44Z</dcterms:modified>
</cp:coreProperties>
</file>