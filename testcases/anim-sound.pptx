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0DF35B-BDA9-C47A-7A01-7197F55A3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0DB5E9F-4B9F-7D99-1538-A17A844425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C9E4358-5577-FE1F-AC76-E4D3AFAEC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FFEE-0FA2-40BE-A12B-7FBA6B759A0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38CEDB-9CE6-B687-2F91-548036A6A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9EDEE9-66FC-D86B-6A58-86551DE61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03B8B-6F95-48FF-8F9F-3B02062B8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576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2996EB-F360-F5F4-7968-A844BABAC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53F47E-D353-7AC5-4AC8-86BDFD23F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B6155B-BD3F-5317-7F1B-DD984DE70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FFEE-0FA2-40BE-A12B-7FBA6B759A0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9233A1E-51B2-FB09-B8F1-764D4A44B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1D66AA-F2C4-6D7D-A768-3EF95543B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03B8B-6F95-48FF-8F9F-3B02062B8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4445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CAA0C9-AB2E-796C-DAB6-079F48AEB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6FEF503-5EBE-218E-ED96-233B47DBAE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36E9A0-5857-807C-5F3F-9B41E4784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FFEE-0FA2-40BE-A12B-7FBA6B759A0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0CB4C7-19F8-0F2D-DEC5-CF09AF05E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7862B1-863D-82BC-4827-945C4CF6B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03B8B-6F95-48FF-8F9F-3B02062B8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7937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C8CB93-2E0D-405B-3745-DCCBD411B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0BADBDB-B34F-66DD-6499-9DE6469105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D272309-772B-08CA-15A7-26ABA856E1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8A29A04-E200-A087-8C6B-38B8AF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FFEE-0FA2-40BE-A12B-7FBA6B759A0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91273E-BC2D-7AD0-7719-FF4BF2A82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118334-735B-1EF2-1C54-A222EB561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03B8B-6F95-48FF-8F9F-3B02062B8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64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5BB3E0-842D-3A24-4337-587611E99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FDB520-76A4-B669-FB0D-ED6B0E650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7380CDD-9299-985F-EFCD-A93BF9C24E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C912C42-B31C-62C8-A43E-9840EAD7AB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A7A831A-60AF-A77B-A10A-2903B4ECD3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E1B094-EAED-3A3B-B0A9-58F873B72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FFEE-0FA2-40BE-A12B-7FBA6B759A0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E740191-7A70-854E-E0B7-14DB1DD08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12630E8-4575-7034-E3FB-2D583D2C2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03B8B-6F95-48FF-8F9F-3B02062B8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7812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AC984E-358D-7DAF-8B7C-17BCE0757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C8EA870-DB04-4040-706C-1C18E6B0B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FFEE-0FA2-40BE-A12B-7FBA6B759A0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84827B4-B3F1-6F9E-7672-E51D0B967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2810643-1BCC-7E00-3C04-A70770D32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03B8B-6F95-48FF-8F9F-3B02062B8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094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8035D4A-C3A0-0887-CD73-6EC4DDA2A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FFEE-0FA2-40BE-A12B-7FBA6B759A0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B1FD4E7-E37F-4494-EC81-6FBBF5045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110A2C7-ECFF-FBAD-D820-450CD6E3E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03B8B-6F95-48FF-8F9F-3B02062B8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1247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B34A3D-68CA-C9D2-ED07-8FED1653B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AEA6414-3929-BA8A-4DEF-A5E6AFF1E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D3743B5-1B04-ABE4-BD28-3F62245DCB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104D3C-6B72-4C58-E8BB-9F22A4E47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FFEE-0FA2-40BE-A12B-7FBA6B759A0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3EA8C96-04D9-7374-4E24-DE11AD7F2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3661CA-3AD7-3AF3-7F26-C0CF579C3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03B8B-6F95-48FF-8F9F-3B02062B8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638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6EA7E9-75AD-F19D-58ED-0C7EDB1F9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391F849-6FE8-1477-6936-0828345B03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CBAF77-4F3A-18FD-C458-08177D060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B6AB07C-EB89-54C6-9F9F-8AA0A2FB9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FFEE-0FA2-40BE-A12B-7FBA6B759A0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0D01D7-2A69-2F13-DA6D-1CC43F409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6C08595-F439-70F0-3563-0296F80F3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03B8B-6F95-48FF-8F9F-3B02062B8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6689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2C9082-8E31-34A2-9B1D-D97A85B38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C9CC0B-A3BE-9058-3860-949862240A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CB4285-ECEE-3B3B-3FFB-783D7A841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FFEE-0FA2-40BE-A12B-7FBA6B759A0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67BF8F-B1E9-9D29-35A5-779F9702D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8D316F-2C1E-3229-D060-B4DE597DA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03B8B-6F95-48FF-8F9F-3B02062B8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9412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CA6092B-F0FE-67C8-F040-7D03A7ABBB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1EC2E11-E35F-58B1-2749-38B07D2D59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AACCEF-ECD9-12CC-BC83-C58674C51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30FFEE-0FA2-40BE-A12B-7FBA6B759A0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D483E1-D696-1189-5077-CD1D5A66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90BC09-FEA8-457B-18FF-955891E38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03B8B-6F95-48FF-8F9F-3B02062B8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8226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AB99EE0-456B-5862-B8FE-91819BB1A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E4DFA8A-F3B8-2C06-4178-90010C6BC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670639-79E4-941B-2D6F-3AEC8077BB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30FFEE-0FA2-40BE-A12B-7FBA6B759A00}" type="datetimeFigureOut">
              <a:rPr lang="zh-CN" altLang="en-US" smtClean="0"/>
              <a:t>2026/10/13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B897C1-3E57-D89A-B225-72F0F9CC5E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117ED6-8C0C-1A9B-298E-1B7449CDA6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C03B8B-6F95-48FF-8F9F-3B02062B82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27619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8C5C709-A4AB-E29B-5049-E9CBA3666201}"/>
              </a:ext>
            </a:extLst>
          </p:cNvPr>
          <p:cNvSpPr/>
          <p:nvPr/>
        </p:nvSpPr>
        <p:spPr>
          <a:xfrm>
            <a:off x="3810000" y="2286000"/>
            <a:ext cx="4572000" cy="2286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6372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unppt-beep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椭圆 1">
            <a:extLst>
              <a:ext uri="{FF2B5EF4-FFF2-40B4-BE49-F238E27FC236}">
                <a16:creationId xmlns:a16="http://schemas.microsoft.com/office/drawing/2014/main" id="{70361F1C-A2E6-6CD8-A5E8-D9D732F608B8}"/>
              </a:ext>
            </a:extLst>
          </p:cNvPr>
          <p:cNvSpPr/>
          <p:nvPr/>
        </p:nvSpPr>
        <p:spPr>
          <a:xfrm>
            <a:off x="4826000" y="2159000"/>
            <a:ext cx="2540000" cy="254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83985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  <p:sndAc>
          <p:stSnd loop="1">
            <p:snd r:embed="rId2" name="unppt-beep.wav"/>
          </p:stSnd>
        </p:sndAc>
      </p:transition>
    </mc:Choice>
    <mc:Fallback>
      <p:transition spd="slow">
        <p:fade/>
        <p:sndAc>
          <p:stSnd loop="1">
            <p:snd r:embed="rId2" name="unppt-beep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1D94EDC9-470E-B953-3467-469F6C284DA7}"/>
              </a:ext>
            </a:extLst>
          </p:cNvPr>
          <p:cNvSpPr/>
          <p:nvPr/>
        </p:nvSpPr>
        <p:spPr>
          <a:xfrm>
            <a:off x="4826000" y="2159000"/>
            <a:ext cx="2540000" cy="2540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3431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:fade/>
        <p:sndAc>
          <p:endSnd/>
        </p:sndAc>
      </p:transition>
    </mc:Choice>
    <mc:Fallback>
      <p:transition spd="slow">
        <p:fade/>
        <p:sndAc>
          <p:endSnd/>
        </p:sndAc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2026-10-13T11:24:05Z</dcterms:created>
  <dcterms:modified xsi:type="dcterms:W3CDTF">2026-10-13T11:24:05Z</dcterms:modified>
</cp:coreProperties>
</file>