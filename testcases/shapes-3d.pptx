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AB38DE-7DA9-0EC9-1F56-B4535E6F29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A4D5AD1-8164-6A06-A0D8-B8D6168885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373DEE5-5E1E-43FC-7297-3FE1B4C55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757A7C-17FE-42DB-BA1E-6E3DF2AE92B7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C0D421C-8893-F662-C1E6-C8F35D62F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DD57AD3-952A-4EDC-1F6E-AD0F80C77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5F71A-2D9B-4CF0-ABE3-ED1EFFEA28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1649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85E6DB-54CE-F514-EEC7-9B83C1E81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94EE1D-12E4-660C-A442-F4F0021206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F795B98-776F-071F-62A8-AF7496CC3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757A7C-17FE-42DB-BA1E-6E3DF2AE92B7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A68E60B-58B7-E74D-AC82-2D1DE0D74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718F9D2-B3BD-5691-5BB2-33FF2EF46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5F71A-2D9B-4CF0-ABE3-ED1EFFEA28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2281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AD40DE-3D94-AE67-1C4A-D5076F79B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E02DB17-D592-BE68-1481-9765DC41A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0401278-AE47-FC47-7BF0-AC67769AC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757A7C-17FE-42DB-BA1E-6E3DF2AE92B7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5585C65-F7B0-F6D3-9C60-86926525D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DF8D0E0-0393-3C95-1510-187D07FA0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5F71A-2D9B-4CF0-ABE3-ED1EFFEA28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3842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F397F5-4E62-DEE3-5428-AA47745E1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A6B96BA-349F-8AE7-0007-2AB3D7F2BA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D7C4911-8E67-869B-6808-CF49759E00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D1459FD-6A23-F172-3803-93DEC2DFE7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757A7C-17FE-42DB-BA1E-6E3DF2AE92B7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F32FA0B-9BCE-F6AD-8F07-82AC28F48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2A77E2B-C760-8694-0CD7-249B4C619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5F71A-2D9B-4CF0-ABE3-ED1EFFEA28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25397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5E219B-27B1-EE22-76D2-5C812E072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E730C70-951B-E453-5FE8-141F80BE71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076BE7E-4006-411D-5C0B-A8EAEF4898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347C22C-C04C-67C9-EBFA-1ACE4E2A9A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640F1F8-A089-B993-4A34-E82B0BC073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6284703-6504-8309-EEA6-132C29B3D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757A7C-17FE-42DB-BA1E-6E3DF2AE92B7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4EB9171-9DF8-83E9-0BA8-02F7894E2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E3B3321-AC29-2E2D-AA1D-8F122843C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5F71A-2D9B-4CF0-ABE3-ED1EFFEA28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138224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F1E0A51-1AE3-A880-FD98-EC24C1415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B0E6BA6-0CE9-C1AC-3952-4E1C5101B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757A7C-17FE-42DB-BA1E-6E3DF2AE92B7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E03A20F-2733-693F-AA2B-8BC4360D2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71B7795-55AC-AC76-3EA4-655FD3808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5F71A-2D9B-4CF0-ABE3-ED1EFFEA28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95142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39ED6E6-B6B9-35CF-B89F-0E283FC76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757A7C-17FE-42DB-BA1E-6E3DF2AE92B7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699E03D-DD05-8C78-683F-5144C1B65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D7A24C9-BA67-0C68-2782-AE1E4EFD6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5F71A-2D9B-4CF0-ABE3-ED1EFFEA28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9540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A0B277-14C5-A3B7-3686-807638890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0889B6-1C1C-948F-DA8A-402F7E139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5ABC8FD-E1F4-B1B7-FDC2-702B37F11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F403B9D-BE41-D1D4-081C-C64DB65C2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757A7C-17FE-42DB-BA1E-6E3DF2AE92B7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6B828AA-20BA-5AE1-7FB4-67841D7AC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66992D7-9457-D276-F10C-A574C59D5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5F71A-2D9B-4CF0-ABE3-ED1EFFEA28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1705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35DFD4-5A20-BADA-07E1-8F891745C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448C4AA-97B4-26C1-ED21-887B9D9EB2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DB7AE7-94B9-87A0-3DD9-153E168DA2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DAB7BC0-91D7-115C-9FC1-BFBBD278A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757A7C-17FE-42DB-BA1E-6E3DF2AE92B7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AFF454B-4597-176E-4245-5FDB2CBF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13B8338-5754-81BC-AC9D-3DD3982A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5F71A-2D9B-4CF0-ABE3-ED1EFFEA28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5198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1E8C7B-C918-9B38-2967-C7E5F0385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67BEEDB-E921-561E-0E33-233CE46F27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884B455-E6EA-87F1-C2F1-C0D9FC2E9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757A7C-17FE-42DB-BA1E-6E3DF2AE92B7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90F489-98F9-412F-F53C-A732FA3BA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889B137-C921-DF0C-338B-43F397565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5F71A-2D9B-4CF0-ABE3-ED1EFFEA28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8467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4A492D1-ED81-E8D8-080B-F231397AB2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7DC75A-6D1E-4F74-B88A-CACBBC7AB3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6EA65FF-45A9-0B0C-70C8-03E79C856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757A7C-17FE-42DB-BA1E-6E3DF2AE92B7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266A4D1-CD85-6DFF-2E0D-5B36400D8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6E99F90-9AC1-6C72-3E82-46F5D817E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5F71A-2D9B-4CF0-ABE3-ED1EFFEA28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2731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FD42856-A4C6-AAA0-A6D2-B4A01F873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929ADA4-6E67-C8E7-CFCE-B5EDA4484D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841BE4-FE29-76E5-CD16-38425CDA21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757A7C-17FE-42DB-BA1E-6E3DF2AE92B7}" type="datetimeFigureOut">
              <a:rPr lang="zh-CN" altLang="en-US" smtClean="0"/>
              <a:t>2026/10/13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F89542B-0A01-FCF2-A212-BD43890D86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F952404-5D45-7AAE-28AD-64F0F584E4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95F71A-2D9B-4CF0-ABE3-ED1EFFEA28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7216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793E30D-6396-4FA8-1E90-FECC9677E8DE}"/>
              </a:ext>
            </a:extLst>
          </p:cNvPr>
          <p:cNvSpPr/>
          <p:nvPr/>
        </p:nvSpPr>
        <p:spPr>
          <a:xfrm>
            <a:off x="381000" y="508000"/>
            <a:ext cx="2032000" cy="2540000"/>
          </a:xfrm>
          <a:prstGeom prst="rect">
            <a:avLst/>
          </a:prstGeom>
          <a:solidFill>
            <a:srgbClr val="C00000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BE90EA0-1EE8-344F-A7ED-F997CC90F419}"/>
              </a:ext>
            </a:extLst>
          </p:cNvPr>
          <p:cNvSpPr/>
          <p:nvPr/>
        </p:nvSpPr>
        <p:spPr>
          <a:xfrm>
            <a:off x="2730500" y="508000"/>
            <a:ext cx="2032000" cy="2540000"/>
          </a:xfrm>
          <a:prstGeom prst="rect">
            <a:avLst/>
          </a:prstGeom>
          <a:solidFill>
            <a:srgbClr val="00B050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15B61F-FD1D-5D42-00FD-CDB4ACFB4C56}"/>
              </a:ext>
            </a:extLst>
          </p:cNvPr>
          <p:cNvSpPr/>
          <p:nvPr/>
        </p:nvSpPr>
        <p:spPr>
          <a:xfrm>
            <a:off x="5080000" y="508000"/>
            <a:ext cx="2032000" cy="2540000"/>
          </a:xfrm>
          <a:prstGeom prst="rect">
            <a:avLst/>
          </a:prstGeom>
          <a:solidFill>
            <a:srgbClr val="0070C0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FE6FC8F-7BE1-CA17-075B-BAB2E5FD835F}"/>
              </a:ext>
            </a:extLst>
          </p:cNvPr>
          <p:cNvSpPr/>
          <p:nvPr/>
        </p:nvSpPr>
        <p:spPr>
          <a:xfrm>
            <a:off x="7429500" y="508000"/>
            <a:ext cx="2032000" cy="2540000"/>
          </a:xfrm>
          <a:prstGeom prst="rect">
            <a:avLst/>
          </a:prstGeom>
          <a:solidFill>
            <a:srgbClr val="808080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BD2103C-AA12-96F7-D59B-483A9AEF6CD0}"/>
              </a:ext>
            </a:extLst>
          </p:cNvPr>
          <p:cNvSpPr/>
          <p:nvPr/>
        </p:nvSpPr>
        <p:spPr>
          <a:xfrm>
            <a:off x="9779000" y="508000"/>
            <a:ext cx="2032000" cy="2540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E31E02E-46E8-2281-CE45-EB36AE04F90B}"/>
              </a:ext>
            </a:extLst>
          </p:cNvPr>
          <p:cNvSpPr/>
          <p:nvPr/>
        </p:nvSpPr>
        <p:spPr>
          <a:xfrm>
            <a:off x="381000" y="3556000"/>
            <a:ext cx="2032000" cy="2540000"/>
          </a:xfrm>
          <a:prstGeom prst="rect">
            <a:avLst/>
          </a:prstGeom>
          <a:solidFill>
            <a:srgbClr val="000000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B1456D3-A858-77D0-2A3E-504A72BBBB48}"/>
              </a:ext>
            </a:extLst>
          </p:cNvPr>
          <p:cNvSpPr/>
          <p:nvPr/>
        </p:nvSpPr>
        <p:spPr>
          <a:xfrm>
            <a:off x="2730500" y="3556000"/>
            <a:ext cx="2032000" cy="2540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635BA1C-6A4A-0D58-6D35-AA2A49E91692}"/>
              </a:ext>
            </a:extLst>
          </p:cNvPr>
          <p:cNvSpPr/>
          <p:nvPr/>
        </p:nvSpPr>
        <p:spPr>
          <a:xfrm>
            <a:off x="5080000" y="3556000"/>
            <a:ext cx="2032000" cy="2540000"/>
          </a:xfrm>
          <a:prstGeom prst="rect">
            <a:avLst/>
          </a:prstGeom>
          <a:solidFill>
            <a:srgbClr val="FFC000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6DC9B33-E06D-B22C-7012-56C17DB531AE}"/>
              </a:ext>
            </a:extLst>
          </p:cNvPr>
          <p:cNvSpPr/>
          <p:nvPr/>
        </p:nvSpPr>
        <p:spPr>
          <a:xfrm>
            <a:off x="7429500" y="3556000"/>
            <a:ext cx="2032000" cy="2540000"/>
          </a:xfrm>
          <a:prstGeom prst="rect">
            <a:avLst/>
          </a:prstGeom>
          <a:solidFill>
            <a:srgbClr val="C8C8FF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FB280D9-ACED-F465-1E3D-437AB7BF96E6}"/>
              </a:ext>
            </a:extLst>
          </p:cNvPr>
          <p:cNvSpPr/>
          <p:nvPr/>
        </p:nvSpPr>
        <p:spPr>
          <a:xfrm>
            <a:off x="9779000" y="3556000"/>
            <a:ext cx="2032000" cy="2540000"/>
          </a:xfrm>
          <a:prstGeom prst="rect">
            <a:avLst/>
          </a:prstGeom>
          <a:solidFill>
            <a:srgbClr val="3C3C3C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82228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自定义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yijin zhou</dc:creator>
  <cp:lastModifiedBy>yijin zhou</cp:lastModifiedBy>
  <cp:revision>1</cp:revision>
  <dcterms:created xsi:type="dcterms:W3CDTF">2026-10-13T08:35:43Z</dcterms:created>
  <dcterms:modified xsi:type="dcterms:W3CDTF">2026-10-13T08:35:43Z</dcterms:modified>
</cp:coreProperties>
</file>