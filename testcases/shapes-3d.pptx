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DF59A-F698-49CB-3010-07835CF34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C0FCB7-34BC-92D8-7CF1-F0676AF66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15BDD-8ECC-9FD8-D198-9CF56726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2D6A9-549B-2C26-7C6D-1342C606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49ACF3-4533-5C96-06DB-C3479D11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99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D07F-C098-D34A-E1C3-834B35FF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6723BA-B412-8600-7D37-DEFDA8C97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92D43-3A27-F187-3AEF-AB3BAD58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B50004-EADD-559C-5518-DEB0108B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30D929-F0E9-AEC3-5887-B00DB8BD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12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7EEFE-DADC-7450-6535-38D6C76A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AED748-B69A-DB89-348E-FD7CC9E1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C16EE-42F5-7147-9FAD-8E6CBA15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5AF635-7F85-350E-5EC9-4D832373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BB212C-0378-49EE-D7A2-E197A672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46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31C64-B639-A879-280A-8A47D0F4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77365-5950-80D2-5C96-6879FE2B3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119938-3DC5-CAAC-6170-A5D685117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EA281D-34F8-172D-7D38-602416B5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3AC43-442C-93F4-367B-41C9DD20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7D9F9E-B300-F35E-4281-AB843D65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4190E-465D-17EC-33FB-0F6F1DDE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2060C-C2A6-7346-61B5-3CBAF3798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A0E2C7-698D-4E25-1E28-F2B2B1845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F965FC-483F-BF61-F891-869D78ECA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E05900-C09E-7E40-244E-E5D704FF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DE929A-DDE9-BEBC-B255-B652CE5C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6EF44E-12A7-A0DE-B2CA-F5527CD9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3DED84-32ED-7146-5618-AC9E26C9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87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1D12C-31FD-A85B-2FA6-CB60E075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213DB0-DF5E-9D72-6A26-E9125D5A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5F6C05-5165-F953-990D-6C4C151D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E71F0F-D13C-DF39-C566-CE43F440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58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3B6C04-F001-E834-DF5F-94777C56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FAF0C0-6C54-2CFB-52AB-3292FC58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5F0A53-8833-316C-D197-E5431CE4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14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000EC-5FDC-F96D-10D9-19D580024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F32561-1443-C45B-675E-4ECFB206F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DC092-CDFD-76D7-87DA-E56598446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A67E1B-EF16-713D-A52E-82704087A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83C547-679C-B5A3-48A9-ED53377B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9C9A6A-B7A2-6427-EE3D-7FAF3C0F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99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64A3E-D86E-F352-A579-E3A86029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360216-C51F-73A4-573D-5138924A2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0ECA6F-150B-4735-5E62-6ECC45528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F1F721-C849-B56F-C3C0-321E7AB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E0629E-E776-83B9-6B34-E9A44DBF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B722C3-EF41-26DE-0372-97F896B8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80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C75A8-18BA-83D1-4E92-14C1A5AB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D48CDA-491A-79FD-2F8C-2C71DD3AA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7935C-8F16-AEE5-A948-447BBFD0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6B8228-4088-3306-ED69-F19810D6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0153EC-309D-8AE8-6705-29CFB09F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24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E060AB-D519-C3F3-76EE-D9DAD85BF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8F591B-E8F4-AB99-3F3D-BEA72B4C5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5F34B7-C0E4-2427-DB21-348ABC3D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531525-3AE5-B8A1-E5D6-388884C8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5BE75-DA30-265C-9A4B-31A306BD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1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7DFED4-8733-52B3-48C5-17EAAA03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F90862-3385-B223-D63F-5D6C54FB7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741655-26B3-51D1-327A-7716F40A0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4E586-D7B1-4A7F-949B-0F458C3FAFD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6286B-F3E3-CD01-37AD-66B003703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6EEFD-A620-993F-A7E4-F2503D55F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29C07-568E-49A1-AC9F-C65705029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26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CB6E22-8FA3-7982-EBE6-631B4E063A05}"/>
              </a:ext>
            </a:extLst>
          </p:cNvPr>
          <p:cNvSpPr/>
          <p:nvPr/>
        </p:nvSpPr>
        <p:spPr>
          <a:xfrm>
            <a:off x="381000" y="508000"/>
            <a:ext cx="2032000" cy="25400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2C6DCD-51E6-D87D-9290-703AFC58716D}"/>
              </a:ext>
            </a:extLst>
          </p:cNvPr>
          <p:cNvSpPr/>
          <p:nvPr/>
        </p:nvSpPr>
        <p:spPr>
          <a:xfrm>
            <a:off x="2730500" y="508000"/>
            <a:ext cx="2032000" cy="2540000"/>
          </a:xfrm>
          <a:prstGeom prst="rect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537E67-E327-BC77-9E29-F8FA5EDEC86C}"/>
              </a:ext>
            </a:extLst>
          </p:cNvPr>
          <p:cNvSpPr/>
          <p:nvPr/>
        </p:nvSpPr>
        <p:spPr>
          <a:xfrm>
            <a:off x="5080000" y="508000"/>
            <a:ext cx="2032000" cy="2540000"/>
          </a:xfrm>
          <a:prstGeom prst="rect">
            <a:avLst/>
          </a:prstGeom>
          <a:solidFill>
            <a:srgbClr val="0070C0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7A8920-AE5E-3A27-F628-963B07AAC608}"/>
              </a:ext>
            </a:extLst>
          </p:cNvPr>
          <p:cNvSpPr/>
          <p:nvPr/>
        </p:nvSpPr>
        <p:spPr>
          <a:xfrm>
            <a:off x="7429500" y="508000"/>
            <a:ext cx="2032000" cy="2540000"/>
          </a:xfrm>
          <a:prstGeom prst="rect">
            <a:avLst/>
          </a:prstGeom>
          <a:solidFill>
            <a:srgbClr val="808080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230211-B982-A9F4-DED4-52B231355CD3}"/>
              </a:ext>
            </a:extLst>
          </p:cNvPr>
          <p:cNvSpPr/>
          <p:nvPr/>
        </p:nvSpPr>
        <p:spPr>
          <a:xfrm>
            <a:off x="9779000" y="508000"/>
            <a:ext cx="2032000" cy="254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896786-EBD9-5D5A-4130-44F9C5545785}"/>
              </a:ext>
            </a:extLst>
          </p:cNvPr>
          <p:cNvSpPr/>
          <p:nvPr/>
        </p:nvSpPr>
        <p:spPr>
          <a:xfrm>
            <a:off x="381000" y="3556000"/>
            <a:ext cx="2032000" cy="2540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D3147E-A0AD-E33F-D738-8BDAA3FEBCAF}"/>
              </a:ext>
            </a:extLst>
          </p:cNvPr>
          <p:cNvSpPr/>
          <p:nvPr/>
        </p:nvSpPr>
        <p:spPr>
          <a:xfrm>
            <a:off x="2730500" y="3556000"/>
            <a:ext cx="2032000" cy="2540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F0218C-4D49-86F5-E9D1-1405A1E8CE04}"/>
              </a:ext>
            </a:extLst>
          </p:cNvPr>
          <p:cNvSpPr/>
          <p:nvPr/>
        </p:nvSpPr>
        <p:spPr>
          <a:xfrm>
            <a:off x="5080000" y="3556000"/>
            <a:ext cx="2032000" cy="2540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FA050F-0893-254D-21A7-F8ACD563FCA1}"/>
              </a:ext>
            </a:extLst>
          </p:cNvPr>
          <p:cNvSpPr/>
          <p:nvPr/>
        </p:nvSpPr>
        <p:spPr>
          <a:xfrm>
            <a:off x="7429500" y="3556000"/>
            <a:ext cx="2032000" cy="2540000"/>
          </a:xfrm>
          <a:prstGeom prst="rect">
            <a:avLst/>
          </a:prstGeom>
          <a:solidFill>
            <a:srgbClr val="C8C8FF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DA446C-830E-4C69-9F0F-D3EF51F0D2C2}"/>
              </a:ext>
            </a:extLst>
          </p:cNvPr>
          <p:cNvSpPr/>
          <p:nvPr/>
        </p:nvSpPr>
        <p:spPr>
          <a:xfrm>
            <a:off x="9779000" y="3556000"/>
            <a:ext cx="2032000" cy="25400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00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D92644-B798-0BE9-521A-30C880253EDC}"/>
              </a:ext>
            </a:extLst>
          </p:cNvPr>
          <p:cNvSpPr txBox="1"/>
          <p:nvPr/>
        </p:nvSpPr>
        <p:spPr>
          <a:xfrm>
            <a:off x="508000" y="381000"/>
            <a:ext cx="11176000" cy="1200329"/>
          </a:xfrm>
          <a:prstGeom prst="rect">
            <a:avLst/>
          </a:prstGeom>
          <a:noFill/>
        </p:spPr>
        <p:txBody>
          <a:bodyPr vert="horz" rtlCol="0">
            <a:spAutoFit/>
            <a:scene3d>
              <a:camera prst="orthographicFront"/>
              <a:lightRig rig="threePt" dir="t"/>
            </a:scene3d>
            <a:sp3d>
              <a:bevelT/>
            </a:sp3d>
          </a:bodyPr>
          <a:lstStyle/>
          <a:p>
            <a:r>
              <a:rPr lang="zh-CN" altLang="en-US" sz="7200" b="1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三维文字 </a:t>
            </a:r>
            <a:r>
              <a:rPr lang="en-US" altLang="zh-CN" sz="7200" b="1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Bevel 3D</a:t>
            </a:r>
            <a:endParaRPr lang="zh-CN" altLang="en-US" sz="7200" b="1">
              <a:solidFill>
                <a:srgbClr val="C00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3ABC5D-B108-20B8-7A30-B9CE5193018D}"/>
              </a:ext>
            </a:extLst>
          </p:cNvPr>
          <p:cNvSpPr txBox="1"/>
          <p:nvPr/>
        </p:nvSpPr>
        <p:spPr>
          <a:xfrm>
            <a:off x="508000" y="2413000"/>
            <a:ext cx="11176000" cy="1200329"/>
          </a:xfrm>
          <a:prstGeom prst="rect">
            <a:avLst/>
          </a:prstGeom>
          <a:noFill/>
        </p:spPr>
        <p:txBody>
          <a:bodyPr vert="horz" rtlCol="0">
            <a:spAutoFit/>
            <a:scene3d>
              <a:camera prst="orthographicFront"/>
              <a:lightRig rig="threePt" dir="t"/>
            </a:scene3d>
            <a:sp3d>
              <a:bevelT/>
            </a:sp3d>
          </a:bodyPr>
          <a:lstStyle/>
          <a:p>
            <a:r>
              <a:rPr lang="zh-CN" altLang="en-US" sz="7200" b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三维文字 </a:t>
            </a:r>
            <a:r>
              <a:rPr lang="en-US" altLang="zh-CN" sz="7200" b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Bevel 3D</a:t>
            </a:r>
            <a:endParaRPr lang="zh-CN" altLang="en-US" sz="7200" b="1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31CE90-C155-3859-F764-F1E3971A636E}"/>
              </a:ext>
            </a:extLst>
          </p:cNvPr>
          <p:cNvSpPr txBox="1"/>
          <p:nvPr/>
        </p:nvSpPr>
        <p:spPr>
          <a:xfrm>
            <a:off x="508000" y="4445000"/>
            <a:ext cx="11176000" cy="1200329"/>
          </a:xfrm>
          <a:prstGeom prst="rect">
            <a:avLst/>
          </a:prstGeom>
          <a:noFill/>
        </p:spPr>
        <p:txBody>
          <a:bodyPr vert="horz" rtlCol="0">
            <a:spAutoFit/>
            <a:scene3d>
              <a:camera prst="orthographicFront"/>
              <a:lightRig rig="threePt" dir="t"/>
            </a:scene3d>
            <a:sp3d>
              <a:bevelT/>
            </a:sp3d>
          </a:bodyPr>
          <a:lstStyle/>
          <a:p>
            <a:r>
              <a:rPr lang="zh-CN" altLang="en-US" sz="7200" b="1">
                <a:solidFill>
                  <a:srgbClr val="80808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三维文字 </a:t>
            </a:r>
            <a:r>
              <a:rPr lang="en-US" altLang="zh-CN" sz="7200" b="1">
                <a:solidFill>
                  <a:srgbClr val="80808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Bevel 3D</a:t>
            </a:r>
            <a:endParaRPr lang="zh-CN" altLang="en-US" sz="7200" b="1">
              <a:solidFill>
                <a:srgbClr val="80808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647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2026-10-13T08:43:58Z</dcterms:created>
  <dcterms:modified xsi:type="dcterms:W3CDTF">2026-10-13T08:43:58Z</dcterms:modified>
</cp:coreProperties>
</file>