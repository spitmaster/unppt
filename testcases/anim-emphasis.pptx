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C7899B-2C1C-A3B3-D1E7-6815008F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D8D2CE-0663-DD1D-169D-6E38120E9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6623F2-9AC9-2BC2-F997-2C8F5BED8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EDE3C0-C056-DC5E-B27E-27F33E5E9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23F982-36E0-62C6-1119-FC0F9527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72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8B5C5-2549-C124-6CAB-76C7D6F1D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FD5E18-6CC2-3E4B-BA37-FF4D8A44A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9930D-0441-A0BE-75B1-2EC08FCEA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450C4F-25B4-EE06-3A6E-2731AEBC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CD262-2374-9CD2-6A69-B23E4BA5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73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BEBC23-5F0E-BEEC-438B-F32982BA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AF347B-9740-5D16-17BC-49A238EE9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73F895-5E06-906F-F9D1-A6E303D5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C8FBDE-BB40-C123-84AA-63A57FF6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F39EF-A851-A7D1-C8D0-AE463110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22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DDB47-CBA2-C47E-CDD6-5581EAC7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FE5A1-C399-CB9B-CA41-53C5A0DF6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C21536-BCBD-FC83-EFF8-914297AF3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D5B940-18FE-974F-488B-E0AED756E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4985E-8C37-1E01-193F-8832708D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483C86-B333-FA04-F02F-7C971E02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3CD52-E746-14BC-67E7-3F81A6A3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BA9996-BBC1-ED4E-7A55-84790D00E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C8B446-BF40-75D1-10CD-CA2C16B0F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68B7A9-B392-2BDB-A500-F163A5DBE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6531B6-F4D8-3990-E59D-0104857E1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B8E494-16E8-C870-1CD7-3C33FD2B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83FF18-6D0C-8EDE-B42F-5EC88792B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D461DE-0DC8-9AE6-2D1B-7F9D201F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90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548D2-F0EB-D502-43F0-6CF4114E2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6755A7C-5F6C-0532-2F82-B826F5F01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388C5E-D41B-553C-2C0D-2CA537C19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3D1A98-B874-75BA-7D13-22A65F9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376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4508F1-ED34-825B-ECED-ED887804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6B1E0A-22EE-AD5B-C2A4-8E595AE8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F0DD91-C3D3-DEA9-0E44-7DBD959B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306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6C6E6F-F720-DF80-916C-41E71BE1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F43B30-6905-3B55-975E-E7D7C68DA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A9B1E2-BD75-0316-D9EE-2D267046C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A87C1E9-A2D4-0F9C-5A7D-5CC8AD4DA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735D13-7A69-C0B0-FB33-55A7D7A3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DDB4AE-2152-9B4E-4460-363CC2308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26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F6D90-F2CA-36C9-9804-19C5178B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8BA40B-5126-A03E-2B2F-BD51CE070C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CF6227-3053-1B19-C49A-9D2F4CF8B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C657FD-429D-9043-C64D-511106C42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816DD7-6B02-AFBB-0022-45FEDB52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D6BFC1-9885-44EB-7CE7-1F59072DF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72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2C9D3-F9EE-15C4-A799-F9647F1AC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8B23D1-B27C-CE46-CF50-21A2E2496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914E79-2CA1-41E3-6082-D5638F65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6E8FE8-29F2-3F78-C110-8643D9814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FA511D-7197-D44F-6E3D-A5B3715E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43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27633A-B05B-58B1-B1EC-424A14CA09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812132-6FF3-6536-D10B-1EFC190EC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63173D-D9B0-32DA-E9B7-0208A1790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F8411C-3516-D385-D45E-18B6DBC60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04B6EC-92EF-EE81-3A46-51AB66510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64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D8C3C86-7D31-30A2-2BCD-E5415A079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E54DF5B-43F6-6348-15AC-9CF39423C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FDC55D-4186-18B5-4889-68EE33DAA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F963C-C1AA-4EAA-BAC8-154CE4A264D9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269094-B65C-22C1-8400-9D20C1560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26990C-5869-DE43-DAA3-D0BF9608B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DE9E1-DA25-4AF7-AAAF-D462D5D10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068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D1CD293-0F93-0067-641B-E9D368CB7841}"/>
              </a:ext>
            </a:extLst>
          </p:cNvPr>
          <p:cNvSpPr/>
          <p:nvPr/>
        </p:nvSpPr>
        <p:spPr>
          <a:xfrm>
            <a:off x="635000" y="2540000"/>
            <a:ext cx="1651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强调 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949853-D893-C088-1EE0-8E7CDAB85982}"/>
              </a:ext>
            </a:extLst>
          </p:cNvPr>
          <p:cNvSpPr/>
          <p:nvPr/>
        </p:nvSpPr>
        <p:spPr>
          <a:xfrm>
            <a:off x="2921000" y="2540000"/>
            <a:ext cx="1651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强调 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1286B8-1C1B-25B8-91F1-AFFFA638A10B}"/>
              </a:ext>
            </a:extLst>
          </p:cNvPr>
          <p:cNvSpPr/>
          <p:nvPr/>
        </p:nvSpPr>
        <p:spPr>
          <a:xfrm>
            <a:off x="5207000" y="2540000"/>
            <a:ext cx="1651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强调 </a:t>
            </a:r>
            <a:r>
              <a:rPr lang="en-US" altLang="zh-CN"/>
              <a:t>3</a:t>
            </a: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806F4A-29B2-0DC8-6839-EDCFACC6B343}"/>
              </a:ext>
            </a:extLst>
          </p:cNvPr>
          <p:cNvSpPr/>
          <p:nvPr/>
        </p:nvSpPr>
        <p:spPr>
          <a:xfrm>
            <a:off x="7493000" y="2540000"/>
            <a:ext cx="1651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强调 </a:t>
            </a:r>
            <a:r>
              <a:rPr lang="en-US" altLang="zh-CN"/>
              <a:t>4</a:t>
            </a:r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DF3AD9-6F4C-7493-063C-CFE55AA8A314}"/>
              </a:ext>
            </a:extLst>
          </p:cNvPr>
          <p:cNvSpPr/>
          <p:nvPr/>
        </p:nvSpPr>
        <p:spPr>
          <a:xfrm>
            <a:off x="9779000" y="2540000"/>
            <a:ext cx="1651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强调 </a:t>
            </a:r>
            <a:r>
              <a:rPr lang="en-US" altLang="zh-CN"/>
              <a:t>5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988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9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10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00000" y="5000"/>
                                    </p:animScale>
                                    <p:animScale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5000"/>
                                      <p:to x="120000" y="150000"/>
                                    </p:animScale>
                                    <p:animScale>
                                      <p:cBhvr>
                                        <p:cTn id="12" dur="60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2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3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0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Scale>
                                      <p:cBhvr>
                                        <p:cTn id="33" dur="1500" accel="50000" autoRev="1" fill="hold" tmFilter="0, 0; .33333, 1; 1, 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100000" y="14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37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38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39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4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2026-10-13T02:36:07Z</dcterms:created>
  <dcterms:modified xsi:type="dcterms:W3CDTF">2026-10-13T02:36:07Z</dcterms:modified>
</cp:coreProperties>
</file>