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A9D91-5F3C-F659-0EBB-F5C0FEC37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3D45EB-6B76-951B-E23B-65F5BAFE4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0E152-CD1F-2437-79E6-4334C592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193B1-E1CD-0A73-BAA8-8E7FB572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590F-A72C-6FBC-8534-A262F428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7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60F7E-CB9A-F42E-7E6A-58503267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F788A-B903-05A6-7F5D-53C5ACE1A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71CB37-ABF9-81F5-6259-5439B633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FB788B-71CB-8FBA-7B7D-E3D024CF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F1F51-E589-4C2F-B080-4000DEB8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3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D8316-9C5B-7D14-29A6-8F3B93DC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35F913-2B95-7A7C-3F99-021304A9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9FA6BA-6731-C9F1-6766-332FFD36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45898-6874-A7F0-66F1-2876156E5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BE81C9-29EE-02D4-5A77-840F33C6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3D1E3-647C-F91A-C457-38EAC950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D9AD6F-3E10-757B-6911-E4012D8BE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CBD9B0-5151-2CB0-7067-6E9693A3F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99A6A9-7535-4144-3890-A8B77FEF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2BDDC0-2A53-AB42-74CD-67FF7C80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36DD24-D9C6-FEC9-B471-0E8152E7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71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6ACDE-C089-74CA-9915-DA7D22F91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1B05F-3E3B-FF43-D381-D20424F3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8B0F89-4BC8-CFA0-DA8B-98625F4E7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9E5D57-FCDD-9155-81C3-CBF5B2946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E43637-B071-4717-DE71-1B30AF2B4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BC1971-1D57-982C-F2AE-BE0170E8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3A89F0-E610-FB1A-D195-B8120597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754873-83B5-A1FE-DD07-AED0E9E8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5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AE010-530B-6968-07D3-584A6A55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29DAE8-CE02-8727-C6E1-374422E4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7E5674-E818-AC85-CBB9-8B71778E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4CE360-EAE6-7D8A-950A-F13BA8F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94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DE21F0-BB36-7F3B-27FB-4E10941F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94F3AD-E385-5CBC-84CF-B0FCCBA8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5EC079-7060-5AE8-3273-0B439EDF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74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C588F-F4C9-2403-C2A7-4A4AFD2EF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0A2D66-C2CE-390E-1765-DE74517E6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07D3F5-798C-4BC2-C224-4EEB41630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86AF2F-9730-E445-BAB8-109B7B26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8368-9AF6-22F8-A0D1-AE16A7E23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1F0C4F-35CB-DF30-DDE7-75D30B7B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22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81DC9-FCCB-A41A-E7FA-B6EBC575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4B8113-5732-CDF9-0E16-FDA8A6931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924463-A876-71FD-2D53-C98A427D9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742AAB-4974-2890-7F00-10B011FB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2D38BE-26CC-7A53-A001-98F2F0F7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F7DA40-BF93-1617-EF93-E05C8DE5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99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75E29-79E2-C276-AC1E-BA6B5A6B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167AAE-3E0E-6C35-A51D-478CCF1F2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A6B8E-C1F0-B34D-7B2C-0D3B9305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2AF21-C89C-48BF-30CD-B73931E2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3CED5-82DC-6202-0E92-694C7373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95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0AE084-4A79-2699-F92F-4770403E5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531EE-B211-FB54-BD71-FBD68924F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DF67BD-707A-B7A1-C32D-55CF48EC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82270-5B46-029F-FC71-2D6F290F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47CC6-6731-39F6-F6D8-326A0242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94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46666F-7BC8-CEFC-423B-5F768362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39F98B-9367-0A83-074E-B99B0290E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BAC5B-F75B-9FD9-C3B3-E45E02D7B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DC786-C5BB-486D-BA9A-4BA07837D83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5A23-393B-6C21-305C-1A824B89D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60ABC5-6F8A-C867-1864-8F57E964D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A7117-A051-4AA8-9E97-EB0343DBA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64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8E2A9A-F919-D6B5-5C66-D36C87F56135}"/>
              </a:ext>
            </a:extLst>
          </p:cNvPr>
          <p:cNvSpPr/>
          <p:nvPr/>
        </p:nvSpPr>
        <p:spPr>
          <a:xfrm>
            <a:off x="762000" y="762000"/>
            <a:ext cx="2032000" cy="1524000"/>
          </a:xfrm>
          <a:prstGeom prst="rect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glow rad="127000">
              <a:srgbClr val="FFC000"/>
            </a:glo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AFC37CC-196A-126E-C3BB-3B521687D2BF}"/>
              </a:ext>
            </a:extLst>
          </p:cNvPr>
          <p:cNvSpPr/>
          <p:nvPr/>
        </p:nvSpPr>
        <p:spPr>
          <a:xfrm>
            <a:off x="3619500" y="762000"/>
            <a:ext cx="2032000" cy="1524000"/>
          </a:xfrm>
          <a:prstGeom prst="ellipse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glow rad="228600">
              <a:srgbClr val="7030A0">
                <a:alpha val="60000"/>
              </a:srgbClr>
            </a:glo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47C4DA-A9D3-1AE1-C109-61A5DD14E0E4}"/>
              </a:ext>
            </a:extLst>
          </p:cNvPr>
          <p:cNvSpPr/>
          <p:nvPr/>
        </p:nvSpPr>
        <p:spPr>
          <a:xfrm>
            <a:off x="6477000" y="762000"/>
            <a:ext cx="2032000" cy="1524000"/>
          </a:xfrm>
          <a:prstGeom prst="rect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softEdge rad="127000"/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CAF3C08-2467-2AA1-F14D-572A880C99F5}"/>
              </a:ext>
            </a:extLst>
          </p:cNvPr>
          <p:cNvSpPr/>
          <p:nvPr/>
        </p:nvSpPr>
        <p:spPr>
          <a:xfrm>
            <a:off x="9334500" y="762000"/>
            <a:ext cx="2032000" cy="1524000"/>
          </a:xfrm>
          <a:prstGeom prst="ellipse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softEdge rad="317500"/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9B8A14-0277-1DAF-4B73-EEAB1EB63F6E}"/>
              </a:ext>
            </a:extLst>
          </p:cNvPr>
          <p:cNvSpPr/>
          <p:nvPr/>
        </p:nvSpPr>
        <p:spPr>
          <a:xfrm>
            <a:off x="762000" y="3810000"/>
            <a:ext cx="2032000" cy="1524000"/>
          </a:xfrm>
          <a:prstGeom prst="rect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DB9EC0-6169-1BF6-F20D-C8F0FAEDC7DE}"/>
              </a:ext>
            </a:extLst>
          </p:cNvPr>
          <p:cNvSpPr/>
          <p:nvPr/>
        </p:nvSpPr>
        <p:spPr>
          <a:xfrm>
            <a:off x="3619500" y="3810000"/>
            <a:ext cx="2032000" cy="1524000"/>
          </a:xfrm>
          <a:prstGeom prst="rect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114CE1-8225-3C6A-B686-2F64E524CBF9}"/>
              </a:ext>
            </a:extLst>
          </p:cNvPr>
          <p:cNvSpPr/>
          <p:nvPr/>
        </p:nvSpPr>
        <p:spPr>
          <a:xfrm>
            <a:off x="6477000" y="3810000"/>
            <a:ext cx="2032000" cy="1524000"/>
          </a:xfrm>
          <a:prstGeom prst="rect">
            <a:avLst/>
          </a:prstGeom>
          <a:solidFill>
            <a:srgbClr val="4678C8"/>
          </a:solidFill>
          <a:ln w="19050" cap="flat" cmpd="sng" algn="ctr">
            <a:noFill/>
            <a:prstDash val="solid"/>
            <a:miter lim="800000"/>
          </a:ln>
          <a:effectLst>
            <a:innerShdw blurRad="101600" dist="71842" dir="2700000">
              <a:srgbClr val="000000">
                <a:alpha val="60000"/>
              </a:srgbClr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72F032-F3BD-0EC5-E3EA-180522F807DF}"/>
              </a:ext>
            </a:extLst>
          </p:cNvPr>
          <p:cNvSpPr/>
          <p:nvPr/>
        </p:nvSpPr>
        <p:spPr>
          <a:xfrm>
            <a:off x="9334500" y="3810000"/>
            <a:ext cx="2032000" cy="15240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454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D896FA-7A82-A4FE-179B-1535169C71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08000"/>
            <a:ext cx="3302000" cy="1854200"/>
          </a:xfrm>
          <a:prstGeom prst="roundRect">
            <a:avLst/>
          </a:prstGeom>
          <a:ln w="76200">
            <a:solidFill>
              <a:srgbClr val="282828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7B3F6C4-5570-5B92-9C63-C50D1A5C3A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508000"/>
            <a:ext cx="3302000" cy="185420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967D6B-2BC6-9D6E-95D0-81A526359D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508000"/>
            <a:ext cx="3302000" cy="1854200"/>
          </a:xfrm>
          <a:prstGeom prst="rect">
            <a:avLst/>
          </a:prstGeom>
          <a:effectLst>
            <a:softEdge rad="15240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45F62BC-5A5B-933C-D3AB-D19BF848DA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10000"/>
            <a:ext cx="3302000" cy="1854200"/>
          </a:xfrm>
          <a:prstGeom prst="rect">
            <a:avLst/>
          </a:prstGeom>
          <a:effectLst>
            <a:outerShdw blurRad="127000" dist="107763" dir="2699994" rotWithShape="0">
              <a:scrgbClr r="0" g="0" b="0"/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93D1F7A-8B85-8DBC-A6CD-81B0315C9C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3810000"/>
            <a:ext cx="3302000" cy="1854200"/>
          </a:xfrm>
          <a:prstGeom prst="rect">
            <a:avLst/>
          </a:prstGeom>
          <a:effectLst>
            <a:glow rad="101600">
              <a:srgbClr val="00B050"/>
            </a:glo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648ECE5-548E-17F1-10EC-6D98E4B778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3810000"/>
            <a:ext cx="3302000" cy="1854200"/>
          </a:xfrm>
          <a:prstGeom prst="ellipse">
            <a:avLst/>
          </a:prstGeom>
          <a:ln w="508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75779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2026-10-13T02:16:08Z</dcterms:created>
  <dcterms:modified xsi:type="dcterms:W3CDTF">2026-10-13T02:16:08Z</dcterms:modified>
</cp:coreProperties>
</file>