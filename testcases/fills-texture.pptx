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2D24F-8F62-F3FA-FC7C-745878F7A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9DF6CA-2646-720B-4754-44A067EC1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5D7390-1858-2A34-A2A6-E2E44FEC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9D877-58FE-7E90-2258-8124776AA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2919AF-28E4-AE02-044B-790A98A1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88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B45D3-10A1-70CF-56A6-1259CCE3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FDE2E5-F443-B449-838C-5229B9D90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E0FE6-BC0D-0A7F-1052-77AF743C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B37F8-FA90-89E3-BC4C-CE9C470A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093685-E177-33EB-588B-FD7137AE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72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ED55C-83EF-55BA-32A6-7CD709C6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9DDDDA-B871-6B77-A8F3-0AFD7E8E8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7AA2A-ADBD-4A97-185A-A8626A90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5B088-CF4B-6B92-AC93-121313C48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66E18C-9B71-A263-F498-B60D5082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9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D3E2D-1DD8-891C-E6DD-4A7B275C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15A1D-F768-871E-4C2F-73D5EC120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0ADACB-4DD7-8BC9-5FA6-B86E562CD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C5443B-D2EA-8CBC-6E67-CE187086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B5751-027C-CF1C-0766-2DC20DB1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CCF465-F7C4-3799-8EC2-0B0FAD5E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660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59689-5BEC-6D9D-5EE5-31AC3DF6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E63468-6668-8A9D-C0E9-06C5FA27B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819E6B-9862-4F42-D487-DC0C4E573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10B7C3-CAE0-5830-0AB1-EF7347B9E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32CD0E-E16A-DC16-FD82-3EADF2E91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1C4660-ABA6-33F5-E211-1D771810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09228A-E0A2-85AD-63C8-9BFF550B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A68F41-BFC1-DA5F-6FBA-B2BA00A5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20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18A6F-1425-5B0A-20FC-46A3F236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A1E6DC-70F9-1A98-1251-95F73883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1A8F84-0CB6-5074-4177-59013720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437C8B-6FA7-8FE1-DC23-132C3B34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96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13376B-6883-DFC4-FA8A-66B682A46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30D3D2-3D05-96FF-78F5-CE7CE41A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0A6AA2-DF2C-4546-23A9-351D429F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4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1D74A-8DCD-95F9-50F0-E9E4B2DA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72107-4602-64CF-490C-713BEC3A9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E9A1B1-3A28-A278-1918-8DFF4A532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2BFB07-7823-8E56-FCC4-F7A20070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09D5C2-0A5A-BDFD-C14B-6C8D2372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9FD250-BD2D-38AF-6108-7EE02C60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645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CF581-87F1-BC0C-0436-BB0F6275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6B9D3F-7450-9F8A-7608-0696F213F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21F184-15E5-FCB8-B8B6-D4BC117D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103652-C422-70A6-8A97-3404D498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2C17AA-95A8-E5FA-91FC-2A2ED474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E4EEB7-2242-5A1F-BBC2-881C10D7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95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059DB-6BF4-DA26-6820-77BF2C84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A1D44C-B528-97A9-B5B0-A1A99A22A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1793D9-579D-64E6-FDA8-7BB26973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1CE39-637B-6170-9E9A-CAF37EA8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1B5BDA-2976-7D9F-1C4E-5722EF83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6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71EE03-43DF-A3FE-BF8D-0A9DDA023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2B9346-559D-BE6A-56A5-6404F4F0D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2FAF8-4D71-4E75-448E-E57903F9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4AD8A-2316-1DB6-C11B-DD58F8D5A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61F08-892D-1757-0E7E-31B4059E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25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698EA1-C8BE-9AC5-247E-6F2A533C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563D2-44E5-556A-0980-2DE9635E6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A1DED0-9041-E2C4-9174-6282FA508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7E110-507A-42C8-B19A-9C8C1887319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E2D69-9A60-BBCE-B7B3-C690F8A1B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1D65BA-A92A-EA45-68B9-7FDEC3D8D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37A8B-02C5-4DFF-8490-CAB04A21F3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12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87ECFD-8FA7-C83D-4EB1-7EC8E3C4E257}"/>
              </a:ext>
            </a:extLst>
          </p:cNvPr>
          <p:cNvSpPr/>
          <p:nvPr/>
        </p:nvSpPr>
        <p:spPr>
          <a:xfrm>
            <a:off x="508000" y="508000"/>
            <a:ext cx="3302000" cy="254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413BF1-7123-E234-41DC-7D694198C7F5}"/>
              </a:ext>
            </a:extLst>
          </p:cNvPr>
          <p:cNvSpPr/>
          <p:nvPr/>
        </p:nvSpPr>
        <p:spPr>
          <a:xfrm>
            <a:off x="4318000" y="508000"/>
            <a:ext cx="3302000" cy="2540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A6CBD1-BE43-E3A4-3408-27E39A6F4B38}"/>
              </a:ext>
            </a:extLst>
          </p:cNvPr>
          <p:cNvSpPr/>
          <p:nvPr/>
        </p:nvSpPr>
        <p:spPr>
          <a:xfrm>
            <a:off x="8128000" y="508000"/>
            <a:ext cx="3302000" cy="25400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40D800-581F-486C-D6AD-048D6F8B7528}"/>
              </a:ext>
            </a:extLst>
          </p:cNvPr>
          <p:cNvSpPr/>
          <p:nvPr/>
        </p:nvSpPr>
        <p:spPr>
          <a:xfrm>
            <a:off x="508000" y="3556000"/>
            <a:ext cx="3302000" cy="2540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E7F3B7-E5E5-4FDF-28DF-DF8B1DB1FA48}"/>
              </a:ext>
            </a:extLst>
          </p:cNvPr>
          <p:cNvSpPr/>
          <p:nvPr/>
        </p:nvSpPr>
        <p:spPr>
          <a:xfrm>
            <a:off x="4318000" y="3556000"/>
            <a:ext cx="3302000" cy="25400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07D908-1EB7-6880-E2C4-05F69D7F171A}"/>
              </a:ext>
            </a:extLst>
          </p:cNvPr>
          <p:cNvSpPr/>
          <p:nvPr/>
        </p:nvSpPr>
        <p:spPr>
          <a:xfrm>
            <a:off x="8128000" y="3556000"/>
            <a:ext cx="3302000" cy="254000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57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BD8426-00E0-2F2B-8455-D8B1A08C8194}"/>
              </a:ext>
            </a:extLst>
          </p:cNvPr>
          <p:cNvSpPr txBox="1"/>
          <p:nvPr/>
        </p:nvSpPr>
        <p:spPr>
          <a:xfrm>
            <a:off x="1270000" y="2540000"/>
            <a:ext cx="965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000"/>
              <a:t>纹理背景上的文字</a:t>
            </a:r>
          </a:p>
        </p:txBody>
      </p:sp>
    </p:spTree>
    <p:extLst>
      <p:ext uri="{BB962C8B-B14F-4D97-AF65-F5344CB8AC3E}">
        <p14:creationId xmlns:p14="http://schemas.microsoft.com/office/powerpoint/2010/main" val="3392486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2026-10-13T05:22:23Z</dcterms:created>
  <dcterms:modified xsi:type="dcterms:W3CDTF">2026-10-13T05:22:23Z</dcterms:modified>
</cp:coreProperties>
</file>