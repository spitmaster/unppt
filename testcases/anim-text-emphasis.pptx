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35EBA-7EE3-7C9A-D063-BB75176F8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D1791F-FC38-8B8E-465A-9E2DD6FD3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EFD24-B09B-04AB-B187-A9B23B8F9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4F013-AA94-881D-7725-1F48991F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793D9D-A88A-2D38-A6D1-02C7C22B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DB405-AB1C-261A-3FE3-8C327DDA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E822D-AA38-45DF-5579-DD5E2104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C7F9C-C3EF-EE7A-6E06-EAB98803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72E56-FFD1-1EBD-76A0-33E4B818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D9C48-6D9F-85D1-1E64-9280DAC7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2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7FED1-070D-9F74-6F68-CBFCD15C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53EA5-4722-9CF2-8D26-4C059193F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AD094-2318-554D-381A-FEE15E0E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78902-EC2D-5DBB-7146-BB0E7BA3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069273-835E-909A-71F0-CF7E50F4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3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BDA11-C8AA-778E-2999-ECE2A33A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EBB5D-D15F-F485-A52D-B21A7DE4B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D02697-B731-3DF8-02AD-DD09A12C7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9364DE-5007-EF36-BD8C-C943C4A7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C4EA96-3BD0-22AA-7312-065C5570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BAF53D-8243-B466-D97B-B4885B85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58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85938-846F-91C1-9D64-82153539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B69D3-D1AB-115F-3C54-3711DCD1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6A990C-2B97-649D-77BA-E66F56365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97432C-5109-49ED-B8BF-4DEC3950B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D7C927-966E-E36C-33FC-BB1DD47B8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219F40-613E-5F94-ABF2-BE3E9A48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8F1960-FFA8-D2D2-8FEF-E9399040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F4478E-1C18-FE84-310C-427DAE85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7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48189-A5FB-E063-1AF6-6B6C1BE6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557D92-18BE-D1FF-7B14-57B403F5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EBB82C-0DE3-FB94-FBC9-D638DEA3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C5377E-0515-2A78-13D2-52C27777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EA134E-84D1-42C2-27A9-BA896153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E12529-0C54-0DAD-95E1-43B687C9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38D76-0A97-27E1-7966-3C7B1EBF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3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A5A0A-81AA-F2C1-898B-5C2B67DCB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4A382-4F7D-27FE-B827-EDC930E1C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8C8F3C-F49C-7907-23CD-620396985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C06EC9-CA83-9491-4888-A83CA5B6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345EB4-EE66-1668-2867-35200461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84C790-8000-992F-5422-C353FCD4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24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B7850-83E4-E331-C3DD-81B07CF8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B00257-822A-9BEF-2D62-C2EE9E159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FC4547-9DFE-DC71-FDA6-C1486E63C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C900E1-1CD5-B1BC-54B7-8812DD88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3F544A-9397-D156-3E42-2BE7331D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07AB01-57D5-D157-9BD8-484DBBF3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80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2109C-333C-4DFF-2087-0366E887B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0E174F-9F3B-7D98-9459-5DB3888E7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70FDD2-BE7D-1607-DAC4-C85E7A4F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8E6630-D035-8D73-8ABD-8F36B25F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22303A-0CDC-196F-0459-797E1697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7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567F11-53BB-4F17-0627-372CB9C79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D719B2-884B-B61E-714C-B3D27EA8E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4EAB1-E195-4982-0134-EFF20FD2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F2771-86C7-737C-B56D-C70112AE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01D114-F2E0-3321-7A23-FC1BDAE8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7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B5A90D-4559-F9D8-9FDA-C746AD5B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FC5D7D-570A-AA46-7FF0-BC7DE244E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51226-2E86-5478-DBB8-4219154C5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3A05A-1A49-4A62-B39A-C3AE6E0EF85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4BE03-A71B-A147-887F-6284E9222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97B0E-A88E-7648-0109-32B598FDA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18EAC-C495-48D2-8ECA-3534E4C610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73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F7CB42-B9F4-51AB-808E-32B6AD18EAA8}"/>
              </a:ext>
            </a:extLst>
          </p:cNvPr>
          <p:cNvSpPr txBox="1"/>
          <p:nvPr/>
        </p:nvSpPr>
        <p:spPr>
          <a:xfrm>
            <a:off x="762000" y="508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1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6C396B-1F14-F3B6-1239-BDC8843C9AEB}"/>
              </a:ext>
            </a:extLst>
          </p:cNvPr>
          <p:cNvSpPr txBox="1"/>
          <p:nvPr/>
        </p:nvSpPr>
        <p:spPr>
          <a:xfrm>
            <a:off x="6604000" y="508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2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265C49-8C0C-D9B6-E49C-D7BF758FE10D}"/>
              </a:ext>
            </a:extLst>
          </p:cNvPr>
          <p:cNvSpPr txBox="1"/>
          <p:nvPr/>
        </p:nvSpPr>
        <p:spPr>
          <a:xfrm>
            <a:off x="762000" y="2540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3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7DEFA-B060-DF70-2D20-B8E9DA038B74}"/>
              </a:ext>
            </a:extLst>
          </p:cNvPr>
          <p:cNvSpPr txBox="1"/>
          <p:nvPr/>
        </p:nvSpPr>
        <p:spPr>
          <a:xfrm>
            <a:off x="6604000" y="2540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4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8923FA-CE55-30CE-15D1-0CB13B9112AF}"/>
              </a:ext>
            </a:extLst>
          </p:cNvPr>
          <p:cNvSpPr txBox="1"/>
          <p:nvPr/>
        </p:nvSpPr>
        <p:spPr>
          <a:xfrm>
            <a:off x="762000" y="4572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5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0B1F0A-7BEE-7CC0-ACA2-C68F70211976}"/>
              </a:ext>
            </a:extLst>
          </p:cNvPr>
          <p:cNvSpPr txBox="1"/>
          <p:nvPr/>
        </p:nvSpPr>
        <p:spPr>
          <a:xfrm>
            <a:off x="6604000" y="4572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关键词 </a:t>
            </a:r>
            <a:r>
              <a:rPr lang="en-US" altLang="zh-CN" sz="2800">
                <a:solidFill>
                  <a:srgbClr val="000000"/>
                </a:solidFill>
              </a:rPr>
              <a:t>Keyword 6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91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 override="childStyle"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italic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2026-10-13T12:20:27Z</dcterms:created>
  <dcterms:modified xsi:type="dcterms:W3CDTF">2026-10-13T12:20:27Z</dcterms:modified>
</cp:coreProperties>
</file>