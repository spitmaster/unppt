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5-4251-90B8-6E19732752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5-4251-90B8-6E19732752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D5-4251-90B8-6E1973275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4013567"/>
        <c:axId val="1884014527"/>
      </c:barChart>
      <c:catAx>
        <c:axId val="188401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884014527"/>
        <c:crosses val="autoZero"/>
        <c:auto val="1"/>
        <c:lblAlgn val="ctr"/>
        <c:lblOffset val="100"/>
        <c:noMultiLvlLbl val="0"/>
      </c:catAx>
      <c:valAx>
        <c:axId val="188401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8840135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D9-437C-9608-D4067DAC9B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D9-437C-9608-D4067DAC9B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D9-437C-9608-D4067DAC9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011839"/>
        <c:axId val="1885000319"/>
      </c:barChart>
      <c:catAx>
        <c:axId val="188501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  <a:cs typeface="+mn-cs"/>
              </a:defRPr>
            </a:pPr>
            <a:endParaRPr lang="zh-CN"/>
          </a:p>
        </c:txPr>
        <c:crossAx val="1885000319"/>
        <c:crosses val="autoZero"/>
        <c:auto val="1"/>
        <c:lblAlgn val="ctr"/>
        <c:lblOffset val="100"/>
        <c:noMultiLvlLbl val="0"/>
      </c:catAx>
      <c:valAx>
        <c:axId val="1885000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  <a:cs typeface="+mn-cs"/>
              </a:defRPr>
            </a:pPr>
            <a:endParaRPr lang="zh-CN"/>
          </a:p>
        </c:txPr>
        <c:crossAx val="188501183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DengXian" panose="02010600030101010101" pitchFamily="2" charset="-122"/>
          <a:ea typeface="DengXian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08-4D0C-9F22-89A7A38B5F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08-4D0C-9F22-89A7A38B5F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08-4D0C-9F22-89A7A38B5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0449215"/>
        <c:axId val="2030440575"/>
      </c:barChart>
      <c:catAx>
        <c:axId val="2030449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pPr>
            <a:endParaRPr lang="zh-CN"/>
          </a:p>
        </c:txPr>
        <c:crossAx val="2030440575"/>
        <c:crosses val="autoZero"/>
        <c:auto val="1"/>
        <c:lblAlgn val="ctr"/>
        <c:lblOffset val="100"/>
        <c:noMultiLvlLbl val="0"/>
      </c:catAx>
      <c:valAx>
        <c:axId val="2030440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pPr>
            <a:endParaRPr lang="zh-CN"/>
          </a:p>
        </c:txPr>
        <c:crossAx val="203044921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SimSun" panose="02010600030101010101" pitchFamily="2" charset="-122"/>
          <a:ea typeface="SimSun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3-4A5A-8ED0-7CA3D0BE04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33-4A5A-8ED0-7CA3D0BE04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33-4A5A-8ED0-7CA3D0BE0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796911"/>
        <c:axId val="110798831"/>
      </c:barChart>
      <c:catAx>
        <c:axId val="110796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pPr>
            <a:endParaRPr lang="zh-CN"/>
          </a:p>
        </c:txPr>
        <c:crossAx val="110798831"/>
        <c:crosses val="autoZero"/>
        <c:auto val="1"/>
        <c:lblAlgn val="ctr"/>
        <c:lblOffset val="100"/>
        <c:noMultiLvlLbl val="0"/>
      </c:catAx>
      <c:valAx>
        <c:axId val="11079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pPr>
            <a:endParaRPr lang="zh-CN"/>
          </a:p>
        </c:txPr>
        <c:crossAx val="11079691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Calibri" panose="020F0502020204030204" pitchFamily="34" charset="0"/>
          <a:ea typeface="Calibri" panose="020F0502020204030204" pitchFamily="34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B9D95-A699-E26E-4778-E1FC92096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89541F-9A75-AA11-48BF-D02A58652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C3B8F-5989-1B1E-6125-A6A8310CC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2693B-B44B-6F11-0BC8-5FCC6403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C8EC37-0039-3E3A-5889-350CA2CA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30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B4E3A-7B52-E491-4120-70DB78CA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712675-4D54-8AC5-7411-213ED593C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0656A-9D77-0290-C400-7CD5BF01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ECD0D-21BE-7495-ED36-B7CAD3E8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4BDEAD-56B4-871E-C35B-D0B65870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3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2B5CA-39F2-DA92-2659-B045CD99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FBF448-E792-0FFC-357A-5107C42A5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32D84-E5AF-F1C8-4023-CAF068ABA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74DED6-ADB8-802A-0BD5-8A13432B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BFC0B-94EF-AB87-260B-ADE406CC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25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4B848-25ED-E4E5-A981-A12D6C68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86AB5-EB76-933C-4621-0090473BE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445374-EE86-AAE0-28C4-10A6451BE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16EE43-8365-FD17-B416-E030B8DE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0FD0DD-ABC7-5463-6FF2-E2EF8E95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00CD5-89DD-52DC-D412-87DA0C97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8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8CA06-42C7-8C6C-300E-857980B8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8827A4-BAC8-73AD-BDD9-E541D8801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684858-78D4-137D-6C57-54F945508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CC764D-DCAE-2331-2F77-3C3928293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2CE59D-F314-8036-6403-5D962F2AE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113111-662D-144B-4255-EFD797D9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BFDEEC-AB3F-5890-9D3F-06736228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BABD59-656A-F3AA-89FC-3BDC6B54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65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6F33D-8F37-462A-964A-E24B8EE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216FB0-4A57-6B07-CBEE-28FAF7EE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456819-1954-3EDA-1829-7C502003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F58FB6-CFBF-EA4E-1E5A-BA14ECE9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3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884CBF-AED2-1713-171A-8D3F9C52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8B5EE5-94F1-CD12-2E23-C94206DD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F5F9E5-8AEC-F1D8-B8C4-DC8DFEB7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91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C7B7F-113D-1364-8B1D-649C2BD3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6ACD6-FAE7-1914-AF9B-49AA62F09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D4C5E-D826-5D47-B1BC-CF934AC48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3EC6D2-A670-A7B5-0756-CEE7D7FE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37C4A0-F355-CDB9-FE1C-DB025637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3BBA1F-9C04-6C56-8BD9-1C22E2A2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33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DD746-061A-859B-757A-3EDBABBC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DA164F-205E-C40F-AF84-0513583DB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35DEEF-84AF-A0DB-40AB-799651D6E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F6A50-0179-F80F-337A-C6F93B66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A5D31D-B1BE-BC04-279B-3B898DC5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137BF3-E865-346C-F13C-9A896AE0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79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3ED52-9358-01F3-5907-1E8B4C01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D67310-FE19-762F-79CE-2B3789962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B405A-8F9A-EF0A-25D5-04F86CCF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DEC76-9442-5263-BFE9-9A81903F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6825A-11B4-252C-E088-6BDA550E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6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3BEE05-A59E-F5E1-1397-67D0F9A67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36351E-1FA8-FCDE-1A56-91E409BB3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40FA2-6B5E-8399-FF99-BADAC3E6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9BEF3-552E-AF61-ED27-90CF08CD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7E2B8-B57C-E280-582A-1363F0A3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93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3B2807-B006-CC31-BF34-157ABFC6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416C0D-39D3-A897-14BE-96712BBEF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5C493-CAE4-909B-68B7-44BD18452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0B74B-9BC9-43F1-9CF3-322F980AA5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F56E0-784B-0333-3871-548BECA15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31353-67E9-CC2F-9455-E3535E455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75DC3-AE96-4A03-B9F4-06B0C619E8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7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703BCBE-E5B1-D460-1414-09F44963DF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053719"/>
              </p:ext>
            </p:extLst>
          </p:nvPr>
        </p:nvGraphicFramePr>
        <p:xfrm>
          <a:off x="127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3CB89AD-1741-0AD2-8A00-172B10748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2969950"/>
              </p:ext>
            </p:extLst>
          </p:nvPr>
        </p:nvGraphicFramePr>
        <p:xfrm>
          <a:off x="6096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48772A4-8392-9275-21B8-051BD5763C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342275"/>
              </p:ext>
            </p:extLst>
          </p:nvPr>
        </p:nvGraphicFramePr>
        <p:xfrm>
          <a:off x="127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2B4B0F46-3792-1A7C-9F7C-02E89BA348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711595"/>
              </p:ext>
            </p:extLst>
          </p:nvPr>
        </p:nvGraphicFramePr>
        <p:xfrm>
          <a:off x="6096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0824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2026-10-19T03:35:58Z</dcterms:created>
  <dcterms:modified xsi:type="dcterms:W3CDTF">2026-10-19T03:35:58Z</dcterms:modified>
</cp:coreProperties>
</file>