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7B-45A3-8322-1FB8EB099F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7B-45A3-8322-1FB8EB099F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7B-45A3-8322-1FB8EB099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95162111"/>
        <c:axId val="2095159711"/>
      </c:barChart>
      <c:catAx>
        <c:axId val="20951621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时间 </a:t>
                </a:r>
                <a:r>
                  <a:rPr lang="en-US" altLang="zh-CN"/>
                  <a:t>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5159711"/>
        <c:crosses val="autoZero"/>
        <c:auto val="1"/>
        <c:lblAlgn val="ctr"/>
        <c:lblOffset val="100"/>
        <c:noMultiLvlLbl val="0"/>
      </c:catAx>
      <c:valAx>
        <c:axId val="2095159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速度 </a:t>
                </a:r>
                <a:r>
                  <a:rPr lang="en-US" altLang="zh-CN"/>
                  <a:t>(m/s)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5162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C97-41A8-B401-DBA01010E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83044223"/>
        <c:axId val="1783058623"/>
      </c:scatterChart>
      <c:valAx>
        <c:axId val="17830442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时间 </a:t>
                </a:r>
                <a:r>
                  <a:rPr lang="en-US" altLang="zh-CN"/>
                  <a:t>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83058623"/>
        <c:crosses val="autoZero"/>
        <c:crossBetween val="midCat"/>
      </c:valAx>
      <c:valAx>
        <c:axId val="1783058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位移 </a:t>
                </a:r>
                <a:r>
                  <a:rPr lang="en-US" altLang="zh-CN"/>
                  <a:t>(m)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8304422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42-46C0-AABC-D457F5F7D1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42-46C0-AABC-D457F5F7D1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42-46C0-AABC-D457F5F7D1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86557167"/>
        <c:axId val="1786557647"/>
      </c:barChart>
      <c:catAx>
        <c:axId val="178655716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类别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86557647"/>
        <c:crosses val="autoZero"/>
        <c:auto val="1"/>
        <c:lblAlgn val="ctr"/>
        <c:lblOffset val="100"/>
        <c:noMultiLvlLbl val="0"/>
      </c:catAx>
      <c:valAx>
        <c:axId val="17865576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数量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86557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AD-4B6E-9BD4-807FCF4521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AD-4B6E-9BD4-807FCF4521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AD-4B6E-9BD4-807FCF45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6561007"/>
        <c:axId val="1786565807"/>
      </c:lineChart>
      <c:catAx>
        <c:axId val="1786561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86565807"/>
        <c:crosses val="autoZero"/>
        <c:auto val="1"/>
        <c:lblAlgn val="ctr"/>
        <c:lblOffset val="100"/>
        <c:noMultiLvlLbl val="0"/>
      </c:catAx>
      <c:valAx>
        <c:axId val="1786565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温度 </a:t>
                </a:r>
                <a:r>
                  <a:rPr lang="en-US" altLang="zh-CN"/>
                  <a:t>(°C)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86561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994E0-15F6-6683-0356-D5BB3536A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232E58-6D48-281A-74E2-7E67C5984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81F93B-0BF9-CF1A-4014-2A1C765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4482-A700-4BCE-BEDF-BC138FB09DD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95EE13-9177-51CD-0DA6-5322933F5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197AE0-890B-01EB-F850-4A7DB0014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2FF0-A9FF-407A-B665-55D40F3C2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703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AA31A-8707-3914-C44D-301EAF73E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8CB5F3-7A51-DFD3-1A7A-54D47BE9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E2093F-2185-28BC-8829-54CA5BE3F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4482-A700-4BCE-BEDF-BC138FB09DD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217176-EF90-55D8-AF89-D77359953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631CFA-D68C-B9A8-F14E-C71D299A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2FF0-A9FF-407A-B665-55D40F3C2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36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503A15-98D8-5FFA-567E-584DB62BB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38B17C-4897-42BD-83F0-25A028FA1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3E9305-5B31-C8E7-E0CB-0E50D88E2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4482-A700-4BCE-BEDF-BC138FB09DD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7EC1FE-4CFF-A8DF-A438-6CF1FB95E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218F48-3E85-9A3D-6AF2-6EC43822E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2FF0-A9FF-407A-B665-55D40F3C2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494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8BF353-36C1-9384-7F01-77B1358A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462FC-7402-E7D5-9E40-3A25FEB23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0D5AB0-2C08-4847-FCCB-0728D9A4F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56AE13-E97A-A83C-F6A8-CDCB200E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4482-A700-4BCE-BEDF-BC138FB09DD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7CC3A6-BEE8-7359-5F51-56CCC42D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2283CB-C8E7-ADB6-5200-70DDAC03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2FF0-A9FF-407A-B665-55D40F3C2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655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F1E8DE-8CD9-FA04-C486-1DC64170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3A45CC-3E6B-FEF6-7D5D-D0ECF09FF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CBBA51-7EA8-6302-C211-A0E77F644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BEE088-937F-9CE7-13B1-7FB2999D9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12106C-9B95-AEB2-E041-0C7005289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ECE815-F21F-164A-78D8-5D9BA1E3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4482-A700-4BCE-BEDF-BC138FB09DD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7A3C06-8791-169F-A157-A91A4C3D9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8E0894-32E0-4625-E356-BC669C379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2FF0-A9FF-407A-B665-55D40F3C2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60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A830F-5160-DFF4-BF84-7849EF11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EE47FBC-FFB3-28C3-BDBE-DC9E22436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4482-A700-4BCE-BEDF-BC138FB09DD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96F35B-9685-5B7E-4CD1-9E2C04E05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18A48B-495C-3320-EA39-0A65BDD68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2FF0-A9FF-407A-B665-55D40F3C2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899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C9F608-3B4E-FE47-3A80-2A4490FE3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4482-A700-4BCE-BEDF-BC138FB09DD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BDDAFE-C2A9-9DE5-713A-8A9753215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C7751B-E29D-13A6-AFF5-479038E7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2FF0-A9FF-407A-B665-55D40F3C2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889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63D4F8-6EB9-C759-5CCF-FECD8038A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9AB00D-FED6-33D0-48EA-B7EB65A6E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F93B03-381C-E241-D30C-09AE96B52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7D4997-1C45-9DA9-4F77-BA518F36F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4482-A700-4BCE-BEDF-BC138FB09DD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11197F-5E8B-BD29-2894-7AF981659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2C6126-CCF2-162D-05BB-C382203B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2FF0-A9FF-407A-B665-55D40F3C2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16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A925C3-FD84-376E-896E-6ABE0C6A8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EB0A9D-7D4A-EE6B-DF51-D3D9156E7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16C76E-0126-5DFC-19BE-B27AFBAC5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7CB2CF-7E0F-25E7-53C0-2B792CAC3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4482-A700-4BCE-BEDF-BC138FB09DD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E89174-619A-3637-6612-93B716D5F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B4C7D3-ACF7-F4CF-2DE2-5380773F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2FF0-A9FF-407A-B665-55D40F3C2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07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057200-F4B2-37C8-436F-54E6F12B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FAB0F9-3EA1-9A42-BCDD-FAD89471F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E8301E-8737-FAB1-218D-D92E5A164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4482-A700-4BCE-BEDF-BC138FB09DD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1B2298-4830-035A-31E0-B20B1B2B3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A4D6B6-F30A-913C-DB5D-558C6966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2FF0-A9FF-407A-B665-55D40F3C2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095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DA24B1-4F28-B85E-0CC9-2375F264F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15EE92-CC55-B602-68D1-9278627D4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F1E8E0-EA8E-8F5E-28B7-1454C0420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4482-A700-4BCE-BEDF-BC138FB09DD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5639D1-0378-B753-ADD6-63318717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F8E82E-6DE9-9F28-688F-C93EF86B8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2FF0-A9FF-407A-B665-55D40F3C2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F821811-8B44-945E-8A18-DD0902F7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C5EE56-4D44-1232-8348-983C18F37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1561E3-C1DE-3F15-6947-FB88CE775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44482-A700-4BCE-BEDF-BC138FB09DD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94A9A4-626E-8D67-FB12-DE27F1496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07F444-DCD3-709E-AE08-F46441026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C2FF0-A9FF-407A-B665-55D40F3C2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374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DABC3BF4-5744-1A5E-DA0C-A070CA8174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6640973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0CDB3BFE-C60F-2FEA-870A-E300459486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7000791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8659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26128127-A574-B008-87C8-04AA326DB0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7852246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69CAE794-BD0E-4A3C-CF38-9B0DFC37FB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339993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42066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自定义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2026-10-13T21:18:27Z</dcterms:created>
  <dcterms:modified xsi:type="dcterms:W3CDTF">2026-10-13T21:18:27Z</dcterms:modified>
</cp:coreProperties>
</file>