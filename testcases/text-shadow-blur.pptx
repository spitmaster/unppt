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2AE5B-2452-6C0D-F34C-92A11B209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C0D476-8B45-F246-E53E-581DB3B85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F89943-28DE-2421-C655-EDED835D9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9642-9473-421A-8047-4D16D9428E0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D0EF66-B676-FCBB-526C-4241FFD0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B6C856-D449-EDCB-52F3-37D82B43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7FBA-20B8-49EE-AF20-2612C4B43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747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3EAD33-D0FF-90BA-3E4D-3815CD53E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361802-6766-91C6-E52F-5A2286C81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2317AC-5AB6-BCA8-A58B-FDD2C1441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9642-9473-421A-8047-4D16D9428E0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5A5898-6CE3-5A93-15D4-B4CDA6511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15500C-802E-3311-A178-0154565DF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7FBA-20B8-49EE-AF20-2612C4B43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93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A5801-5362-57F7-6F97-0C7BACD93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82B17D-2E53-F6EB-94E9-31042BF5E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5BA632-B456-50DE-3B1A-4525B4279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9642-9473-421A-8047-4D16D9428E0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C328B6-1968-4164-9B8F-9814AB26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193BC4-C68B-A0B9-E1A5-9A772A13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7FBA-20B8-49EE-AF20-2612C4B43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111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46F87-BE92-9C8C-E264-2C3BE6DE5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B5C50-559A-1FD4-10FE-F00647604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B8DC61-8E51-28E7-C34C-9BC0B7C8E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571367-F12A-B5BD-975D-4FF288966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9642-9473-421A-8047-4D16D9428E0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5201A3-9C53-01CE-DBEB-72E6AEADD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B34C9B-B489-9050-FDC7-60D2D2BD3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7FBA-20B8-49EE-AF20-2612C4B43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200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7379D-D355-37D0-D5B7-7F06EEC1A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A3BEDD-D828-2F02-2CED-3BB639527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47BDC5-2904-2AFF-42B7-FBE743FED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2676F4-55FB-802F-F1F7-428D9BA04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8B84CC-18B4-4185-2FEE-A161CB0DF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E976EF6-DA21-02B9-AFBC-B747D1FCA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9642-9473-421A-8047-4D16D9428E0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993504-7B16-CA36-83E0-A0ECB571F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77E52C-0260-9C3E-BF6F-61320F7B4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7FBA-20B8-49EE-AF20-2612C4B43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58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AAE056-F449-8B1E-C951-36C52BB69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1AF4E7-0BA7-4FC8-C3AD-3DA40B11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9642-9473-421A-8047-4D16D9428E0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B94B16-259B-28D0-032A-B7A598B46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813E44-119E-1498-CDD7-68BE070D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7FBA-20B8-49EE-AF20-2612C4B43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76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76A7A3-E3E1-BA2E-CA9D-3DF194F56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9642-9473-421A-8047-4D16D9428E0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B72E2B4-30D8-E1A8-A2D2-B546BC542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E528D3-3E83-9508-4CD6-5B61FE3CF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7FBA-20B8-49EE-AF20-2612C4B43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361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743C59-BBAD-C124-1BD3-8F53A91AD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B46996-5528-913C-3934-3BDB27AFC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AFF295-398A-60C0-33D1-70426F0F1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B6953C-5703-9DDF-290A-5DF911569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9642-9473-421A-8047-4D16D9428E0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E8276F-6EA6-1641-AD5F-1D3C4DA86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5B60CB-C227-84B7-3A71-79DAA8FAC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7FBA-20B8-49EE-AF20-2612C4B43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11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2347A8-7303-080B-C1BE-5D45F4CAF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61A497E-1147-40B5-9688-58232DD28A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3EF392-7392-C1C1-21C0-D1A72FFFF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D520AF-D2AE-D89D-8E12-3541078C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9642-9473-421A-8047-4D16D9428E0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648F22-BD32-58AE-4698-DA1EC5A13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318280-8932-4F9A-F197-04CFAA5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7FBA-20B8-49EE-AF20-2612C4B43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21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4DAF02-F230-CDF3-168F-0A9AF585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E7EF29-4DA2-7FEC-0695-79BBE925F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6ADA6A-8DEA-1D58-FF66-0CD67A4E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9642-9473-421A-8047-4D16D9428E0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A133B2-F62B-FEE1-92D5-76B5D1EB4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5A90B9-1534-1D5F-0908-0242598E4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7FBA-20B8-49EE-AF20-2612C4B43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67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A70367-7EC2-9A59-000A-D53F2F997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492D4-243E-0CD4-2426-A810B254C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ACD336-E9E6-7F0D-FECF-C79070DBF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9642-9473-421A-8047-4D16D9428E0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73B00C-7444-CD1D-0423-34ABD3F46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B79B62-EC5C-E9D9-F766-EAF5A5BD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7FBA-20B8-49EE-AF20-2612C4B43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359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16E3B4-366C-4733-3689-49D750A4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201352-0D0E-71BB-6A49-B3E360E7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0F66AB-1FB1-7603-6A6C-91931E95E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E9642-9473-421A-8047-4D16D9428E0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801FB4-6769-2820-8331-3F1251772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E50BE5-78B1-0739-7447-D5D04503B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F7FBA-20B8-49EE-AF20-2612C4B43C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510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E72EC4-B9F4-DE92-5BF2-324FB5F84B99}"/>
              </a:ext>
            </a:extLst>
          </p:cNvPr>
          <p:cNvSpPr txBox="1"/>
          <p:nvPr/>
        </p:nvSpPr>
        <p:spPr>
          <a:xfrm>
            <a:off x="381000" y="1905000"/>
            <a:ext cx="332142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600">
                <a:solidFill>
                  <a:srgbClr val="141414"/>
                </a:solidFill>
                <a:effectLst>
                  <a:outerShdw blurRad="2540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1600">
              <a:solidFill>
                <a:srgbClr val="141414"/>
              </a:solidFill>
              <a:effectLst>
                <a:outerShdw blurRad="2540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D1D08C-79FD-C51D-2783-C187C47F544F}"/>
              </a:ext>
            </a:extLst>
          </p:cNvPr>
          <p:cNvSpPr txBox="1"/>
          <p:nvPr/>
        </p:nvSpPr>
        <p:spPr>
          <a:xfrm>
            <a:off x="1651000" y="1905000"/>
            <a:ext cx="481222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3200">
                <a:solidFill>
                  <a:srgbClr val="141414"/>
                </a:solidFill>
                <a:effectLst>
                  <a:outerShdw blurRad="2540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3200">
              <a:solidFill>
                <a:srgbClr val="141414"/>
              </a:solidFill>
              <a:effectLst>
                <a:outerShdw blurRad="2540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B6A891-3001-C493-A966-ACB245D2D3BA}"/>
              </a:ext>
            </a:extLst>
          </p:cNvPr>
          <p:cNvSpPr txBox="1"/>
          <p:nvPr/>
        </p:nvSpPr>
        <p:spPr>
          <a:xfrm>
            <a:off x="3302000" y="1905000"/>
            <a:ext cx="777777" cy="107721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6400">
                <a:solidFill>
                  <a:srgbClr val="141414"/>
                </a:solidFill>
                <a:effectLst>
                  <a:outerShdw blurRad="2540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6400">
              <a:solidFill>
                <a:srgbClr val="141414"/>
              </a:solidFill>
              <a:effectLst>
                <a:outerShdw blurRad="2540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F42401-13E0-5139-B0B8-3500456ED489}"/>
              </a:ext>
            </a:extLst>
          </p:cNvPr>
          <p:cNvSpPr txBox="1"/>
          <p:nvPr/>
        </p:nvSpPr>
        <p:spPr>
          <a:xfrm>
            <a:off x="5969000" y="1905000"/>
            <a:ext cx="1370888" cy="206210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2800">
                <a:solidFill>
                  <a:srgbClr val="141414"/>
                </a:solidFill>
                <a:effectLst>
                  <a:outerShdw blurRad="2540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12800">
              <a:solidFill>
                <a:srgbClr val="141414"/>
              </a:solidFill>
              <a:effectLst>
                <a:outerShdw blurRad="2540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F83B0B-DF09-DA02-4D56-14A7B40F84BB}"/>
              </a:ext>
            </a:extLst>
          </p:cNvPr>
          <p:cNvSpPr/>
          <p:nvPr/>
        </p:nvSpPr>
        <p:spPr>
          <a:xfrm>
            <a:off x="10414000" y="1905000"/>
            <a:ext cx="508000" cy="15240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  <a:effectLst>
            <a:outerShdw blurRad="254000" rotWithShape="0">
              <a:srgbClr val="E63C3C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34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2F8679F-90A2-E33E-4E13-94886DC9EED2}"/>
              </a:ext>
            </a:extLst>
          </p:cNvPr>
          <p:cNvSpPr txBox="1"/>
          <p:nvPr/>
        </p:nvSpPr>
        <p:spPr>
          <a:xfrm>
            <a:off x="508000" y="508000"/>
            <a:ext cx="777777" cy="107721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6400">
                <a:solidFill>
                  <a:srgbClr val="141414"/>
                </a:solidFill>
                <a:effectLst>
                  <a:outerShdw blurRad="635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6400">
              <a:solidFill>
                <a:srgbClr val="141414"/>
              </a:solidFill>
              <a:effectLst>
                <a:outerShdw blurRad="635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0F7E03-6DC1-5049-4686-255BCFF8F352}"/>
              </a:ext>
            </a:extLst>
          </p:cNvPr>
          <p:cNvSpPr/>
          <p:nvPr/>
        </p:nvSpPr>
        <p:spPr>
          <a:xfrm>
            <a:off x="762000" y="3810000"/>
            <a:ext cx="508000" cy="15240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  <a:effectLst>
            <a:outerShdw blurRad="63500" rotWithShape="0">
              <a:srgbClr val="E63C3C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BE2757-BF82-DB9B-FB9E-A0DC28652F86}"/>
              </a:ext>
            </a:extLst>
          </p:cNvPr>
          <p:cNvSpPr txBox="1"/>
          <p:nvPr/>
        </p:nvSpPr>
        <p:spPr>
          <a:xfrm>
            <a:off x="3429000" y="508000"/>
            <a:ext cx="777777" cy="107721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6400">
                <a:solidFill>
                  <a:srgbClr val="141414"/>
                </a:solidFill>
                <a:effectLst>
                  <a:outerShdw blurRad="1270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6400">
              <a:solidFill>
                <a:srgbClr val="141414"/>
              </a:solidFill>
              <a:effectLst>
                <a:outerShdw blurRad="1270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8CB84B-6FC8-5618-FCA6-9C385E509EF5}"/>
              </a:ext>
            </a:extLst>
          </p:cNvPr>
          <p:cNvSpPr/>
          <p:nvPr/>
        </p:nvSpPr>
        <p:spPr>
          <a:xfrm>
            <a:off x="3683000" y="3810000"/>
            <a:ext cx="508000" cy="15240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  <a:effectLst>
            <a:outerShdw blurRad="127000" rotWithShape="0">
              <a:srgbClr val="E63C3C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DB1508-BFAA-94F3-66C6-E1EF4DF6EEB9}"/>
              </a:ext>
            </a:extLst>
          </p:cNvPr>
          <p:cNvSpPr txBox="1"/>
          <p:nvPr/>
        </p:nvSpPr>
        <p:spPr>
          <a:xfrm>
            <a:off x="6350000" y="508000"/>
            <a:ext cx="777777" cy="107721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6400">
                <a:solidFill>
                  <a:srgbClr val="141414"/>
                </a:solidFill>
                <a:effectLst>
                  <a:outerShdw blurRad="2540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6400">
              <a:solidFill>
                <a:srgbClr val="141414"/>
              </a:solidFill>
              <a:effectLst>
                <a:outerShdw blurRad="2540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40AE90-C84C-78C5-95C5-3C93D7BF39E0}"/>
              </a:ext>
            </a:extLst>
          </p:cNvPr>
          <p:cNvSpPr/>
          <p:nvPr/>
        </p:nvSpPr>
        <p:spPr>
          <a:xfrm>
            <a:off x="6604000" y="3810000"/>
            <a:ext cx="508000" cy="15240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  <a:effectLst>
            <a:outerShdw blurRad="254000" rotWithShape="0">
              <a:srgbClr val="E63C3C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03848A-C96C-C2A6-A1EF-304503C9264F}"/>
              </a:ext>
            </a:extLst>
          </p:cNvPr>
          <p:cNvSpPr txBox="1"/>
          <p:nvPr/>
        </p:nvSpPr>
        <p:spPr>
          <a:xfrm>
            <a:off x="9271000" y="508000"/>
            <a:ext cx="777777" cy="107721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6400">
                <a:solidFill>
                  <a:srgbClr val="141414"/>
                </a:solidFill>
                <a:effectLst>
                  <a:outerShdw blurRad="508000" rotWithShape="0">
                    <a:srgbClr val="E63C3C"/>
                  </a:outerShdw>
                </a:effectLst>
                <a:latin typeface="Arial" panose="020B0604020202020204" pitchFamily="34" charset="0"/>
              </a:rPr>
              <a:t>H</a:t>
            </a:r>
            <a:endParaRPr lang="zh-CN" altLang="en-US" sz="6400">
              <a:solidFill>
                <a:srgbClr val="141414"/>
              </a:solidFill>
              <a:effectLst>
                <a:outerShdw blurRad="508000" rotWithShape="0">
                  <a:srgbClr val="E63C3C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511581-3081-9818-4DA3-47FEAF4B0201}"/>
              </a:ext>
            </a:extLst>
          </p:cNvPr>
          <p:cNvSpPr/>
          <p:nvPr/>
        </p:nvSpPr>
        <p:spPr>
          <a:xfrm>
            <a:off x="9525000" y="3810000"/>
            <a:ext cx="508000" cy="1524000"/>
          </a:xfrm>
          <a:prstGeom prst="rect">
            <a:avLst/>
          </a:prstGeom>
          <a:solidFill>
            <a:srgbClr val="141414"/>
          </a:solidFill>
          <a:ln w="19050" cap="flat" cmpd="sng" algn="ctr">
            <a:noFill/>
            <a:prstDash val="solid"/>
            <a:miter lim="800000"/>
          </a:ln>
          <a:effectLst>
            <a:outerShdw blurRad="508000" rotWithShape="0">
              <a:srgbClr val="E63C3C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064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自定义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2026-10-16T19:39:30Z</dcterms:created>
  <dcterms:modified xsi:type="dcterms:W3CDTF">2026-10-16T19:39:30Z</dcterms:modified>
</cp:coreProperties>
</file>