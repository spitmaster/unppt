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09838-88C4-9180-6D5D-32B6C83A8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A14BFF-F228-19EC-5297-B98ADEDC7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7057C8-1915-A340-5524-C1B3AFCE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4E6BF2-CE3C-4991-0181-E6741517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ED986-F9C0-A633-6D82-B12831AE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31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9A018-1AE5-0A9B-4166-6CAF6859B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53C3E1-29A9-0449-48A4-02AF136DE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C767F-0745-4329-4E83-D92F3A84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499A63-2534-55B2-AC85-4657E6700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1F6AC0-B50A-75AA-F37D-9092A278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68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5ECF8-9FD2-4F01-CCFB-482BDB1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0F983E-2629-0CA4-75C3-663B3AF8A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D3C6A-4301-A510-D835-2C7A26D5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80B29B-CB01-9A95-51D9-AF195A3F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BC695-F3F6-E0F0-C8F8-87E55DC8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4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1410F-1F01-BB1A-6AD3-0FD2E3F4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5EBFDF-7A8B-327B-F496-746B1EDD0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B54DF6-7040-679E-5636-40C6027E0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E91A3A-61A5-F199-3F4C-36B0D761F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193961-EADE-6566-5E4C-EEC106C2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08684A-8273-BE5B-3E74-D3349208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351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D6BFF-E84E-B632-02AB-AAD437880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7DA3E8-AD5F-29E6-C066-67F8347CB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0CECFC-27D9-F0BC-D804-8F1BE6416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74DA76-AA1B-24F6-8EBE-52AA45FBE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72C9E0-FBA3-3AF0-8D7E-2308DFD3E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34AD2-A158-06CE-E01A-E783C5F5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B9C820-39A7-A1E0-1219-A07E2D0F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9CE1CE-EE35-248B-9CEC-A3B94A80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75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EED8B-B209-6297-2851-67AD65EE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59CA0F-92A1-520A-04B8-91552EBB6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5DDD12-9E25-78AC-AF02-5EE1CA67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6214F0-6CC1-3DA2-56B8-CBDA2B7B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289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5C4C0C-1116-E9F1-3933-1BB27F1F5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701AAA-EA97-F8AF-7A8B-26CA165E9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A4F1A-8AB2-1281-74C1-86D7A9AF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114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7EE0C-A6CD-ABDF-AFC2-573E0D41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34AD23-5A07-8C85-4CDB-8858DDCF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8C6425-F1FF-F7D4-F111-524F4BDA4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ADBBC6-2E16-AA25-6547-A8226C37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71D7B-C4FE-DBD6-5557-47CF794E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587723-8630-242A-E51D-CE06107F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450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325CC-4A7B-D9C1-3611-821DDF4B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FE1BF9-8F42-C6E5-2D81-780EC2F11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D74A11-0744-BDAA-4BF1-62AF6BE71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EF1667-7A56-7CC2-B72A-3A4EA2CA1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A1D6E7-047D-770F-0AAA-7CA52319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8A2356-0BAA-9147-A814-C380F25B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31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DE0FF-9764-1EAC-C76B-3B6A22F2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138F92-B9AE-8516-7CB4-25D203A43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3748A1-D08A-D0E8-C264-ACFE7BC2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9294BF-FF03-D3E0-F753-905188B7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97D748-EFD1-48FA-6D90-16A624AD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30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3F2AE5-FABE-36C5-F2E0-1D1BC0F68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2E4AE2-B439-ADBB-29A4-EED8AE642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BE5ADE-6746-0DBF-16AC-D845220A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4ADDA-4EC2-3B05-8403-259C945E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B61DF6-0BB9-310D-131A-CBCCF7AD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01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22E320-577E-62EB-FB6F-44D62642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7F3522-0FF9-2E3D-3D5E-E9D47EA1C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BD5A4D-49FF-60B3-86D9-127AFA678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9913B-0C30-4D67-BBD7-C62051B3A14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3E6B88-9275-C02B-9863-65F542198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CB5FE6-716D-8400-B5B3-B3E404B96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71191-44D2-43B4-833D-0FC73FD37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80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E3C78"/>
            </a:gs>
            <a:gs pos="100000">
              <a:srgbClr val="F0C850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AB8AD1A-FB31-FB5D-AC02-A28E335ED6C9}"/>
              </a:ext>
            </a:extLst>
          </p:cNvPr>
          <p:cNvSpPr/>
          <p:nvPr/>
        </p:nvSpPr>
        <p:spPr>
          <a:xfrm>
            <a:off x="762000" y="1524000"/>
            <a:ext cx="2286000" cy="3810000"/>
          </a:xfrm>
          <a:prstGeom prst="rect">
            <a:avLst/>
          </a:prstGeom>
          <a:solidFill>
            <a:srgbClr val="C828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C5CA5B-32D6-516E-05ED-CDA621470CEF}"/>
              </a:ext>
            </a:extLst>
          </p:cNvPr>
          <p:cNvSpPr/>
          <p:nvPr/>
        </p:nvSpPr>
        <p:spPr>
          <a:xfrm>
            <a:off x="3556000" y="1524000"/>
            <a:ext cx="2286000" cy="3810000"/>
          </a:xfrm>
          <a:prstGeom prst="rect">
            <a:avLst/>
          </a:prstGeom>
          <a:solidFill>
            <a:srgbClr val="28A0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7DB0F0-FC94-ED90-A8DE-6B4F7176920E}"/>
              </a:ext>
            </a:extLst>
          </p:cNvPr>
          <p:cNvSpPr/>
          <p:nvPr/>
        </p:nvSpPr>
        <p:spPr>
          <a:xfrm>
            <a:off x="6350000" y="1524000"/>
            <a:ext cx="2286000" cy="3810000"/>
          </a:xfrm>
          <a:prstGeom prst="rect">
            <a:avLst/>
          </a:prstGeom>
          <a:solidFill>
            <a:srgbClr val="783C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433750-FA56-5A6C-25EB-E8723C4D5A73}"/>
              </a:ext>
            </a:extLst>
          </p:cNvPr>
          <p:cNvSpPr/>
          <p:nvPr/>
        </p:nvSpPr>
        <p:spPr>
          <a:xfrm>
            <a:off x="9144000" y="1524000"/>
            <a:ext cx="2286000" cy="3810000"/>
          </a:xfrm>
          <a:prstGeom prst="rect">
            <a:avLst/>
          </a:prstGeom>
          <a:solidFill>
            <a:srgbClr val="E678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6" name="矩形 5">
            <a:extLst>
              <a:ext uri="{FF2B5EF4-FFF2-40B4-BE49-F238E27FC236}">
                <a16:creationId xmlns:a16="http://schemas.microsoft.com/office/drawing/2014/main" id="{59690371-FA40-23F5-FF06-163C451F206E}"/>
              </a:ext>
            </a:extLst>
          </p:cNvPr>
          <p:cNvSpPr/>
          <p:nvPr/>
        </p:nvSpPr>
        <p:spPr>
          <a:xfrm>
            <a:off x="381000" y="2540000"/>
            <a:ext cx="3810000" cy="1524000"/>
          </a:xfrm>
          <a:prstGeom prst="rect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7" name="椭圆 6">
            <a:extLst>
              <a:ext uri="{FF2B5EF4-FFF2-40B4-BE49-F238E27FC236}">
                <a16:creationId xmlns:a16="http://schemas.microsoft.com/office/drawing/2014/main" id="{E0C0133E-CCF7-2313-054C-8F5A0C2C79F1}"/>
              </a:ext>
            </a:extLst>
          </p:cNvPr>
          <p:cNvSpPr/>
          <p:nvPr/>
        </p:nvSpPr>
        <p:spPr bwMode="white">
          <a:xfrm>
            <a:off x="4191000" y="2032000"/>
            <a:ext cx="2540000" cy="2540000"/>
          </a:xfrm>
          <a:prstGeom prst="ellipse">
            <a:avLst/>
          </a:prstGeom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8" name="矩形 7">
            <a:extLst>
              <a:ext uri="{FF2B5EF4-FFF2-40B4-BE49-F238E27FC236}">
                <a16:creationId xmlns:a16="http://schemas.microsoft.com/office/drawing/2014/main" id="{7428CAA7-196C-BCE3-D06B-CD6D57940D4D}"/>
              </a:ext>
            </a:extLst>
          </p:cNvPr>
          <p:cNvSpPr/>
          <p:nvPr/>
        </p:nvSpPr>
        <p:spPr bwMode="white">
          <a:xfrm rot="1800000">
            <a:off x="7112000" y="2794000"/>
            <a:ext cx="2540000" cy="1270000"/>
          </a:xfrm>
          <a:prstGeom prst="rect">
            <a:avLst/>
          </a:prstGeom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5928DB-AA7D-849B-71EF-7E4F3E279C14}"/>
              </a:ext>
            </a:extLst>
          </p:cNvPr>
          <p:cNvGrpSpPr/>
          <p:nvPr/>
        </p:nvGrpSpPr>
        <p:grpSpPr>
          <a:xfrm>
            <a:off x="9906000" y="1905000"/>
            <a:ext cx="1143000" cy="2336800"/>
            <a:chOff x="9906000" y="1905000"/>
            <a:chExt cx="1905000" cy="2921000"/>
          </a:xfrm>
        </p:grpSpPr>
        <p:sp useBgFill="1">
          <p:nvSpPr>
            <p:cNvPr id="9" name="矩形 8">
              <a:extLst>
                <a:ext uri="{FF2B5EF4-FFF2-40B4-BE49-F238E27FC236}">
                  <a16:creationId xmlns:a16="http://schemas.microsoft.com/office/drawing/2014/main" id="{74AAF497-83CF-098E-A438-0A3BF7B7C964}"/>
                </a:ext>
              </a:extLst>
            </p:cNvPr>
            <p:cNvSpPr/>
            <p:nvPr/>
          </p:nvSpPr>
          <p:spPr bwMode="white">
            <a:xfrm>
              <a:off x="9906000" y="1905000"/>
              <a:ext cx="1905000" cy="1524000"/>
            </a:xfrm>
            <a:prstGeom prst="rect">
              <a:avLst/>
            </a:prstGeom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5DD2E44-D1FE-4648-55AB-8FF74757833B}"/>
                </a:ext>
              </a:extLst>
            </p:cNvPr>
            <p:cNvSpPr/>
            <p:nvPr/>
          </p:nvSpPr>
          <p:spPr>
            <a:xfrm>
              <a:off x="9906000" y="3810000"/>
              <a:ext cx="1905000" cy="1016000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7514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2026-10-16T21:49:00Z</dcterms:created>
  <dcterms:modified xsi:type="dcterms:W3CDTF">2026-10-16T21:49:00Z</dcterms:modified>
</cp:coreProperties>
</file>