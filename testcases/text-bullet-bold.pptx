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276882-57A4-E32B-F2D1-BAEF285B4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BB51B5F-D0C7-8988-FD16-AD83DA2A70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16AD40-21A5-5B96-4F1C-C465491C6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CE41B-FEB7-4548-8AC0-763B1B2C670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4303F7-179D-9223-5908-F1267198D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425BC2-8491-AD24-DC2C-01C93F5A5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D278D-8BE6-4164-8ED6-4EF56B996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031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749557-5159-3A78-2EE4-7414BAC45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158D0B-D5F7-B831-6532-3A2C907F0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C33DE2-D075-D7D8-B903-2A14A2EF5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CE41B-FEB7-4548-8AC0-763B1B2C670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69A87F-E30A-9999-2AFF-F20D30D28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850E68-843D-05F4-241E-EACF9E2E2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D278D-8BE6-4164-8ED6-4EF56B996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1495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3DEC76-D7C8-7EC9-475B-B4CBA2EAC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C1618F-9D26-3F44-A15C-96EC1B648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B0011A-5DD3-DE4D-4E60-B28E8A15E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CE41B-FEB7-4548-8AC0-763B1B2C670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DC1B86-256D-7AF5-9C7B-4DB4D756F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AF477B-13E8-D6EF-37FC-795BFA2DA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D278D-8BE6-4164-8ED6-4EF56B996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139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A8ED14-62D7-F7A7-03E2-549047FE9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A99ACB-F2AD-F811-E868-F8A8355FAC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81F5DD-D951-1965-97BC-3585DBBB8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8B5193-FA19-5A3F-8026-8184091C5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CE41B-FEB7-4548-8AC0-763B1B2C670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C4F122-FBC9-D733-773F-F0B5EB1EE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6C9230-3C74-880D-00CF-86BA96568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D278D-8BE6-4164-8ED6-4EF56B996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69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C4B976-E3A4-F632-B8FC-9C0EDA639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C98660-899F-857F-F08D-3F132CC7D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94397C-8A61-6497-DE12-2A22FCEFC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F037DFD-A08C-C83D-6149-8F3A5EC3DF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0DAA914-C060-328B-A2D1-902DB1595C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081BE5C-D278-A251-097F-5C3201B57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CE41B-FEB7-4548-8AC0-763B1B2C670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4877CD-A685-E2A7-4C13-30BF82BFF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5E93AAA-7A4F-45E2-7066-6C9F978DD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D278D-8BE6-4164-8ED6-4EF56B996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528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B4726-082B-1713-3998-1790CAFFD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705955-2F70-FD8D-3771-93A4C49F8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CE41B-FEB7-4548-8AC0-763B1B2C670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FF36CC-4DC5-07B5-0DDB-57E686C87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8A4CCE-752C-0E28-67E3-BBCC38DA9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D278D-8BE6-4164-8ED6-4EF56B996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492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491D04-585A-47B0-3B9F-49C050832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CE41B-FEB7-4548-8AC0-763B1B2C670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2804261-C4F3-0AB6-3B76-25960509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6EBE73-050A-B0BE-C9D5-65EEE91E1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D278D-8BE6-4164-8ED6-4EF56B996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723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769585-A558-A8B9-6222-FBE7BEA08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A0BB26-3A57-2BB8-0154-A3D4B5B7E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451911-35B2-26DA-10EB-B372D9261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825207-AD30-00A8-44F0-01AE1FA30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CE41B-FEB7-4548-8AC0-763B1B2C670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6B0953-69D9-54DB-E9CE-AB5D95D43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32B245-F6E9-3E97-6BA8-E9ADF72C8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D278D-8BE6-4164-8ED6-4EF56B996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2287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BBA5B0-CEFF-F0E0-81D5-F600796D7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DF48610-03BE-057F-06BB-D6721ACEDB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16EEAD-64D4-3D3E-3B24-D956040A4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CA3E9C-8411-F639-C1C1-3043A9647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CE41B-FEB7-4548-8AC0-763B1B2C670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4EDA25-5DEE-0236-8E9B-2617CCF30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E12519-F697-C62C-22C7-5A4B334B4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D278D-8BE6-4164-8ED6-4EF56B996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291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038D7A-BF48-30BE-1A1F-0970E880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1AC8EC-86C7-8FA6-419A-976E3C7F9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ED349-B646-C240-5E79-D79F7874E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CE41B-FEB7-4548-8AC0-763B1B2C670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572C56-585C-8989-5FB2-B0C6E123F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C664F1-F8D1-3A87-BE4A-6CF81F4D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D278D-8BE6-4164-8ED6-4EF56B996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797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ACDFD06-78C4-E247-111A-F7E0B2078D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D774DB-99FA-0012-D028-DC4D67187A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0EA2C9-D6F4-A8F5-BEA0-4717432AE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CE41B-FEB7-4548-8AC0-763B1B2C670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4483A2-4514-68F2-251A-83B2B398A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60CD8F-8E09-E2B9-F2C9-550EFFDAD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D278D-8BE6-4164-8ED6-4EF56B996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566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C3140F-7E3C-4C82-7636-AF70ED72E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38D332-6E94-D88E-9112-52591E724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090E06-F856-65C7-6A45-DE111FB99A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CE41B-FEB7-4548-8AC0-763B1B2C6706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8B683C-897E-6AAB-A69E-546FE0DC26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7455F0-3F34-4315-A788-1AE1146637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5D278D-8BE6-4164-8ED6-4EF56B9966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287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89A115-A04A-1665-E8D0-C4EBA6B05115}"/>
              </a:ext>
            </a:extLst>
          </p:cNvPr>
          <p:cNvSpPr txBox="1"/>
          <p:nvPr/>
        </p:nvSpPr>
        <p:spPr>
          <a:xfrm>
            <a:off x="254000" y="1016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+mj-lt"/>
              <a:buAutoNum type="circleNumDbPlain"/>
            </a:pPr>
            <a:r>
              <a:rPr lang="zh-CN" altLang="en-US" sz="2400" b="1">
                <a:latin typeface="宋体"/>
                <a:ea typeface="宋体"/>
              </a:rPr>
              <a:t>一二三ABC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AB9148F-DFC7-4D69-A946-23AC62754B50}"/>
              </a:ext>
            </a:extLst>
          </p:cNvPr>
          <p:cNvSpPr txBox="1"/>
          <p:nvPr/>
        </p:nvSpPr>
        <p:spPr>
          <a:xfrm>
            <a:off x="6223000" y="1016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+mj-lt"/>
              <a:buAutoNum type="circleNumDbPlain"/>
            </a:pPr>
            <a:r>
              <a:rPr lang="zh-CN" altLang="en-US" sz="2400">
                <a:latin typeface="宋体"/>
                <a:ea typeface="宋体"/>
              </a:rPr>
              <a:t>一二三ABC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06D407-F9F4-AE32-C5AA-AB1FCCD4D9B0}"/>
              </a:ext>
            </a:extLst>
          </p:cNvPr>
          <p:cNvSpPr txBox="1"/>
          <p:nvPr/>
        </p:nvSpPr>
        <p:spPr>
          <a:xfrm>
            <a:off x="254000" y="5715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+mj-lt"/>
              <a:buAutoNum type="arabicPeriod"/>
            </a:pPr>
            <a:r>
              <a:rPr lang="zh-CN" altLang="en-US" sz="2400" b="1">
                <a:latin typeface="宋体"/>
                <a:ea typeface="宋体"/>
              </a:rPr>
              <a:t>一二三ABC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DD42A57-3D9D-8F5F-5AB8-2CC92A7C5915}"/>
              </a:ext>
            </a:extLst>
          </p:cNvPr>
          <p:cNvSpPr txBox="1"/>
          <p:nvPr/>
        </p:nvSpPr>
        <p:spPr>
          <a:xfrm>
            <a:off x="6223000" y="5715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+mj-lt"/>
              <a:buAutoNum type="arabicPeriod"/>
            </a:pPr>
            <a:r>
              <a:rPr lang="zh-CN" altLang="en-US" sz="2400">
                <a:latin typeface="宋体"/>
                <a:ea typeface="宋体"/>
              </a:rPr>
              <a:t>一二三ABC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7E2361-A730-325B-828A-875D0E1F6760}"/>
              </a:ext>
            </a:extLst>
          </p:cNvPr>
          <p:cNvSpPr txBox="1"/>
          <p:nvPr/>
        </p:nvSpPr>
        <p:spPr>
          <a:xfrm>
            <a:off x="254000" y="10414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+mj-lt"/>
              <a:buAutoNum type="ea1ChsPeriod"/>
            </a:pPr>
            <a:r>
              <a:rPr lang="zh-CN" altLang="en-US" sz="2400" b="1">
                <a:latin typeface="宋体"/>
                <a:ea typeface="宋体"/>
              </a:rPr>
              <a:t>一二三ABC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CC791C-0EA5-5075-0DD5-49ED6830EF01}"/>
              </a:ext>
            </a:extLst>
          </p:cNvPr>
          <p:cNvSpPr txBox="1"/>
          <p:nvPr/>
        </p:nvSpPr>
        <p:spPr>
          <a:xfrm>
            <a:off x="6223000" y="10414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+mj-lt"/>
              <a:buAutoNum type="ea1ChsPeriod"/>
            </a:pPr>
            <a:r>
              <a:rPr lang="zh-CN" altLang="en-US" sz="2400">
                <a:latin typeface="宋体"/>
                <a:ea typeface="宋体"/>
              </a:rPr>
              <a:t>一二三ABC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32A09B-79A7-FA48-6399-FE3336C315B2}"/>
              </a:ext>
            </a:extLst>
          </p:cNvPr>
          <p:cNvSpPr txBox="1"/>
          <p:nvPr/>
        </p:nvSpPr>
        <p:spPr>
          <a:xfrm>
            <a:off x="254000" y="15113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+mj-lt"/>
              <a:buAutoNum type="circleNumDbPlain"/>
            </a:pPr>
            <a:r>
              <a:rPr lang="zh-CN" altLang="en-US" sz="2400" b="1">
                <a:latin typeface="楷体"/>
                <a:ea typeface="楷体"/>
              </a:rPr>
              <a:t>一二三ABC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336A482-74D9-6745-C66E-A54B13F82410}"/>
              </a:ext>
            </a:extLst>
          </p:cNvPr>
          <p:cNvSpPr txBox="1"/>
          <p:nvPr/>
        </p:nvSpPr>
        <p:spPr>
          <a:xfrm>
            <a:off x="6223000" y="15113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+mj-lt"/>
              <a:buAutoNum type="circleNumDbPlain"/>
            </a:pPr>
            <a:r>
              <a:rPr lang="zh-CN" altLang="en-US" sz="2400">
                <a:latin typeface="楷体"/>
                <a:ea typeface="楷体"/>
              </a:rPr>
              <a:t>一二三ABC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E0F522-448B-021B-5478-B554DEACD50D}"/>
              </a:ext>
            </a:extLst>
          </p:cNvPr>
          <p:cNvSpPr txBox="1"/>
          <p:nvPr/>
        </p:nvSpPr>
        <p:spPr>
          <a:xfrm>
            <a:off x="254000" y="19812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+mj-lt"/>
              <a:buAutoNum type="arabicPeriod"/>
            </a:pPr>
            <a:r>
              <a:rPr lang="zh-CN" altLang="en-US" sz="2400" b="1">
                <a:latin typeface="楷体"/>
                <a:ea typeface="楷体"/>
              </a:rPr>
              <a:t>一二三ABC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9068C8-0492-E957-DF44-B14F6F3381C6}"/>
              </a:ext>
            </a:extLst>
          </p:cNvPr>
          <p:cNvSpPr txBox="1"/>
          <p:nvPr/>
        </p:nvSpPr>
        <p:spPr>
          <a:xfrm>
            <a:off x="6223000" y="19812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+mj-lt"/>
              <a:buAutoNum type="arabicPeriod"/>
            </a:pPr>
            <a:r>
              <a:rPr lang="zh-CN" altLang="en-US" sz="2400">
                <a:latin typeface="楷体"/>
                <a:ea typeface="楷体"/>
              </a:rPr>
              <a:t>一二三ABC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368B56F-4021-0461-C882-F5474E77EFBA}"/>
              </a:ext>
            </a:extLst>
          </p:cNvPr>
          <p:cNvSpPr txBox="1"/>
          <p:nvPr/>
        </p:nvSpPr>
        <p:spPr>
          <a:xfrm>
            <a:off x="254000" y="24511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+mj-lt"/>
              <a:buAutoNum type="ea1ChsPeriod"/>
            </a:pPr>
            <a:r>
              <a:rPr lang="zh-CN" altLang="en-US" sz="2400" b="1">
                <a:latin typeface="楷体"/>
                <a:ea typeface="楷体"/>
              </a:rPr>
              <a:t>一二三ABC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9884BE6-7F4C-F31E-705B-2D75218F2687}"/>
              </a:ext>
            </a:extLst>
          </p:cNvPr>
          <p:cNvSpPr txBox="1"/>
          <p:nvPr/>
        </p:nvSpPr>
        <p:spPr>
          <a:xfrm>
            <a:off x="6223000" y="24511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+mj-lt"/>
              <a:buAutoNum type="ea1ChsPeriod"/>
            </a:pPr>
            <a:r>
              <a:rPr lang="zh-CN" altLang="en-US" sz="2400">
                <a:latin typeface="楷体"/>
                <a:ea typeface="楷体"/>
              </a:rPr>
              <a:t>一二三ABC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8BD2938-97F5-9B5C-A605-0CF3245A7297}"/>
              </a:ext>
            </a:extLst>
          </p:cNvPr>
          <p:cNvSpPr txBox="1"/>
          <p:nvPr/>
        </p:nvSpPr>
        <p:spPr>
          <a:xfrm>
            <a:off x="254000" y="29210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+mj-lt"/>
              <a:buAutoNum type="circleNumDbPlain"/>
            </a:pPr>
            <a:r>
              <a:rPr lang="zh-CN" altLang="en-US" sz="2400" b="1">
                <a:latin typeface="黑体"/>
                <a:ea typeface="黑体"/>
              </a:rPr>
              <a:t>一二三ABC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0D611B2-9028-E672-343B-880B66138B7D}"/>
              </a:ext>
            </a:extLst>
          </p:cNvPr>
          <p:cNvSpPr txBox="1"/>
          <p:nvPr/>
        </p:nvSpPr>
        <p:spPr>
          <a:xfrm>
            <a:off x="6223000" y="29210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+mj-lt"/>
              <a:buAutoNum type="circleNumDbPlain"/>
            </a:pPr>
            <a:r>
              <a:rPr lang="zh-CN" altLang="en-US" sz="2400">
                <a:latin typeface="黑体"/>
                <a:ea typeface="黑体"/>
              </a:rPr>
              <a:t>一二三ABC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00F5ADA-EA5F-6C4B-E2B7-A646DD91ED15}"/>
              </a:ext>
            </a:extLst>
          </p:cNvPr>
          <p:cNvSpPr txBox="1"/>
          <p:nvPr/>
        </p:nvSpPr>
        <p:spPr>
          <a:xfrm>
            <a:off x="254000" y="33909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+mj-lt"/>
              <a:buAutoNum type="arabicPeriod"/>
            </a:pPr>
            <a:r>
              <a:rPr lang="zh-CN" altLang="en-US" sz="2400" b="1">
                <a:latin typeface="黑体"/>
                <a:ea typeface="黑体"/>
              </a:rPr>
              <a:t>一二三ABC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56FB3B7-99CA-A87F-0EE5-5537AE759A02}"/>
              </a:ext>
            </a:extLst>
          </p:cNvPr>
          <p:cNvSpPr txBox="1"/>
          <p:nvPr/>
        </p:nvSpPr>
        <p:spPr>
          <a:xfrm>
            <a:off x="6223000" y="33909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+mj-lt"/>
              <a:buAutoNum type="arabicPeriod"/>
            </a:pPr>
            <a:r>
              <a:rPr lang="zh-CN" altLang="en-US" sz="2400">
                <a:latin typeface="黑体"/>
                <a:ea typeface="黑体"/>
              </a:rPr>
              <a:t>一二三ABC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A941A7E-F2D5-F568-9F16-C28D94D639AD}"/>
              </a:ext>
            </a:extLst>
          </p:cNvPr>
          <p:cNvSpPr txBox="1"/>
          <p:nvPr/>
        </p:nvSpPr>
        <p:spPr>
          <a:xfrm>
            <a:off x="254000" y="38608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+mj-lt"/>
              <a:buAutoNum type="ea1ChsPeriod"/>
            </a:pPr>
            <a:r>
              <a:rPr lang="zh-CN" altLang="en-US" sz="2400" b="1">
                <a:latin typeface="黑体"/>
                <a:ea typeface="黑体"/>
              </a:rPr>
              <a:t>一二三ABC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AFB7C92-D7E3-D932-A898-857FD9543015}"/>
              </a:ext>
            </a:extLst>
          </p:cNvPr>
          <p:cNvSpPr txBox="1"/>
          <p:nvPr/>
        </p:nvSpPr>
        <p:spPr>
          <a:xfrm>
            <a:off x="6223000" y="38608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+mj-lt"/>
              <a:buAutoNum type="ea1ChsPeriod"/>
            </a:pPr>
            <a:r>
              <a:rPr lang="zh-CN" altLang="en-US" sz="2400">
                <a:latin typeface="黑体"/>
                <a:ea typeface="黑体"/>
              </a:rPr>
              <a:t>一二三ABC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1FCD05F-5A31-07C1-9CF1-BC692C437DE9}"/>
              </a:ext>
            </a:extLst>
          </p:cNvPr>
          <p:cNvSpPr txBox="1"/>
          <p:nvPr/>
        </p:nvSpPr>
        <p:spPr>
          <a:xfrm>
            <a:off x="254000" y="43307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+mj-lt"/>
              <a:buAutoNum type="circleNumDbPlain"/>
            </a:pPr>
            <a:r>
              <a:rPr lang="zh-CN" altLang="en-US" sz="2400" b="1">
                <a:latin typeface="微软雅黑"/>
                <a:ea typeface="微软雅黑"/>
              </a:rPr>
              <a:t>一二三ABC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A13456-4932-BC65-6887-93026341AB2F}"/>
              </a:ext>
            </a:extLst>
          </p:cNvPr>
          <p:cNvSpPr txBox="1"/>
          <p:nvPr/>
        </p:nvSpPr>
        <p:spPr>
          <a:xfrm>
            <a:off x="6223000" y="43307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+mj-lt"/>
              <a:buAutoNum type="circleNumDbPlain"/>
            </a:pPr>
            <a:r>
              <a:rPr lang="zh-CN" altLang="en-US" sz="2400">
                <a:latin typeface="微软雅黑"/>
                <a:ea typeface="微软雅黑"/>
              </a:rPr>
              <a:t>一二三ABC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B3675EC-908D-6D1B-9C8A-7761F2BD5342}"/>
              </a:ext>
            </a:extLst>
          </p:cNvPr>
          <p:cNvSpPr txBox="1"/>
          <p:nvPr/>
        </p:nvSpPr>
        <p:spPr>
          <a:xfrm>
            <a:off x="254000" y="48006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+mj-lt"/>
              <a:buAutoNum type="arabicPeriod"/>
            </a:pPr>
            <a:r>
              <a:rPr lang="zh-CN" altLang="en-US" sz="2400" b="1">
                <a:latin typeface="微软雅黑"/>
                <a:ea typeface="微软雅黑"/>
              </a:rPr>
              <a:t>一二三ABC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523B6BB-6571-E533-508D-E91E6587A96B}"/>
              </a:ext>
            </a:extLst>
          </p:cNvPr>
          <p:cNvSpPr txBox="1"/>
          <p:nvPr/>
        </p:nvSpPr>
        <p:spPr>
          <a:xfrm>
            <a:off x="6223000" y="48006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+mj-lt"/>
              <a:buAutoNum type="arabicPeriod"/>
            </a:pPr>
            <a:r>
              <a:rPr lang="zh-CN" altLang="en-US" sz="2400">
                <a:latin typeface="微软雅黑"/>
                <a:ea typeface="微软雅黑"/>
              </a:rPr>
              <a:t>一二三ABC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0FA8018-FAAA-F5AC-784F-B5B04FAD8926}"/>
              </a:ext>
            </a:extLst>
          </p:cNvPr>
          <p:cNvSpPr txBox="1"/>
          <p:nvPr/>
        </p:nvSpPr>
        <p:spPr>
          <a:xfrm>
            <a:off x="254000" y="52705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+mj-lt"/>
              <a:buAutoNum type="ea1ChsPeriod"/>
            </a:pPr>
            <a:r>
              <a:rPr lang="zh-CN" altLang="en-US" sz="2400" b="1">
                <a:latin typeface="微软雅黑"/>
                <a:ea typeface="微软雅黑"/>
              </a:rPr>
              <a:t>一二三ABC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FD4833C-52C2-F775-A345-1024A310036B}"/>
              </a:ext>
            </a:extLst>
          </p:cNvPr>
          <p:cNvSpPr txBox="1"/>
          <p:nvPr/>
        </p:nvSpPr>
        <p:spPr>
          <a:xfrm>
            <a:off x="6223000" y="52705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+mj-lt"/>
              <a:buAutoNum type="ea1ChsPeriod"/>
            </a:pPr>
            <a:r>
              <a:rPr lang="zh-CN" altLang="en-US" sz="2400">
                <a:latin typeface="微软雅黑"/>
                <a:ea typeface="微软雅黑"/>
              </a:rPr>
              <a:t>一二三ABC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C6ED1EA-5882-C722-8A64-B658936FC95F}"/>
              </a:ext>
            </a:extLst>
          </p:cNvPr>
          <p:cNvSpPr txBox="1"/>
          <p:nvPr/>
        </p:nvSpPr>
        <p:spPr>
          <a:xfrm>
            <a:off x="254000" y="57404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Wingdings" pitchFamily="2" charset="2"/>
              <a:buChar char="Ø"/>
            </a:pPr>
            <a:r>
              <a:rPr lang="zh-CN" altLang="en-US" sz="2400" b="1">
                <a:latin typeface="宋体"/>
                <a:ea typeface="宋体"/>
              </a:rPr>
              <a:t>一二三ABC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B786D0B-E8EB-F247-84E8-9EB38EE1D337}"/>
              </a:ext>
            </a:extLst>
          </p:cNvPr>
          <p:cNvSpPr txBox="1"/>
          <p:nvPr/>
        </p:nvSpPr>
        <p:spPr>
          <a:xfrm>
            <a:off x="6223000" y="57404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Font typeface="Wingdings" pitchFamily="2" charset="2"/>
              <a:buChar char="Ø"/>
            </a:pPr>
            <a:r>
              <a:rPr lang="zh-CN" altLang="en-US" sz="2400">
                <a:latin typeface="宋体"/>
                <a:ea typeface="宋体"/>
              </a:rPr>
              <a:t>一二三ABC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D8753A2-E6A6-3CD8-3845-3F605D3E12A1}"/>
              </a:ext>
            </a:extLst>
          </p:cNvPr>
          <p:cNvSpPr txBox="1"/>
          <p:nvPr/>
        </p:nvSpPr>
        <p:spPr>
          <a:xfrm>
            <a:off x="254000" y="62103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Char char="•"/>
            </a:pPr>
            <a:r>
              <a:rPr lang="zh-CN" altLang="en-US" sz="2400" b="1">
                <a:latin typeface="微软雅黑"/>
                <a:ea typeface="微软雅黑"/>
              </a:rPr>
              <a:t>一二三ABC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848CD55-3B1A-484C-AF2E-72DE954C57A1}"/>
              </a:ext>
            </a:extLst>
          </p:cNvPr>
          <p:cNvSpPr txBox="1"/>
          <p:nvPr/>
        </p:nvSpPr>
        <p:spPr>
          <a:xfrm>
            <a:off x="6223000" y="6210300"/>
            <a:ext cx="5715000" cy="4318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571500">
              <a:buChar char="•"/>
            </a:pPr>
            <a:r>
              <a:rPr lang="zh-CN" altLang="en-US" sz="2400">
                <a:latin typeface="微软雅黑"/>
                <a:ea typeface="微软雅黑"/>
              </a:rPr>
              <a:t>一二三ABC</a:t>
            </a:r>
          </a:p>
        </p:txBody>
      </p:sp>
    </p:spTree>
    <p:extLst>
      <p:ext uri="{BB962C8B-B14F-4D97-AF65-F5344CB8AC3E}">
        <p14:creationId xmlns:p14="http://schemas.microsoft.com/office/powerpoint/2010/main" val="1498194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自定义</PresentationFormat>
  <Paragraphs>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2026-10-23T14:22:24Z</dcterms:created>
  <dcterms:modified xsi:type="dcterms:W3CDTF">2026-10-23T14:22:24Z</dcterms:modified>
</cp:coreProperties>
</file>