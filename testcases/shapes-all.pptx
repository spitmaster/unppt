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AF6367-2020-719C-E935-2CD91FBD6F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DD72B53-164B-CEDF-B224-84DCF43BCA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A3EA63-404C-889D-50DE-32485C220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DEB6-5709-4FB3-A256-274ECD65DB3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4F51C5-BEED-6D57-4422-159EDC284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510265-2252-448D-D815-80FD7B9BA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927B4-2991-4C77-9D79-2C69D549E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6764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DD8D80-B25B-095A-F9E0-72CE1A776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468F54-9E72-DE35-1B2D-315925493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90C5B3-BD0A-66DA-B325-0FF9566D5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DEB6-5709-4FB3-A256-274ECD65DB3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187C45-8229-1172-98AE-CBCC6CCEF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E43C6E-D424-287B-3080-68112708A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927B4-2991-4C77-9D79-2C69D549E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87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AD814C-20FE-5264-8DA2-F18CBB47A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6120B2-2063-29A6-E366-1CA7EC1A3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B44849-4547-5CE6-822D-FA140C31E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DEB6-5709-4FB3-A256-274ECD65DB3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46B3D8-1C07-B753-9A8F-20005964E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79D7F8-C59A-F08F-0DBE-BA01165A4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927B4-2991-4C77-9D79-2C69D549E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1245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9EEB95-01BE-13E2-8EFD-8A3FB87AC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3F7443-6759-2FF4-EE57-35C693027C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88C3F2B-C787-7DAC-C138-5150A4EAA0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47EDCA-C71F-AF72-60BE-B70AEA36B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DEB6-5709-4FB3-A256-274ECD65DB3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2F012F-588E-602F-23F0-6CCA74522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97FD5C-59CC-0701-ACCC-F6E2D83D0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927B4-2991-4C77-9D79-2C69D549E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3049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AC5D49-D3D7-6ED4-0949-D9E94240C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ABEE65-BEAE-5AC1-F798-3816F4F72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8DDD7DB-7BED-46C8-3712-FFCE3CB87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525E66F-09DB-110A-03A1-B3F9E5D662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909606B-416B-5D81-1A0F-4F2DF20999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8EC236C-1C16-6F45-B9D5-714AE0A30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DEB6-5709-4FB3-A256-274ECD65DB3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CBFAE80-72C0-B134-BE67-B8412184C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9B41E76-0957-6C85-1509-2D04591B4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927B4-2991-4C77-9D79-2C69D549E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6715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580928-3CB3-FD6E-AAF2-FBCD19CAA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110E3D9-46DD-4CC2-5D61-BAF3C4476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DEB6-5709-4FB3-A256-274ECD65DB3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DE6F359-EA58-D210-3D2D-22CBA80E5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85F472F-6E02-5154-1A6A-D54365D30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927B4-2991-4C77-9D79-2C69D549E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268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1C5F772-A2DD-74CB-867C-50FADF1FE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DEB6-5709-4FB3-A256-274ECD65DB3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8084679-DFAC-2380-B17B-AE7A67E19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9D6204-3005-218F-350A-B51F93D5D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927B4-2991-4C77-9D79-2C69D549E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8068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1FD8C4-FB8A-0681-3098-589552A21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D01CC0-C079-2EC6-3759-887109DCA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37487B-9C0F-1F81-F086-54337118A4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8B4165-6D7C-D384-32F3-56F082559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DEB6-5709-4FB3-A256-274ECD65DB3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C511FE-4B43-3621-76CC-826E67228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737B3D-D9D7-E806-20B0-FBAE04A2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927B4-2991-4C77-9D79-2C69D549E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044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145647-37A7-111F-AF07-B720E7381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9B2F51F-F756-607B-63D3-5F52429ABC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EAECD1-61EB-BB19-97F3-6AE917877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20017B-CF41-D86E-CA59-BD07E496D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DEB6-5709-4FB3-A256-274ECD65DB3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D96BDA-7704-FF48-98C8-76695F69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38213B2-2FCF-41B5-B116-BDD8D580A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927B4-2991-4C77-9D79-2C69D549E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4340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B43D46-50BB-5964-E09E-166DE63E4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2914DBC-1223-15E9-741E-AB4B0E58C7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E3056D-9798-6264-658B-663A7AB26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DEB6-5709-4FB3-A256-274ECD65DB3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D47DBA-1B85-C390-3347-515EFF04D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C6F048-4EC5-CEA6-2594-F018096AF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927B4-2991-4C77-9D79-2C69D549E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808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234073C-8705-7731-0408-F87EB83407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2D770D3-70CB-9277-2221-63AFA3DD1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A3CD03-8E45-64C9-78F7-AC59C5D95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DEB6-5709-4FB3-A256-274ECD65DB3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3CC722-9B45-E331-5333-44CCAC4E2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8D697A-E62F-EAE8-A6FE-BAE430B1F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927B4-2991-4C77-9D79-2C69D549E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756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93ACB24-0EF7-BA03-6FFA-85E48BC44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9EB0A6-BB36-2545-17A5-4F70A7A24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082059-8621-BA09-3A83-074D417C1D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5DDEB6-5709-4FB3-A256-274ECD65DB3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5AF93D-6416-5064-B928-97D0540E85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40574D-051F-F10D-8250-CB39C40ECF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6927B4-2991-4C77-9D79-2C69D549E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589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E3D01FB-742A-728F-7E3D-EE7086EB4697}"/>
              </a:ext>
            </a:extLst>
          </p:cNvPr>
          <p:cNvSpPr/>
          <p:nvPr/>
        </p:nvSpPr>
        <p:spPr>
          <a:xfrm>
            <a:off x="254000" y="254000"/>
            <a:ext cx="1270000" cy="1651000"/>
          </a:xfrm>
          <a:prstGeom prst="rect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26A52F3C-7CAB-AE71-E2D9-B040F888D522}"/>
              </a:ext>
            </a:extLst>
          </p:cNvPr>
          <p:cNvSpPr/>
          <p:nvPr/>
        </p:nvSpPr>
        <p:spPr>
          <a:xfrm>
            <a:off x="1727200" y="254000"/>
            <a:ext cx="1270000" cy="1651000"/>
          </a:xfrm>
          <a:prstGeom prst="parallelogram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梯形 3">
            <a:extLst>
              <a:ext uri="{FF2B5EF4-FFF2-40B4-BE49-F238E27FC236}">
                <a16:creationId xmlns:a16="http://schemas.microsoft.com/office/drawing/2014/main" id="{04AB7184-C216-477C-9C05-8401AE074B7E}"/>
              </a:ext>
            </a:extLst>
          </p:cNvPr>
          <p:cNvSpPr/>
          <p:nvPr/>
        </p:nvSpPr>
        <p:spPr>
          <a:xfrm>
            <a:off x="3200400" y="254000"/>
            <a:ext cx="1270000" cy="1651000"/>
          </a:xfrm>
          <a:prstGeom prst="trapezoid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菱形 4">
            <a:extLst>
              <a:ext uri="{FF2B5EF4-FFF2-40B4-BE49-F238E27FC236}">
                <a16:creationId xmlns:a16="http://schemas.microsoft.com/office/drawing/2014/main" id="{05591F29-B065-2429-79D7-10370454551A}"/>
              </a:ext>
            </a:extLst>
          </p:cNvPr>
          <p:cNvSpPr/>
          <p:nvPr/>
        </p:nvSpPr>
        <p:spPr>
          <a:xfrm>
            <a:off x="4673600" y="254000"/>
            <a:ext cx="1270000" cy="1651000"/>
          </a:xfrm>
          <a:prstGeom prst="diamond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7A7374B-AA27-6754-6DE4-0C0DCBD2D8F8}"/>
              </a:ext>
            </a:extLst>
          </p:cNvPr>
          <p:cNvSpPr/>
          <p:nvPr/>
        </p:nvSpPr>
        <p:spPr>
          <a:xfrm>
            <a:off x="6146800" y="254000"/>
            <a:ext cx="1270000" cy="1651000"/>
          </a:xfrm>
          <a:prstGeom prst="roundRect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八边形 6">
            <a:extLst>
              <a:ext uri="{FF2B5EF4-FFF2-40B4-BE49-F238E27FC236}">
                <a16:creationId xmlns:a16="http://schemas.microsoft.com/office/drawing/2014/main" id="{D667A46E-39EC-42D4-DAFA-77C5DF6BD07A}"/>
              </a:ext>
            </a:extLst>
          </p:cNvPr>
          <p:cNvSpPr/>
          <p:nvPr/>
        </p:nvSpPr>
        <p:spPr>
          <a:xfrm>
            <a:off x="7620000" y="254000"/>
            <a:ext cx="1270000" cy="1651000"/>
          </a:xfrm>
          <a:prstGeom prst="octagon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B97BC5CB-202E-5E2C-B379-5A6E0D2BF1F9}"/>
              </a:ext>
            </a:extLst>
          </p:cNvPr>
          <p:cNvSpPr/>
          <p:nvPr/>
        </p:nvSpPr>
        <p:spPr>
          <a:xfrm>
            <a:off x="9093200" y="254000"/>
            <a:ext cx="1270000" cy="1651000"/>
          </a:xfrm>
          <a:prstGeom prst="triangle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直角三角形 8">
            <a:extLst>
              <a:ext uri="{FF2B5EF4-FFF2-40B4-BE49-F238E27FC236}">
                <a16:creationId xmlns:a16="http://schemas.microsoft.com/office/drawing/2014/main" id="{C8BCE88A-2A64-C8E3-9159-0290993F1493}"/>
              </a:ext>
            </a:extLst>
          </p:cNvPr>
          <p:cNvSpPr/>
          <p:nvPr/>
        </p:nvSpPr>
        <p:spPr>
          <a:xfrm>
            <a:off x="10566400" y="254000"/>
            <a:ext cx="1270000" cy="1651000"/>
          </a:xfrm>
          <a:prstGeom prst="rtTriangle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6D39694-0794-6050-F0AF-468733F40FF7}"/>
              </a:ext>
            </a:extLst>
          </p:cNvPr>
          <p:cNvSpPr/>
          <p:nvPr/>
        </p:nvSpPr>
        <p:spPr>
          <a:xfrm>
            <a:off x="254000" y="2413000"/>
            <a:ext cx="1270000" cy="1651000"/>
          </a:xfrm>
          <a:prstGeom prst="ellipse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六边形 10">
            <a:extLst>
              <a:ext uri="{FF2B5EF4-FFF2-40B4-BE49-F238E27FC236}">
                <a16:creationId xmlns:a16="http://schemas.microsoft.com/office/drawing/2014/main" id="{1F182F1C-AA5A-84B2-E5BB-CF3FA05277A8}"/>
              </a:ext>
            </a:extLst>
          </p:cNvPr>
          <p:cNvSpPr/>
          <p:nvPr/>
        </p:nvSpPr>
        <p:spPr>
          <a:xfrm>
            <a:off x="1727200" y="2413000"/>
            <a:ext cx="1270000" cy="1651000"/>
          </a:xfrm>
          <a:prstGeom prst="hexagon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十字形 11">
            <a:extLst>
              <a:ext uri="{FF2B5EF4-FFF2-40B4-BE49-F238E27FC236}">
                <a16:creationId xmlns:a16="http://schemas.microsoft.com/office/drawing/2014/main" id="{E6C720EA-6A11-8961-AED5-FCEEFD6CF61A}"/>
              </a:ext>
            </a:extLst>
          </p:cNvPr>
          <p:cNvSpPr/>
          <p:nvPr/>
        </p:nvSpPr>
        <p:spPr>
          <a:xfrm>
            <a:off x="3200400" y="2413000"/>
            <a:ext cx="1270000" cy="1651000"/>
          </a:xfrm>
          <a:prstGeom prst="plus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五边形 12">
            <a:extLst>
              <a:ext uri="{FF2B5EF4-FFF2-40B4-BE49-F238E27FC236}">
                <a16:creationId xmlns:a16="http://schemas.microsoft.com/office/drawing/2014/main" id="{2665B771-299B-F47B-02DE-D716FE090153}"/>
              </a:ext>
            </a:extLst>
          </p:cNvPr>
          <p:cNvSpPr/>
          <p:nvPr/>
        </p:nvSpPr>
        <p:spPr>
          <a:xfrm>
            <a:off x="4673600" y="2413000"/>
            <a:ext cx="1270000" cy="1651000"/>
          </a:xfrm>
          <a:prstGeom prst="pentagon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圆柱体 13">
            <a:extLst>
              <a:ext uri="{FF2B5EF4-FFF2-40B4-BE49-F238E27FC236}">
                <a16:creationId xmlns:a16="http://schemas.microsoft.com/office/drawing/2014/main" id="{AF7F6AAB-1B56-6B7E-4390-1FA6BD84BF03}"/>
              </a:ext>
            </a:extLst>
          </p:cNvPr>
          <p:cNvSpPr/>
          <p:nvPr/>
        </p:nvSpPr>
        <p:spPr>
          <a:xfrm>
            <a:off x="6146800" y="2413000"/>
            <a:ext cx="1270000" cy="1651000"/>
          </a:xfrm>
          <a:prstGeom prst="can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立方体 14">
            <a:extLst>
              <a:ext uri="{FF2B5EF4-FFF2-40B4-BE49-F238E27FC236}">
                <a16:creationId xmlns:a16="http://schemas.microsoft.com/office/drawing/2014/main" id="{935CDECB-BDEA-5304-B87E-AFFD30C13DC3}"/>
              </a:ext>
            </a:extLst>
          </p:cNvPr>
          <p:cNvSpPr/>
          <p:nvPr/>
        </p:nvSpPr>
        <p:spPr>
          <a:xfrm>
            <a:off x="7620000" y="2413000"/>
            <a:ext cx="1270000" cy="1651000"/>
          </a:xfrm>
          <a:prstGeom prst="cube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棱台 15">
            <a:extLst>
              <a:ext uri="{FF2B5EF4-FFF2-40B4-BE49-F238E27FC236}">
                <a16:creationId xmlns:a16="http://schemas.microsoft.com/office/drawing/2014/main" id="{E17BE77E-7FF9-143C-87C5-D28AB0993732}"/>
              </a:ext>
            </a:extLst>
          </p:cNvPr>
          <p:cNvSpPr/>
          <p:nvPr/>
        </p:nvSpPr>
        <p:spPr>
          <a:xfrm>
            <a:off x="9093200" y="2413000"/>
            <a:ext cx="1270000" cy="1651000"/>
          </a:xfrm>
          <a:prstGeom prst="bevel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折角 16">
            <a:extLst>
              <a:ext uri="{FF2B5EF4-FFF2-40B4-BE49-F238E27FC236}">
                <a16:creationId xmlns:a16="http://schemas.microsoft.com/office/drawing/2014/main" id="{3DDB1774-59E8-E822-1053-71A6B178E5B6}"/>
              </a:ext>
            </a:extLst>
          </p:cNvPr>
          <p:cNvSpPr/>
          <p:nvPr/>
        </p:nvSpPr>
        <p:spPr>
          <a:xfrm>
            <a:off x="10566400" y="2413000"/>
            <a:ext cx="1270000" cy="1651000"/>
          </a:xfrm>
          <a:prstGeom prst="foldedCorner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笑脸 17">
            <a:extLst>
              <a:ext uri="{FF2B5EF4-FFF2-40B4-BE49-F238E27FC236}">
                <a16:creationId xmlns:a16="http://schemas.microsoft.com/office/drawing/2014/main" id="{424A0096-5EAF-CA1D-DE33-1CB3388CB4F1}"/>
              </a:ext>
            </a:extLst>
          </p:cNvPr>
          <p:cNvSpPr/>
          <p:nvPr/>
        </p:nvSpPr>
        <p:spPr>
          <a:xfrm>
            <a:off x="254000" y="4572000"/>
            <a:ext cx="1270000" cy="1651000"/>
          </a:xfrm>
          <a:prstGeom prst="smileyFace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圆: 空心 18">
            <a:extLst>
              <a:ext uri="{FF2B5EF4-FFF2-40B4-BE49-F238E27FC236}">
                <a16:creationId xmlns:a16="http://schemas.microsoft.com/office/drawing/2014/main" id="{CD3CCF9F-00CC-7BAE-8143-3CDE5110D30B}"/>
              </a:ext>
            </a:extLst>
          </p:cNvPr>
          <p:cNvSpPr/>
          <p:nvPr/>
        </p:nvSpPr>
        <p:spPr>
          <a:xfrm>
            <a:off x="1727200" y="4572000"/>
            <a:ext cx="1270000" cy="1651000"/>
          </a:xfrm>
          <a:prstGeom prst="donut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禁止符 19">
            <a:extLst>
              <a:ext uri="{FF2B5EF4-FFF2-40B4-BE49-F238E27FC236}">
                <a16:creationId xmlns:a16="http://schemas.microsoft.com/office/drawing/2014/main" id="{AB62F9D9-487E-3BB1-12D8-B83BAD1A656A}"/>
              </a:ext>
            </a:extLst>
          </p:cNvPr>
          <p:cNvSpPr/>
          <p:nvPr/>
        </p:nvSpPr>
        <p:spPr>
          <a:xfrm>
            <a:off x="3200400" y="4572000"/>
            <a:ext cx="1270000" cy="1651000"/>
          </a:xfrm>
          <a:prstGeom prst="noSmoking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空心弧 20">
            <a:extLst>
              <a:ext uri="{FF2B5EF4-FFF2-40B4-BE49-F238E27FC236}">
                <a16:creationId xmlns:a16="http://schemas.microsoft.com/office/drawing/2014/main" id="{483413F3-4CA7-5A05-567F-DBC105DE85DB}"/>
              </a:ext>
            </a:extLst>
          </p:cNvPr>
          <p:cNvSpPr/>
          <p:nvPr/>
        </p:nvSpPr>
        <p:spPr>
          <a:xfrm>
            <a:off x="4673600" y="4572000"/>
            <a:ext cx="1270000" cy="1651000"/>
          </a:xfrm>
          <a:prstGeom prst="blockArc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2" name="心形 21">
            <a:extLst>
              <a:ext uri="{FF2B5EF4-FFF2-40B4-BE49-F238E27FC236}">
                <a16:creationId xmlns:a16="http://schemas.microsoft.com/office/drawing/2014/main" id="{968DDF03-22B5-CBF5-B94E-C2FFCA32D021}"/>
              </a:ext>
            </a:extLst>
          </p:cNvPr>
          <p:cNvSpPr/>
          <p:nvPr/>
        </p:nvSpPr>
        <p:spPr>
          <a:xfrm>
            <a:off x="6146800" y="4572000"/>
            <a:ext cx="1270000" cy="1651000"/>
          </a:xfrm>
          <a:prstGeom prst="heart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闪电形 22">
            <a:extLst>
              <a:ext uri="{FF2B5EF4-FFF2-40B4-BE49-F238E27FC236}">
                <a16:creationId xmlns:a16="http://schemas.microsoft.com/office/drawing/2014/main" id="{CAE560A6-B949-8B94-61EE-DD651F0808C4}"/>
              </a:ext>
            </a:extLst>
          </p:cNvPr>
          <p:cNvSpPr/>
          <p:nvPr/>
        </p:nvSpPr>
        <p:spPr>
          <a:xfrm>
            <a:off x="7620000" y="4572000"/>
            <a:ext cx="1270000" cy="1651000"/>
          </a:xfrm>
          <a:prstGeom prst="lightningBolt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太阳形 23">
            <a:extLst>
              <a:ext uri="{FF2B5EF4-FFF2-40B4-BE49-F238E27FC236}">
                <a16:creationId xmlns:a16="http://schemas.microsoft.com/office/drawing/2014/main" id="{0FA0C644-C2BB-8865-41C2-6A5FFB27574F}"/>
              </a:ext>
            </a:extLst>
          </p:cNvPr>
          <p:cNvSpPr/>
          <p:nvPr/>
        </p:nvSpPr>
        <p:spPr>
          <a:xfrm>
            <a:off x="9093200" y="4572000"/>
            <a:ext cx="1270000" cy="1651000"/>
          </a:xfrm>
          <a:prstGeom prst="sun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新月形 24">
            <a:extLst>
              <a:ext uri="{FF2B5EF4-FFF2-40B4-BE49-F238E27FC236}">
                <a16:creationId xmlns:a16="http://schemas.microsoft.com/office/drawing/2014/main" id="{6182BC1C-7C5E-FEB3-3E39-EC5B58F0E075}"/>
              </a:ext>
            </a:extLst>
          </p:cNvPr>
          <p:cNvSpPr/>
          <p:nvPr/>
        </p:nvSpPr>
        <p:spPr>
          <a:xfrm>
            <a:off x="10566400" y="4572000"/>
            <a:ext cx="1270000" cy="1651000"/>
          </a:xfrm>
          <a:prstGeom prst="moon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4028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弧形 1">
            <a:extLst>
              <a:ext uri="{FF2B5EF4-FFF2-40B4-BE49-F238E27FC236}">
                <a16:creationId xmlns:a16="http://schemas.microsoft.com/office/drawing/2014/main" id="{3A8874BD-CD02-5225-EBCF-BD0E83F7BC88}"/>
              </a:ext>
            </a:extLst>
          </p:cNvPr>
          <p:cNvSpPr/>
          <p:nvPr/>
        </p:nvSpPr>
        <p:spPr>
          <a:xfrm>
            <a:off x="-1016000" y="254000"/>
            <a:ext cx="2540000" cy="3302000"/>
          </a:xfrm>
          <a:prstGeom prst="arc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双括号 2">
            <a:extLst>
              <a:ext uri="{FF2B5EF4-FFF2-40B4-BE49-F238E27FC236}">
                <a16:creationId xmlns:a16="http://schemas.microsoft.com/office/drawing/2014/main" id="{62017138-ED41-5ADA-7DF6-6481360F63F9}"/>
              </a:ext>
            </a:extLst>
          </p:cNvPr>
          <p:cNvSpPr/>
          <p:nvPr/>
        </p:nvSpPr>
        <p:spPr>
          <a:xfrm>
            <a:off x="1727200" y="254000"/>
            <a:ext cx="1270000" cy="1651000"/>
          </a:xfrm>
          <a:prstGeom prst="bracketPair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双大括号 3">
            <a:extLst>
              <a:ext uri="{FF2B5EF4-FFF2-40B4-BE49-F238E27FC236}">
                <a16:creationId xmlns:a16="http://schemas.microsoft.com/office/drawing/2014/main" id="{EB9E4746-310F-1980-AD73-4200297CD234}"/>
              </a:ext>
            </a:extLst>
          </p:cNvPr>
          <p:cNvSpPr/>
          <p:nvPr/>
        </p:nvSpPr>
        <p:spPr>
          <a:xfrm>
            <a:off x="3200400" y="254000"/>
            <a:ext cx="1270000" cy="1651000"/>
          </a:xfrm>
          <a:prstGeom prst="bracePair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缺角矩形 4">
            <a:extLst>
              <a:ext uri="{FF2B5EF4-FFF2-40B4-BE49-F238E27FC236}">
                <a16:creationId xmlns:a16="http://schemas.microsoft.com/office/drawing/2014/main" id="{6AD982B7-FCFF-D5F7-FE9C-C692401696E0}"/>
              </a:ext>
            </a:extLst>
          </p:cNvPr>
          <p:cNvSpPr/>
          <p:nvPr/>
        </p:nvSpPr>
        <p:spPr>
          <a:xfrm>
            <a:off x="4673600" y="254000"/>
            <a:ext cx="1270000" cy="1651000"/>
          </a:xfrm>
          <a:prstGeom prst="plaque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左中括号 5">
            <a:extLst>
              <a:ext uri="{FF2B5EF4-FFF2-40B4-BE49-F238E27FC236}">
                <a16:creationId xmlns:a16="http://schemas.microsoft.com/office/drawing/2014/main" id="{B6610093-EDD5-1377-93EB-81638C71BBE9}"/>
              </a:ext>
            </a:extLst>
          </p:cNvPr>
          <p:cNvSpPr/>
          <p:nvPr/>
        </p:nvSpPr>
        <p:spPr>
          <a:xfrm>
            <a:off x="6146800" y="254000"/>
            <a:ext cx="1270000" cy="1651000"/>
          </a:xfrm>
          <a:prstGeom prst="leftBracket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右中括号 6">
            <a:extLst>
              <a:ext uri="{FF2B5EF4-FFF2-40B4-BE49-F238E27FC236}">
                <a16:creationId xmlns:a16="http://schemas.microsoft.com/office/drawing/2014/main" id="{B0921093-6385-7104-E5F2-BB77B25A8E66}"/>
              </a:ext>
            </a:extLst>
          </p:cNvPr>
          <p:cNvSpPr/>
          <p:nvPr/>
        </p:nvSpPr>
        <p:spPr>
          <a:xfrm>
            <a:off x="7620000" y="254000"/>
            <a:ext cx="1270000" cy="1651000"/>
          </a:xfrm>
          <a:prstGeom prst="rightBracket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左大括号 7">
            <a:extLst>
              <a:ext uri="{FF2B5EF4-FFF2-40B4-BE49-F238E27FC236}">
                <a16:creationId xmlns:a16="http://schemas.microsoft.com/office/drawing/2014/main" id="{DE836B7B-3A2A-90D4-B548-5EB9C35EA1AD}"/>
              </a:ext>
            </a:extLst>
          </p:cNvPr>
          <p:cNvSpPr/>
          <p:nvPr/>
        </p:nvSpPr>
        <p:spPr>
          <a:xfrm>
            <a:off x="9093200" y="254000"/>
            <a:ext cx="1270000" cy="1651000"/>
          </a:xfrm>
          <a:prstGeom prst="leftBrace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右大括号 8">
            <a:extLst>
              <a:ext uri="{FF2B5EF4-FFF2-40B4-BE49-F238E27FC236}">
                <a16:creationId xmlns:a16="http://schemas.microsoft.com/office/drawing/2014/main" id="{1B1B1A82-43BE-1E65-4F61-AEE43BAE6F25}"/>
              </a:ext>
            </a:extLst>
          </p:cNvPr>
          <p:cNvSpPr/>
          <p:nvPr/>
        </p:nvSpPr>
        <p:spPr>
          <a:xfrm>
            <a:off x="10566400" y="254000"/>
            <a:ext cx="1270000" cy="1651000"/>
          </a:xfrm>
          <a:prstGeom prst="rightBrace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855F219A-C257-2BB0-647E-58D2F633C159}"/>
              </a:ext>
            </a:extLst>
          </p:cNvPr>
          <p:cNvSpPr/>
          <p:nvPr/>
        </p:nvSpPr>
        <p:spPr>
          <a:xfrm>
            <a:off x="254000" y="2413000"/>
            <a:ext cx="1270000" cy="1651000"/>
          </a:xfrm>
          <a:prstGeom prst="rightArrow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左 10">
            <a:extLst>
              <a:ext uri="{FF2B5EF4-FFF2-40B4-BE49-F238E27FC236}">
                <a16:creationId xmlns:a16="http://schemas.microsoft.com/office/drawing/2014/main" id="{0C7B0592-F8CB-DDDD-BC0B-E0DC2D231715}"/>
              </a:ext>
            </a:extLst>
          </p:cNvPr>
          <p:cNvSpPr/>
          <p:nvPr/>
        </p:nvSpPr>
        <p:spPr>
          <a:xfrm>
            <a:off x="1727200" y="2413000"/>
            <a:ext cx="1270000" cy="1651000"/>
          </a:xfrm>
          <a:prstGeom prst="leftArrow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上 11">
            <a:extLst>
              <a:ext uri="{FF2B5EF4-FFF2-40B4-BE49-F238E27FC236}">
                <a16:creationId xmlns:a16="http://schemas.microsoft.com/office/drawing/2014/main" id="{4C9FE4DB-ADC8-7A0C-A20D-9DC4083B152B}"/>
              </a:ext>
            </a:extLst>
          </p:cNvPr>
          <p:cNvSpPr/>
          <p:nvPr/>
        </p:nvSpPr>
        <p:spPr>
          <a:xfrm>
            <a:off x="3200400" y="2413000"/>
            <a:ext cx="1270000" cy="1651000"/>
          </a:xfrm>
          <a:prstGeom prst="upArrow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6C049B18-358B-7FC8-A1F0-8F1345DC3576}"/>
              </a:ext>
            </a:extLst>
          </p:cNvPr>
          <p:cNvSpPr/>
          <p:nvPr/>
        </p:nvSpPr>
        <p:spPr>
          <a:xfrm>
            <a:off x="4673600" y="2413000"/>
            <a:ext cx="1270000" cy="1651000"/>
          </a:xfrm>
          <a:prstGeom prst="downArrow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左右 13">
            <a:extLst>
              <a:ext uri="{FF2B5EF4-FFF2-40B4-BE49-F238E27FC236}">
                <a16:creationId xmlns:a16="http://schemas.microsoft.com/office/drawing/2014/main" id="{DC3A55DD-E8EE-3C89-2A49-E1F2E3E3F2AB}"/>
              </a:ext>
            </a:extLst>
          </p:cNvPr>
          <p:cNvSpPr/>
          <p:nvPr/>
        </p:nvSpPr>
        <p:spPr>
          <a:xfrm>
            <a:off x="6146800" y="2413000"/>
            <a:ext cx="1270000" cy="1651000"/>
          </a:xfrm>
          <a:prstGeom prst="leftRightArrow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上下 14">
            <a:extLst>
              <a:ext uri="{FF2B5EF4-FFF2-40B4-BE49-F238E27FC236}">
                <a16:creationId xmlns:a16="http://schemas.microsoft.com/office/drawing/2014/main" id="{4B717D4F-0204-29CF-9AEE-D3CCD0C595BC}"/>
              </a:ext>
            </a:extLst>
          </p:cNvPr>
          <p:cNvSpPr/>
          <p:nvPr/>
        </p:nvSpPr>
        <p:spPr>
          <a:xfrm>
            <a:off x="7620000" y="2413000"/>
            <a:ext cx="1270000" cy="1651000"/>
          </a:xfrm>
          <a:prstGeom prst="upDownArrow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十字 15">
            <a:extLst>
              <a:ext uri="{FF2B5EF4-FFF2-40B4-BE49-F238E27FC236}">
                <a16:creationId xmlns:a16="http://schemas.microsoft.com/office/drawing/2014/main" id="{BE4A720B-4B11-472E-E4EE-BEBCF7E8E530}"/>
              </a:ext>
            </a:extLst>
          </p:cNvPr>
          <p:cNvSpPr/>
          <p:nvPr/>
        </p:nvSpPr>
        <p:spPr>
          <a:xfrm>
            <a:off x="9093200" y="2413000"/>
            <a:ext cx="1270000" cy="1651000"/>
          </a:xfrm>
          <a:prstGeom prst="quadArrow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丁字 16">
            <a:extLst>
              <a:ext uri="{FF2B5EF4-FFF2-40B4-BE49-F238E27FC236}">
                <a16:creationId xmlns:a16="http://schemas.microsoft.com/office/drawing/2014/main" id="{96769CBE-F1F3-F916-CB64-6D38FC3E6AFE}"/>
              </a:ext>
            </a:extLst>
          </p:cNvPr>
          <p:cNvSpPr/>
          <p:nvPr/>
        </p:nvSpPr>
        <p:spPr>
          <a:xfrm>
            <a:off x="10566400" y="2413000"/>
            <a:ext cx="1270000" cy="1651000"/>
          </a:xfrm>
          <a:prstGeom prst="leftRightUpArrow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圆角右 17">
            <a:extLst>
              <a:ext uri="{FF2B5EF4-FFF2-40B4-BE49-F238E27FC236}">
                <a16:creationId xmlns:a16="http://schemas.microsoft.com/office/drawing/2014/main" id="{9EC56322-B8BA-0BAF-3AD6-84137A8DFA6D}"/>
              </a:ext>
            </a:extLst>
          </p:cNvPr>
          <p:cNvSpPr/>
          <p:nvPr/>
        </p:nvSpPr>
        <p:spPr>
          <a:xfrm>
            <a:off x="254000" y="4572000"/>
            <a:ext cx="1270000" cy="1651000"/>
          </a:xfrm>
          <a:prstGeom prst="bentArrow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箭头: 手杖形 18">
            <a:extLst>
              <a:ext uri="{FF2B5EF4-FFF2-40B4-BE49-F238E27FC236}">
                <a16:creationId xmlns:a16="http://schemas.microsoft.com/office/drawing/2014/main" id="{84812216-2128-F0BE-7A8D-4EBFCB8C37C7}"/>
              </a:ext>
            </a:extLst>
          </p:cNvPr>
          <p:cNvSpPr/>
          <p:nvPr/>
        </p:nvSpPr>
        <p:spPr>
          <a:xfrm>
            <a:off x="1727200" y="4572000"/>
            <a:ext cx="1270000" cy="1651000"/>
          </a:xfrm>
          <a:prstGeom prst="uturnArrow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箭头: 直角双向 19">
            <a:extLst>
              <a:ext uri="{FF2B5EF4-FFF2-40B4-BE49-F238E27FC236}">
                <a16:creationId xmlns:a16="http://schemas.microsoft.com/office/drawing/2014/main" id="{BE8D0A05-CD7E-88D0-298B-88786085E460}"/>
              </a:ext>
            </a:extLst>
          </p:cNvPr>
          <p:cNvSpPr/>
          <p:nvPr/>
        </p:nvSpPr>
        <p:spPr>
          <a:xfrm>
            <a:off x="3200400" y="4572000"/>
            <a:ext cx="1270000" cy="1651000"/>
          </a:xfrm>
          <a:prstGeom prst="leftUpArrow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箭头: 直角上 20">
            <a:extLst>
              <a:ext uri="{FF2B5EF4-FFF2-40B4-BE49-F238E27FC236}">
                <a16:creationId xmlns:a16="http://schemas.microsoft.com/office/drawing/2014/main" id="{693AAA4C-FCEA-0328-1099-838E229DE9D7}"/>
              </a:ext>
            </a:extLst>
          </p:cNvPr>
          <p:cNvSpPr/>
          <p:nvPr/>
        </p:nvSpPr>
        <p:spPr>
          <a:xfrm>
            <a:off x="4673600" y="4572000"/>
            <a:ext cx="1270000" cy="1651000"/>
          </a:xfrm>
          <a:prstGeom prst="bentUpArrow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左弧形 21">
            <a:extLst>
              <a:ext uri="{FF2B5EF4-FFF2-40B4-BE49-F238E27FC236}">
                <a16:creationId xmlns:a16="http://schemas.microsoft.com/office/drawing/2014/main" id="{A0FDBCDC-A84C-FEAB-D9E7-16494057728C}"/>
              </a:ext>
            </a:extLst>
          </p:cNvPr>
          <p:cNvSpPr/>
          <p:nvPr/>
        </p:nvSpPr>
        <p:spPr>
          <a:xfrm>
            <a:off x="6146800" y="4572000"/>
            <a:ext cx="1270000" cy="1651000"/>
          </a:xfrm>
          <a:prstGeom prst="curvedRightArrow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箭头: 右弧形 22">
            <a:extLst>
              <a:ext uri="{FF2B5EF4-FFF2-40B4-BE49-F238E27FC236}">
                <a16:creationId xmlns:a16="http://schemas.microsoft.com/office/drawing/2014/main" id="{DB0B422D-30DF-B1DF-D743-B388D3329AAE}"/>
              </a:ext>
            </a:extLst>
          </p:cNvPr>
          <p:cNvSpPr/>
          <p:nvPr/>
        </p:nvSpPr>
        <p:spPr>
          <a:xfrm>
            <a:off x="7620000" y="4572000"/>
            <a:ext cx="1270000" cy="1651000"/>
          </a:xfrm>
          <a:prstGeom prst="curvedLeftArrow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箭头: 下弧形 23">
            <a:extLst>
              <a:ext uri="{FF2B5EF4-FFF2-40B4-BE49-F238E27FC236}">
                <a16:creationId xmlns:a16="http://schemas.microsoft.com/office/drawing/2014/main" id="{45629A92-CD6B-2C43-1C3D-9C8C738E2456}"/>
              </a:ext>
            </a:extLst>
          </p:cNvPr>
          <p:cNvSpPr/>
          <p:nvPr/>
        </p:nvSpPr>
        <p:spPr>
          <a:xfrm>
            <a:off x="9093200" y="4572000"/>
            <a:ext cx="1270000" cy="1651000"/>
          </a:xfrm>
          <a:prstGeom prst="curvedUpArrow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5" name="箭头: 上弧形 24">
            <a:extLst>
              <a:ext uri="{FF2B5EF4-FFF2-40B4-BE49-F238E27FC236}">
                <a16:creationId xmlns:a16="http://schemas.microsoft.com/office/drawing/2014/main" id="{D5872AF0-466C-EA56-D6E1-74FC03E4B4D3}"/>
              </a:ext>
            </a:extLst>
          </p:cNvPr>
          <p:cNvSpPr/>
          <p:nvPr/>
        </p:nvSpPr>
        <p:spPr>
          <a:xfrm>
            <a:off x="10566400" y="4572000"/>
            <a:ext cx="1270000" cy="1651000"/>
          </a:xfrm>
          <a:prstGeom prst="curvedDownArrow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3798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虚尾 1">
            <a:extLst>
              <a:ext uri="{FF2B5EF4-FFF2-40B4-BE49-F238E27FC236}">
                <a16:creationId xmlns:a16="http://schemas.microsoft.com/office/drawing/2014/main" id="{128AC216-3BCE-3C39-6601-4214908578FD}"/>
              </a:ext>
            </a:extLst>
          </p:cNvPr>
          <p:cNvSpPr/>
          <p:nvPr/>
        </p:nvSpPr>
        <p:spPr>
          <a:xfrm>
            <a:off x="254000" y="254000"/>
            <a:ext cx="1270000" cy="1651000"/>
          </a:xfrm>
          <a:prstGeom prst="stripedRightArrow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箭头: 燕尾形 2">
            <a:extLst>
              <a:ext uri="{FF2B5EF4-FFF2-40B4-BE49-F238E27FC236}">
                <a16:creationId xmlns:a16="http://schemas.microsoft.com/office/drawing/2014/main" id="{6BDACB85-3410-CCA7-E9A7-28ECED6A8CFD}"/>
              </a:ext>
            </a:extLst>
          </p:cNvPr>
          <p:cNvSpPr/>
          <p:nvPr/>
        </p:nvSpPr>
        <p:spPr>
          <a:xfrm>
            <a:off x="1727200" y="254000"/>
            <a:ext cx="1270000" cy="1651000"/>
          </a:xfrm>
          <a:prstGeom prst="notchedRightArrow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A3CB096A-DB06-DCA1-8C99-0A89410CDD73}"/>
              </a:ext>
            </a:extLst>
          </p:cNvPr>
          <p:cNvSpPr/>
          <p:nvPr/>
        </p:nvSpPr>
        <p:spPr>
          <a:xfrm>
            <a:off x="3200400" y="254000"/>
            <a:ext cx="1270000" cy="1651000"/>
          </a:xfrm>
          <a:prstGeom prst="homePlate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6AF9FF29-2971-EB76-5714-CD402125D577}"/>
              </a:ext>
            </a:extLst>
          </p:cNvPr>
          <p:cNvSpPr/>
          <p:nvPr/>
        </p:nvSpPr>
        <p:spPr>
          <a:xfrm>
            <a:off x="4673600" y="254000"/>
            <a:ext cx="1270000" cy="1651000"/>
          </a:xfrm>
          <a:prstGeom prst="chevron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标注: 右箭头 5">
            <a:extLst>
              <a:ext uri="{FF2B5EF4-FFF2-40B4-BE49-F238E27FC236}">
                <a16:creationId xmlns:a16="http://schemas.microsoft.com/office/drawing/2014/main" id="{4D0C840D-EA6A-381B-8F3F-C73AEA1221E0}"/>
              </a:ext>
            </a:extLst>
          </p:cNvPr>
          <p:cNvSpPr/>
          <p:nvPr/>
        </p:nvSpPr>
        <p:spPr>
          <a:xfrm>
            <a:off x="6146800" y="254000"/>
            <a:ext cx="1270000" cy="1651000"/>
          </a:xfrm>
          <a:prstGeom prst="rightArrowCallout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注: 左箭头 6">
            <a:extLst>
              <a:ext uri="{FF2B5EF4-FFF2-40B4-BE49-F238E27FC236}">
                <a16:creationId xmlns:a16="http://schemas.microsoft.com/office/drawing/2014/main" id="{A779C455-22E1-7F51-31CE-BB1FD1AC175F}"/>
              </a:ext>
            </a:extLst>
          </p:cNvPr>
          <p:cNvSpPr/>
          <p:nvPr/>
        </p:nvSpPr>
        <p:spPr>
          <a:xfrm>
            <a:off x="7620000" y="254000"/>
            <a:ext cx="1270000" cy="1651000"/>
          </a:xfrm>
          <a:prstGeom prst="leftArrowCallout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注: 上箭头 7">
            <a:extLst>
              <a:ext uri="{FF2B5EF4-FFF2-40B4-BE49-F238E27FC236}">
                <a16:creationId xmlns:a16="http://schemas.microsoft.com/office/drawing/2014/main" id="{E3A13296-6C1A-0287-126B-31CEF2731EDE}"/>
              </a:ext>
            </a:extLst>
          </p:cNvPr>
          <p:cNvSpPr/>
          <p:nvPr/>
        </p:nvSpPr>
        <p:spPr>
          <a:xfrm>
            <a:off x="9093200" y="254000"/>
            <a:ext cx="1270000" cy="1651000"/>
          </a:xfrm>
          <a:prstGeom prst="upArrowCallout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注: 下箭头 8">
            <a:extLst>
              <a:ext uri="{FF2B5EF4-FFF2-40B4-BE49-F238E27FC236}">
                <a16:creationId xmlns:a16="http://schemas.microsoft.com/office/drawing/2014/main" id="{C37FF224-B076-48C1-B74A-4FFE7DAFE01C}"/>
              </a:ext>
            </a:extLst>
          </p:cNvPr>
          <p:cNvSpPr/>
          <p:nvPr/>
        </p:nvSpPr>
        <p:spPr>
          <a:xfrm>
            <a:off x="10566400" y="254000"/>
            <a:ext cx="1270000" cy="1651000"/>
          </a:xfrm>
          <a:prstGeom prst="downArrowCallout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标注: 左右箭头 9">
            <a:extLst>
              <a:ext uri="{FF2B5EF4-FFF2-40B4-BE49-F238E27FC236}">
                <a16:creationId xmlns:a16="http://schemas.microsoft.com/office/drawing/2014/main" id="{DB298268-9414-BB9F-C088-42B3EB5A0595}"/>
              </a:ext>
            </a:extLst>
          </p:cNvPr>
          <p:cNvSpPr/>
          <p:nvPr/>
        </p:nvSpPr>
        <p:spPr>
          <a:xfrm>
            <a:off x="254000" y="2413000"/>
            <a:ext cx="1270000" cy="1651000"/>
          </a:xfrm>
          <a:prstGeom prst="leftRightArrowCallout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标注: 上下箭头 10">
            <a:extLst>
              <a:ext uri="{FF2B5EF4-FFF2-40B4-BE49-F238E27FC236}">
                <a16:creationId xmlns:a16="http://schemas.microsoft.com/office/drawing/2014/main" id="{22D7AE16-A7E6-02E0-7604-6C6961414114}"/>
              </a:ext>
            </a:extLst>
          </p:cNvPr>
          <p:cNvSpPr/>
          <p:nvPr/>
        </p:nvSpPr>
        <p:spPr>
          <a:xfrm>
            <a:off x="1727200" y="2413000"/>
            <a:ext cx="1270000" cy="1651000"/>
          </a:xfrm>
          <a:prstGeom prst="upDownArrowCallout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标注: 十字箭头 11">
            <a:extLst>
              <a:ext uri="{FF2B5EF4-FFF2-40B4-BE49-F238E27FC236}">
                <a16:creationId xmlns:a16="http://schemas.microsoft.com/office/drawing/2014/main" id="{73DF77DC-B2AF-C1C5-F817-28A10874C110}"/>
              </a:ext>
            </a:extLst>
          </p:cNvPr>
          <p:cNvSpPr/>
          <p:nvPr/>
        </p:nvSpPr>
        <p:spPr>
          <a:xfrm>
            <a:off x="3200400" y="2413000"/>
            <a:ext cx="1270000" cy="1651000"/>
          </a:xfrm>
          <a:prstGeom prst="quadArrowCallout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环形 12">
            <a:extLst>
              <a:ext uri="{FF2B5EF4-FFF2-40B4-BE49-F238E27FC236}">
                <a16:creationId xmlns:a16="http://schemas.microsoft.com/office/drawing/2014/main" id="{A0B726B7-DE95-1DDE-CD4A-FBCB7BAE09B8}"/>
              </a:ext>
            </a:extLst>
          </p:cNvPr>
          <p:cNvSpPr/>
          <p:nvPr/>
        </p:nvSpPr>
        <p:spPr>
          <a:xfrm>
            <a:off x="4673600" y="2413000"/>
            <a:ext cx="1270000" cy="1651000"/>
          </a:xfrm>
          <a:prstGeom prst="circularArrow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流程图: 过程 13">
            <a:extLst>
              <a:ext uri="{FF2B5EF4-FFF2-40B4-BE49-F238E27FC236}">
                <a16:creationId xmlns:a16="http://schemas.microsoft.com/office/drawing/2014/main" id="{9446B8ED-5113-A15B-55A4-C6FF776138EF}"/>
              </a:ext>
            </a:extLst>
          </p:cNvPr>
          <p:cNvSpPr/>
          <p:nvPr/>
        </p:nvSpPr>
        <p:spPr>
          <a:xfrm>
            <a:off x="6146800" y="2413000"/>
            <a:ext cx="1270000" cy="1651000"/>
          </a:xfrm>
          <a:prstGeom prst="flowChartProcess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流程图: 可选过程 14">
            <a:extLst>
              <a:ext uri="{FF2B5EF4-FFF2-40B4-BE49-F238E27FC236}">
                <a16:creationId xmlns:a16="http://schemas.microsoft.com/office/drawing/2014/main" id="{AB34C89E-5FAE-281D-99E8-73CD4D178536}"/>
              </a:ext>
            </a:extLst>
          </p:cNvPr>
          <p:cNvSpPr/>
          <p:nvPr/>
        </p:nvSpPr>
        <p:spPr>
          <a:xfrm>
            <a:off x="7620000" y="2413000"/>
            <a:ext cx="1270000" cy="1651000"/>
          </a:xfrm>
          <a:prstGeom prst="flowChartAlternateProcess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流程图: 决策 15">
            <a:extLst>
              <a:ext uri="{FF2B5EF4-FFF2-40B4-BE49-F238E27FC236}">
                <a16:creationId xmlns:a16="http://schemas.microsoft.com/office/drawing/2014/main" id="{ECBBCB3F-5808-F5FC-EC01-0D82E44CA761}"/>
              </a:ext>
            </a:extLst>
          </p:cNvPr>
          <p:cNvSpPr/>
          <p:nvPr/>
        </p:nvSpPr>
        <p:spPr>
          <a:xfrm>
            <a:off x="9093200" y="2413000"/>
            <a:ext cx="1270000" cy="1651000"/>
          </a:xfrm>
          <a:prstGeom prst="flowChartDecision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流程图: 数据 16">
            <a:extLst>
              <a:ext uri="{FF2B5EF4-FFF2-40B4-BE49-F238E27FC236}">
                <a16:creationId xmlns:a16="http://schemas.microsoft.com/office/drawing/2014/main" id="{B3FECACA-0340-C143-9C34-11635EE8FA25}"/>
              </a:ext>
            </a:extLst>
          </p:cNvPr>
          <p:cNvSpPr/>
          <p:nvPr/>
        </p:nvSpPr>
        <p:spPr>
          <a:xfrm>
            <a:off x="10566400" y="2413000"/>
            <a:ext cx="1270000" cy="1651000"/>
          </a:xfrm>
          <a:prstGeom prst="flowChartInputOutput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流程图: 预定义过程 17">
            <a:extLst>
              <a:ext uri="{FF2B5EF4-FFF2-40B4-BE49-F238E27FC236}">
                <a16:creationId xmlns:a16="http://schemas.microsoft.com/office/drawing/2014/main" id="{D9494088-8B78-7F87-4430-A0D2DFB5757D}"/>
              </a:ext>
            </a:extLst>
          </p:cNvPr>
          <p:cNvSpPr/>
          <p:nvPr/>
        </p:nvSpPr>
        <p:spPr>
          <a:xfrm>
            <a:off x="254000" y="4572000"/>
            <a:ext cx="1270000" cy="1651000"/>
          </a:xfrm>
          <a:prstGeom prst="flowChartPredefinedProcess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流程图: 内部贮存 18">
            <a:extLst>
              <a:ext uri="{FF2B5EF4-FFF2-40B4-BE49-F238E27FC236}">
                <a16:creationId xmlns:a16="http://schemas.microsoft.com/office/drawing/2014/main" id="{1E196D27-6A15-8EB1-6C7C-46ACAC324C8D}"/>
              </a:ext>
            </a:extLst>
          </p:cNvPr>
          <p:cNvSpPr/>
          <p:nvPr/>
        </p:nvSpPr>
        <p:spPr>
          <a:xfrm>
            <a:off x="1727200" y="4572000"/>
            <a:ext cx="1270000" cy="1651000"/>
          </a:xfrm>
          <a:prstGeom prst="flowChartInternalStorage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流程图: 文档 19">
            <a:extLst>
              <a:ext uri="{FF2B5EF4-FFF2-40B4-BE49-F238E27FC236}">
                <a16:creationId xmlns:a16="http://schemas.microsoft.com/office/drawing/2014/main" id="{5420D835-CB55-E692-7B8D-518FC4F88340}"/>
              </a:ext>
            </a:extLst>
          </p:cNvPr>
          <p:cNvSpPr/>
          <p:nvPr/>
        </p:nvSpPr>
        <p:spPr>
          <a:xfrm>
            <a:off x="3200400" y="4572000"/>
            <a:ext cx="1270000" cy="1651000"/>
          </a:xfrm>
          <a:prstGeom prst="flowChartDocument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流程图: 多文档 20">
            <a:extLst>
              <a:ext uri="{FF2B5EF4-FFF2-40B4-BE49-F238E27FC236}">
                <a16:creationId xmlns:a16="http://schemas.microsoft.com/office/drawing/2014/main" id="{D77283BA-1987-45AD-7AB6-C04456CF66F1}"/>
              </a:ext>
            </a:extLst>
          </p:cNvPr>
          <p:cNvSpPr/>
          <p:nvPr/>
        </p:nvSpPr>
        <p:spPr>
          <a:xfrm>
            <a:off x="4673600" y="4572000"/>
            <a:ext cx="1270000" cy="1651000"/>
          </a:xfrm>
          <a:prstGeom prst="flowChartMultidocument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流程图: 终止 21">
            <a:extLst>
              <a:ext uri="{FF2B5EF4-FFF2-40B4-BE49-F238E27FC236}">
                <a16:creationId xmlns:a16="http://schemas.microsoft.com/office/drawing/2014/main" id="{054CD78A-2918-3D21-DCAE-4589DDE9A8E6}"/>
              </a:ext>
            </a:extLst>
          </p:cNvPr>
          <p:cNvSpPr/>
          <p:nvPr/>
        </p:nvSpPr>
        <p:spPr>
          <a:xfrm>
            <a:off x="6146800" y="4572000"/>
            <a:ext cx="1270000" cy="1651000"/>
          </a:xfrm>
          <a:prstGeom prst="flowChartTerminator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流程图: 准备 22">
            <a:extLst>
              <a:ext uri="{FF2B5EF4-FFF2-40B4-BE49-F238E27FC236}">
                <a16:creationId xmlns:a16="http://schemas.microsoft.com/office/drawing/2014/main" id="{01FCF893-9F6A-E5FA-C494-2A220D9EACB2}"/>
              </a:ext>
            </a:extLst>
          </p:cNvPr>
          <p:cNvSpPr/>
          <p:nvPr/>
        </p:nvSpPr>
        <p:spPr>
          <a:xfrm>
            <a:off x="7620000" y="4572000"/>
            <a:ext cx="1270000" cy="1651000"/>
          </a:xfrm>
          <a:prstGeom prst="flowChartPreparation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流程图: 手动输入 23">
            <a:extLst>
              <a:ext uri="{FF2B5EF4-FFF2-40B4-BE49-F238E27FC236}">
                <a16:creationId xmlns:a16="http://schemas.microsoft.com/office/drawing/2014/main" id="{AC7A3B92-177A-13B6-6DF5-3E738F8BC692}"/>
              </a:ext>
            </a:extLst>
          </p:cNvPr>
          <p:cNvSpPr/>
          <p:nvPr/>
        </p:nvSpPr>
        <p:spPr>
          <a:xfrm>
            <a:off x="9093200" y="4572000"/>
            <a:ext cx="1270000" cy="1651000"/>
          </a:xfrm>
          <a:prstGeom prst="flowChartManualInput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流程图: 手动操作 24">
            <a:extLst>
              <a:ext uri="{FF2B5EF4-FFF2-40B4-BE49-F238E27FC236}">
                <a16:creationId xmlns:a16="http://schemas.microsoft.com/office/drawing/2014/main" id="{851FD76E-0919-BA4F-4B23-E2415EF07F6A}"/>
              </a:ext>
            </a:extLst>
          </p:cNvPr>
          <p:cNvSpPr/>
          <p:nvPr/>
        </p:nvSpPr>
        <p:spPr>
          <a:xfrm>
            <a:off x="10566400" y="4572000"/>
            <a:ext cx="1270000" cy="1651000"/>
          </a:xfrm>
          <a:prstGeom prst="flowChartManualOperation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0457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接点 1">
            <a:extLst>
              <a:ext uri="{FF2B5EF4-FFF2-40B4-BE49-F238E27FC236}">
                <a16:creationId xmlns:a16="http://schemas.microsoft.com/office/drawing/2014/main" id="{BD7B03ED-FA05-96D5-538B-25AE78540E91}"/>
              </a:ext>
            </a:extLst>
          </p:cNvPr>
          <p:cNvSpPr/>
          <p:nvPr/>
        </p:nvSpPr>
        <p:spPr>
          <a:xfrm>
            <a:off x="254000" y="254000"/>
            <a:ext cx="1270000" cy="1651000"/>
          </a:xfrm>
          <a:prstGeom prst="flowChartConnector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流程图: 离页连接符 2">
            <a:extLst>
              <a:ext uri="{FF2B5EF4-FFF2-40B4-BE49-F238E27FC236}">
                <a16:creationId xmlns:a16="http://schemas.microsoft.com/office/drawing/2014/main" id="{F658E771-EA32-C8AD-A5FB-72A2448424C3}"/>
              </a:ext>
            </a:extLst>
          </p:cNvPr>
          <p:cNvSpPr/>
          <p:nvPr/>
        </p:nvSpPr>
        <p:spPr>
          <a:xfrm>
            <a:off x="1727200" y="254000"/>
            <a:ext cx="1270000" cy="1651000"/>
          </a:xfrm>
          <a:prstGeom prst="flowChartOffpageConnector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流程图: 卡片 3">
            <a:extLst>
              <a:ext uri="{FF2B5EF4-FFF2-40B4-BE49-F238E27FC236}">
                <a16:creationId xmlns:a16="http://schemas.microsoft.com/office/drawing/2014/main" id="{E770F8E5-CED1-A6AA-E495-81A32F8BDAB8}"/>
              </a:ext>
            </a:extLst>
          </p:cNvPr>
          <p:cNvSpPr/>
          <p:nvPr/>
        </p:nvSpPr>
        <p:spPr>
          <a:xfrm>
            <a:off x="3200400" y="254000"/>
            <a:ext cx="1270000" cy="1651000"/>
          </a:xfrm>
          <a:prstGeom prst="flowChartPunchedCard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流程图: 资料带 4">
            <a:extLst>
              <a:ext uri="{FF2B5EF4-FFF2-40B4-BE49-F238E27FC236}">
                <a16:creationId xmlns:a16="http://schemas.microsoft.com/office/drawing/2014/main" id="{327F0FDA-4613-A6E8-AF60-8DEAB9A46BEC}"/>
              </a:ext>
            </a:extLst>
          </p:cNvPr>
          <p:cNvSpPr/>
          <p:nvPr/>
        </p:nvSpPr>
        <p:spPr>
          <a:xfrm>
            <a:off x="4673600" y="254000"/>
            <a:ext cx="1270000" cy="1651000"/>
          </a:xfrm>
          <a:prstGeom prst="flowChartPunchedTape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流程图: 汇总连接 5">
            <a:extLst>
              <a:ext uri="{FF2B5EF4-FFF2-40B4-BE49-F238E27FC236}">
                <a16:creationId xmlns:a16="http://schemas.microsoft.com/office/drawing/2014/main" id="{46CA1B74-39BD-3347-3A88-B14EE90B29DB}"/>
              </a:ext>
            </a:extLst>
          </p:cNvPr>
          <p:cNvSpPr/>
          <p:nvPr/>
        </p:nvSpPr>
        <p:spPr>
          <a:xfrm>
            <a:off x="6146800" y="254000"/>
            <a:ext cx="1270000" cy="1651000"/>
          </a:xfrm>
          <a:prstGeom prst="flowChartSummingJunction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流程图: 或者 6">
            <a:extLst>
              <a:ext uri="{FF2B5EF4-FFF2-40B4-BE49-F238E27FC236}">
                <a16:creationId xmlns:a16="http://schemas.microsoft.com/office/drawing/2014/main" id="{CE43F0CD-4308-5CEB-52D9-0A3AC3D1D31F}"/>
              </a:ext>
            </a:extLst>
          </p:cNvPr>
          <p:cNvSpPr/>
          <p:nvPr/>
        </p:nvSpPr>
        <p:spPr>
          <a:xfrm>
            <a:off x="7620000" y="254000"/>
            <a:ext cx="1270000" cy="1651000"/>
          </a:xfrm>
          <a:prstGeom prst="flowChartOr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流程图: 对照 7">
            <a:extLst>
              <a:ext uri="{FF2B5EF4-FFF2-40B4-BE49-F238E27FC236}">
                <a16:creationId xmlns:a16="http://schemas.microsoft.com/office/drawing/2014/main" id="{7769BB0A-124B-15FF-5BB2-AD5753308756}"/>
              </a:ext>
            </a:extLst>
          </p:cNvPr>
          <p:cNvSpPr/>
          <p:nvPr/>
        </p:nvSpPr>
        <p:spPr>
          <a:xfrm>
            <a:off x="9093200" y="254000"/>
            <a:ext cx="1270000" cy="1651000"/>
          </a:xfrm>
          <a:prstGeom prst="flowChartCollate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流程图: 排序 8">
            <a:extLst>
              <a:ext uri="{FF2B5EF4-FFF2-40B4-BE49-F238E27FC236}">
                <a16:creationId xmlns:a16="http://schemas.microsoft.com/office/drawing/2014/main" id="{D4114467-054F-5CF8-3F8D-AB12DF4E5F97}"/>
              </a:ext>
            </a:extLst>
          </p:cNvPr>
          <p:cNvSpPr/>
          <p:nvPr/>
        </p:nvSpPr>
        <p:spPr>
          <a:xfrm>
            <a:off x="10566400" y="254000"/>
            <a:ext cx="1270000" cy="1651000"/>
          </a:xfrm>
          <a:prstGeom prst="flowChartSort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摘录 9">
            <a:extLst>
              <a:ext uri="{FF2B5EF4-FFF2-40B4-BE49-F238E27FC236}">
                <a16:creationId xmlns:a16="http://schemas.microsoft.com/office/drawing/2014/main" id="{E6FC5101-5BB8-6577-6D06-579BD9C2B0ED}"/>
              </a:ext>
            </a:extLst>
          </p:cNvPr>
          <p:cNvSpPr/>
          <p:nvPr/>
        </p:nvSpPr>
        <p:spPr>
          <a:xfrm>
            <a:off x="254000" y="2413000"/>
            <a:ext cx="1270000" cy="1651000"/>
          </a:xfrm>
          <a:prstGeom prst="flowChartExtract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流程图: 合并 10">
            <a:extLst>
              <a:ext uri="{FF2B5EF4-FFF2-40B4-BE49-F238E27FC236}">
                <a16:creationId xmlns:a16="http://schemas.microsoft.com/office/drawing/2014/main" id="{BB54FE0C-EDDD-9549-C54E-22464FA1DC81}"/>
              </a:ext>
            </a:extLst>
          </p:cNvPr>
          <p:cNvSpPr/>
          <p:nvPr/>
        </p:nvSpPr>
        <p:spPr>
          <a:xfrm>
            <a:off x="1727200" y="2413000"/>
            <a:ext cx="1270000" cy="1651000"/>
          </a:xfrm>
          <a:prstGeom prst="flowChartMerge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流程图: 存储数据 11">
            <a:extLst>
              <a:ext uri="{FF2B5EF4-FFF2-40B4-BE49-F238E27FC236}">
                <a16:creationId xmlns:a16="http://schemas.microsoft.com/office/drawing/2014/main" id="{520F9BE0-3180-CAE0-8E28-33020A022EA6}"/>
              </a:ext>
            </a:extLst>
          </p:cNvPr>
          <p:cNvSpPr/>
          <p:nvPr/>
        </p:nvSpPr>
        <p:spPr>
          <a:xfrm>
            <a:off x="3200400" y="2413000"/>
            <a:ext cx="1270000" cy="1651000"/>
          </a:xfrm>
          <a:prstGeom prst="flowChartOnlineStorage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流程图: 延期 12">
            <a:extLst>
              <a:ext uri="{FF2B5EF4-FFF2-40B4-BE49-F238E27FC236}">
                <a16:creationId xmlns:a16="http://schemas.microsoft.com/office/drawing/2014/main" id="{C27FEBE2-CAF0-1594-BDE1-F2B55976B038}"/>
              </a:ext>
            </a:extLst>
          </p:cNvPr>
          <p:cNvSpPr/>
          <p:nvPr/>
        </p:nvSpPr>
        <p:spPr>
          <a:xfrm>
            <a:off x="4673600" y="2413000"/>
            <a:ext cx="1270000" cy="1651000"/>
          </a:xfrm>
          <a:prstGeom prst="flowChartDelay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流程图: 顺序访问存储器 13">
            <a:extLst>
              <a:ext uri="{FF2B5EF4-FFF2-40B4-BE49-F238E27FC236}">
                <a16:creationId xmlns:a16="http://schemas.microsoft.com/office/drawing/2014/main" id="{8C0F56E8-48E8-5037-29D8-0D7AC9D0B596}"/>
              </a:ext>
            </a:extLst>
          </p:cNvPr>
          <p:cNvSpPr/>
          <p:nvPr/>
        </p:nvSpPr>
        <p:spPr>
          <a:xfrm>
            <a:off x="6146800" y="2413000"/>
            <a:ext cx="1270000" cy="1651000"/>
          </a:xfrm>
          <a:prstGeom prst="flowChartMagneticTape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流程图: 磁盘 14">
            <a:extLst>
              <a:ext uri="{FF2B5EF4-FFF2-40B4-BE49-F238E27FC236}">
                <a16:creationId xmlns:a16="http://schemas.microsoft.com/office/drawing/2014/main" id="{D66362C8-0753-0C51-D9CB-2323A8CC0C27}"/>
              </a:ext>
            </a:extLst>
          </p:cNvPr>
          <p:cNvSpPr/>
          <p:nvPr/>
        </p:nvSpPr>
        <p:spPr>
          <a:xfrm>
            <a:off x="7620000" y="2413000"/>
            <a:ext cx="1270000" cy="1651000"/>
          </a:xfrm>
          <a:prstGeom prst="flowChartMagneticDisk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流程图: 直接访问存储器 15">
            <a:extLst>
              <a:ext uri="{FF2B5EF4-FFF2-40B4-BE49-F238E27FC236}">
                <a16:creationId xmlns:a16="http://schemas.microsoft.com/office/drawing/2014/main" id="{E1504DF2-6B25-276D-10C4-A707F2724817}"/>
              </a:ext>
            </a:extLst>
          </p:cNvPr>
          <p:cNvSpPr/>
          <p:nvPr/>
        </p:nvSpPr>
        <p:spPr>
          <a:xfrm>
            <a:off x="9093200" y="2413000"/>
            <a:ext cx="1270000" cy="1651000"/>
          </a:xfrm>
          <a:prstGeom prst="flowChartMagneticDrum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流程图: 显示 16">
            <a:extLst>
              <a:ext uri="{FF2B5EF4-FFF2-40B4-BE49-F238E27FC236}">
                <a16:creationId xmlns:a16="http://schemas.microsoft.com/office/drawing/2014/main" id="{E127299C-754D-AB14-CB1C-FEDB30F720C0}"/>
              </a:ext>
            </a:extLst>
          </p:cNvPr>
          <p:cNvSpPr/>
          <p:nvPr/>
        </p:nvSpPr>
        <p:spPr>
          <a:xfrm>
            <a:off x="10566400" y="2413000"/>
            <a:ext cx="1270000" cy="1651000"/>
          </a:xfrm>
          <a:prstGeom prst="flowChartDisplay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爆炸形: 8 pt  17">
            <a:extLst>
              <a:ext uri="{FF2B5EF4-FFF2-40B4-BE49-F238E27FC236}">
                <a16:creationId xmlns:a16="http://schemas.microsoft.com/office/drawing/2014/main" id="{354C539F-32AF-B39F-97CB-7FF6A2FBF9AC}"/>
              </a:ext>
            </a:extLst>
          </p:cNvPr>
          <p:cNvSpPr/>
          <p:nvPr/>
        </p:nvSpPr>
        <p:spPr>
          <a:xfrm>
            <a:off x="254000" y="4572000"/>
            <a:ext cx="1270000" cy="1651000"/>
          </a:xfrm>
          <a:prstGeom prst="irregularSeal1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爆炸形: 14 pt  18">
            <a:extLst>
              <a:ext uri="{FF2B5EF4-FFF2-40B4-BE49-F238E27FC236}">
                <a16:creationId xmlns:a16="http://schemas.microsoft.com/office/drawing/2014/main" id="{570703BC-F671-BB99-FE0E-8CEBC9C39BA0}"/>
              </a:ext>
            </a:extLst>
          </p:cNvPr>
          <p:cNvSpPr/>
          <p:nvPr/>
        </p:nvSpPr>
        <p:spPr>
          <a:xfrm>
            <a:off x="1727200" y="4572000"/>
            <a:ext cx="1270000" cy="1651000"/>
          </a:xfrm>
          <a:prstGeom prst="irregularSeal2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星形: 四角 19">
            <a:extLst>
              <a:ext uri="{FF2B5EF4-FFF2-40B4-BE49-F238E27FC236}">
                <a16:creationId xmlns:a16="http://schemas.microsoft.com/office/drawing/2014/main" id="{1F875C45-E51A-C18F-A5F2-41CCBBE5E374}"/>
              </a:ext>
            </a:extLst>
          </p:cNvPr>
          <p:cNvSpPr/>
          <p:nvPr/>
        </p:nvSpPr>
        <p:spPr>
          <a:xfrm>
            <a:off x="3200400" y="4572000"/>
            <a:ext cx="1270000" cy="1651000"/>
          </a:xfrm>
          <a:prstGeom prst="star4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星形: 五角 20">
            <a:extLst>
              <a:ext uri="{FF2B5EF4-FFF2-40B4-BE49-F238E27FC236}">
                <a16:creationId xmlns:a16="http://schemas.microsoft.com/office/drawing/2014/main" id="{4F1294DD-0254-34BE-AE48-4D2E1E898607}"/>
              </a:ext>
            </a:extLst>
          </p:cNvPr>
          <p:cNvSpPr/>
          <p:nvPr/>
        </p:nvSpPr>
        <p:spPr>
          <a:xfrm>
            <a:off x="4673600" y="4572000"/>
            <a:ext cx="1270000" cy="1651000"/>
          </a:xfrm>
          <a:prstGeom prst="star5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星形: 八角 21">
            <a:extLst>
              <a:ext uri="{FF2B5EF4-FFF2-40B4-BE49-F238E27FC236}">
                <a16:creationId xmlns:a16="http://schemas.microsoft.com/office/drawing/2014/main" id="{B8494823-C4F5-24D3-5AE6-F6D69C9EBAD6}"/>
              </a:ext>
            </a:extLst>
          </p:cNvPr>
          <p:cNvSpPr/>
          <p:nvPr/>
        </p:nvSpPr>
        <p:spPr>
          <a:xfrm>
            <a:off x="6146800" y="4572000"/>
            <a:ext cx="1270000" cy="1651000"/>
          </a:xfrm>
          <a:prstGeom prst="star8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星形: 十六角 22">
            <a:extLst>
              <a:ext uri="{FF2B5EF4-FFF2-40B4-BE49-F238E27FC236}">
                <a16:creationId xmlns:a16="http://schemas.microsoft.com/office/drawing/2014/main" id="{273CF80F-15B8-FD7B-177D-1478A04F2EED}"/>
              </a:ext>
            </a:extLst>
          </p:cNvPr>
          <p:cNvSpPr/>
          <p:nvPr/>
        </p:nvSpPr>
        <p:spPr>
          <a:xfrm>
            <a:off x="7620000" y="4572000"/>
            <a:ext cx="1270000" cy="1651000"/>
          </a:xfrm>
          <a:prstGeom prst="star16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星形: 二十四角 23">
            <a:extLst>
              <a:ext uri="{FF2B5EF4-FFF2-40B4-BE49-F238E27FC236}">
                <a16:creationId xmlns:a16="http://schemas.microsoft.com/office/drawing/2014/main" id="{BD6C4780-6298-D8DA-855C-6FD3CA99C327}"/>
              </a:ext>
            </a:extLst>
          </p:cNvPr>
          <p:cNvSpPr/>
          <p:nvPr/>
        </p:nvSpPr>
        <p:spPr>
          <a:xfrm>
            <a:off x="9093200" y="4572000"/>
            <a:ext cx="1270000" cy="1651000"/>
          </a:xfrm>
          <a:prstGeom prst="star24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星形: 三十二角 24">
            <a:extLst>
              <a:ext uri="{FF2B5EF4-FFF2-40B4-BE49-F238E27FC236}">
                <a16:creationId xmlns:a16="http://schemas.microsoft.com/office/drawing/2014/main" id="{393F4FE0-6EE8-92FE-741A-B2EC23F138A2}"/>
              </a:ext>
            </a:extLst>
          </p:cNvPr>
          <p:cNvSpPr/>
          <p:nvPr/>
        </p:nvSpPr>
        <p:spPr>
          <a:xfrm>
            <a:off x="10566400" y="4572000"/>
            <a:ext cx="1270000" cy="1651000"/>
          </a:xfrm>
          <a:prstGeom prst="star32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684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带形: 上凸 1">
            <a:extLst>
              <a:ext uri="{FF2B5EF4-FFF2-40B4-BE49-F238E27FC236}">
                <a16:creationId xmlns:a16="http://schemas.microsoft.com/office/drawing/2014/main" id="{9C9237B3-325C-F810-BDCE-2F6F5B15DF16}"/>
              </a:ext>
            </a:extLst>
          </p:cNvPr>
          <p:cNvSpPr/>
          <p:nvPr/>
        </p:nvSpPr>
        <p:spPr>
          <a:xfrm>
            <a:off x="254000" y="254000"/>
            <a:ext cx="1270000" cy="1651000"/>
          </a:xfrm>
          <a:prstGeom prst="ribbon2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带形: 前凸 2">
            <a:extLst>
              <a:ext uri="{FF2B5EF4-FFF2-40B4-BE49-F238E27FC236}">
                <a16:creationId xmlns:a16="http://schemas.microsoft.com/office/drawing/2014/main" id="{1CD0A8AB-7045-64EF-C481-D4C6C4CC8057}"/>
              </a:ext>
            </a:extLst>
          </p:cNvPr>
          <p:cNvSpPr/>
          <p:nvPr/>
        </p:nvSpPr>
        <p:spPr>
          <a:xfrm>
            <a:off x="1727200" y="254000"/>
            <a:ext cx="1270000" cy="1651000"/>
          </a:xfrm>
          <a:prstGeom prst="ribbon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带形: 上凸弯 3">
            <a:extLst>
              <a:ext uri="{FF2B5EF4-FFF2-40B4-BE49-F238E27FC236}">
                <a16:creationId xmlns:a16="http://schemas.microsoft.com/office/drawing/2014/main" id="{E4058640-AEA6-A612-A756-245A1CE51A06}"/>
              </a:ext>
            </a:extLst>
          </p:cNvPr>
          <p:cNvSpPr/>
          <p:nvPr/>
        </p:nvSpPr>
        <p:spPr>
          <a:xfrm>
            <a:off x="3200400" y="254000"/>
            <a:ext cx="1270000" cy="1651000"/>
          </a:xfrm>
          <a:prstGeom prst="ellipseRibbon2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带形: 前凸弯 4">
            <a:extLst>
              <a:ext uri="{FF2B5EF4-FFF2-40B4-BE49-F238E27FC236}">
                <a16:creationId xmlns:a16="http://schemas.microsoft.com/office/drawing/2014/main" id="{59DB6CEA-B698-4EC0-2D36-300ABDD91766}"/>
              </a:ext>
            </a:extLst>
          </p:cNvPr>
          <p:cNvSpPr/>
          <p:nvPr/>
        </p:nvSpPr>
        <p:spPr>
          <a:xfrm>
            <a:off x="4673600" y="254000"/>
            <a:ext cx="1270000" cy="1651000"/>
          </a:xfrm>
          <a:prstGeom prst="ellipseRibbon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卷形: 垂直 5">
            <a:extLst>
              <a:ext uri="{FF2B5EF4-FFF2-40B4-BE49-F238E27FC236}">
                <a16:creationId xmlns:a16="http://schemas.microsoft.com/office/drawing/2014/main" id="{968926EE-983F-3C58-6A28-CAB05BF3CE62}"/>
              </a:ext>
            </a:extLst>
          </p:cNvPr>
          <p:cNvSpPr/>
          <p:nvPr/>
        </p:nvSpPr>
        <p:spPr>
          <a:xfrm>
            <a:off x="6146800" y="254000"/>
            <a:ext cx="1270000" cy="1651000"/>
          </a:xfrm>
          <a:prstGeom prst="verticalScroll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卷形: 水平 6">
            <a:extLst>
              <a:ext uri="{FF2B5EF4-FFF2-40B4-BE49-F238E27FC236}">
                <a16:creationId xmlns:a16="http://schemas.microsoft.com/office/drawing/2014/main" id="{84AB4B88-BB5D-52FA-4B9F-AA6AD250A13F}"/>
              </a:ext>
            </a:extLst>
          </p:cNvPr>
          <p:cNvSpPr/>
          <p:nvPr/>
        </p:nvSpPr>
        <p:spPr>
          <a:xfrm>
            <a:off x="7620000" y="254000"/>
            <a:ext cx="1270000" cy="1651000"/>
          </a:xfrm>
          <a:prstGeom prst="horizontalScroll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波形 7">
            <a:extLst>
              <a:ext uri="{FF2B5EF4-FFF2-40B4-BE49-F238E27FC236}">
                <a16:creationId xmlns:a16="http://schemas.microsoft.com/office/drawing/2014/main" id="{4F9D4D46-6F94-C673-399B-F7C984315487}"/>
              </a:ext>
            </a:extLst>
          </p:cNvPr>
          <p:cNvSpPr/>
          <p:nvPr/>
        </p:nvSpPr>
        <p:spPr>
          <a:xfrm>
            <a:off x="9093200" y="254000"/>
            <a:ext cx="1270000" cy="1651000"/>
          </a:xfrm>
          <a:prstGeom prst="wave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双波形 8">
            <a:extLst>
              <a:ext uri="{FF2B5EF4-FFF2-40B4-BE49-F238E27FC236}">
                <a16:creationId xmlns:a16="http://schemas.microsoft.com/office/drawing/2014/main" id="{4FC9A1F6-512B-2F81-05F3-74E30AECB582}"/>
              </a:ext>
            </a:extLst>
          </p:cNvPr>
          <p:cNvSpPr/>
          <p:nvPr/>
        </p:nvSpPr>
        <p:spPr>
          <a:xfrm>
            <a:off x="10566400" y="254000"/>
            <a:ext cx="1270000" cy="1651000"/>
          </a:xfrm>
          <a:prstGeom prst="doubleWave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对话气泡: 矩形 9">
            <a:extLst>
              <a:ext uri="{FF2B5EF4-FFF2-40B4-BE49-F238E27FC236}">
                <a16:creationId xmlns:a16="http://schemas.microsoft.com/office/drawing/2014/main" id="{4E274F5A-0E21-FA91-05A9-B916672A9DF0}"/>
              </a:ext>
            </a:extLst>
          </p:cNvPr>
          <p:cNvSpPr/>
          <p:nvPr/>
        </p:nvSpPr>
        <p:spPr>
          <a:xfrm>
            <a:off x="254000" y="2413000"/>
            <a:ext cx="1270000" cy="1651000"/>
          </a:xfrm>
          <a:prstGeom prst="wedgeRectCallout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51483E66-5493-8BF0-B229-0C123707C8FF}"/>
              </a:ext>
            </a:extLst>
          </p:cNvPr>
          <p:cNvSpPr/>
          <p:nvPr/>
        </p:nvSpPr>
        <p:spPr>
          <a:xfrm>
            <a:off x="1727200" y="2413000"/>
            <a:ext cx="1270000" cy="1651000"/>
          </a:xfrm>
          <a:prstGeom prst="wedgeRoundRectCallout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对话气泡: 椭圆形 11">
            <a:extLst>
              <a:ext uri="{FF2B5EF4-FFF2-40B4-BE49-F238E27FC236}">
                <a16:creationId xmlns:a16="http://schemas.microsoft.com/office/drawing/2014/main" id="{95436FDA-F011-E86E-0E6E-1DD1A3216AC5}"/>
              </a:ext>
            </a:extLst>
          </p:cNvPr>
          <p:cNvSpPr/>
          <p:nvPr/>
        </p:nvSpPr>
        <p:spPr>
          <a:xfrm>
            <a:off x="3200400" y="2413000"/>
            <a:ext cx="1270000" cy="1651000"/>
          </a:xfrm>
          <a:prstGeom prst="wedgeEllipseCallout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思想气泡: 云 12">
            <a:extLst>
              <a:ext uri="{FF2B5EF4-FFF2-40B4-BE49-F238E27FC236}">
                <a16:creationId xmlns:a16="http://schemas.microsoft.com/office/drawing/2014/main" id="{E3B69564-322D-46F9-F6A2-5407C4745491}"/>
              </a:ext>
            </a:extLst>
          </p:cNvPr>
          <p:cNvSpPr/>
          <p:nvPr/>
        </p:nvSpPr>
        <p:spPr>
          <a:xfrm>
            <a:off x="4673600" y="2413000"/>
            <a:ext cx="1270000" cy="1651000"/>
          </a:xfrm>
          <a:prstGeom prst="cloudCallout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标注: 线形 13">
            <a:extLst>
              <a:ext uri="{FF2B5EF4-FFF2-40B4-BE49-F238E27FC236}">
                <a16:creationId xmlns:a16="http://schemas.microsoft.com/office/drawing/2014/main" id="{C9D0C984-0661-EA7A-67C2-FA51E19167FE}"/>
              </a:ext>
            </a:extLst>
          </p:cNvPr>
          <p:cNvSpPr/>
          <p:nvPr/>
        </p:nvSpPr>
        <p:spPr>
          <a:xfrm>
            <a:off x="6146800" y="2413000"/>
            <a:ext cx="1270000" cy="1651000"/>
          </a:xfrm>
          <a:prstGeom prst="borderCallout1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标注: 线形 14">
            <a:extLst>
              <a:ext uri="{FF2B5EF4-FFF2-40B4-BE49-F238E27FC236}">
                <a16:creationId xmlns:a16="http://schemas.microsoft.com/office/drawing/2014/main" id="{C721F7CE-6FAB-AC75-C22D-8CA09B380C24}"/>
              </a:ext>
            </a:extLst>
          </p:cNvPr>
          <p:cNvSpPr/>
          <p:nvPr/>
        </p:nvSpPr>
        <p:spPr>
          <a:xfrm>
            <a:off x="7620000" y="2413000"/>
            <a:ext cx="1270000" cy="1651000"/>
          </a:xfrm>
          <a:prstGeom prst="borderCallout1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标注: 弯曲线形 15">
            <a:extLst>
              <a:ext uri="{FF2B5EF4-FFF2-40B4-BE49-F238E27FC236}">
                <a16:creationId xmlns:a16="http://schemas.microsoft.com/office/drawing/2014/main" id="{69D82255-4F49-76D9-C2AD-F37FDA44B9C0}"/>
              </a:ext>
            </a:extLst>
          </p:cNvPr>
          <p:cNvSpPr/>
          <p:nvPr/>
        </p:nvSpPr>
        <p:spPr>
          <a:xfrm>
            <a:off x="9093200" y="2413000"/>
            <a:ext cx="1270000" cy="1651000"/>
          </a:xfrm>
          <a:prstGeom prst="borderCallout2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标注: 双弯曲线形 16">
            <a:extLst>
              <a:ext uri="{FF2B5EF4-FFF2-40B4-BE49-F238E27FC236}">
                <a16:creationId xmlns:a16="http://schemas.microsoft.com/office/drawing/2014/main" id="{707ACCEE-8497-1F80-F4ED-70B0C0CE8B4C}"/>
              </a:ext>
            </a:extLst>
          </p:cNvPr>
          <p:cNvSpPr/>
          <p:nvPr/>
        </p:nvSpPr>
        <p:spPr>
          <a:xfrm>
            <a:off x="10566400" y="2413000"/>
            <a:ext cx="1270000" cy="1651000"/>
          </a:xfrm>
          <a:prstGeom prst="borderCallout3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标注: 线形(无边框) 17">
            <a:extLst>
              <a:ext uri="{FF2B5EF4-FFF2-40B4-BE49-F238E27FC236}">
                <a16:creationId xmlns:a16="http://schemas.microsoft.com/office/drawing/2014/main" id="{4ADF181B-1CA0-DFEC-FC5B-4938E73C3249}"/>
              </a:ext>
            </a:extLst>
          </p:cNvPr>
          <p:cNvSpPr/>
          <p:nvPr/>
        </p:nvSpPr>
        <p:spPr>
          <a:xfrm>
            <a:off x="254000" y="4572000"/>
            <a:ext cx="1270000" cy="1651000"/>
          </a:xfrm>
          <a:prstGeom prst="callout1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注: 线形(带强调线) 18">
            <a:extLst>
              <a:ext uri="{FF2B5EF4-FFF2-40B4-BE49-F238E27FC236}">
                <a16:creationId xmlns:a16="http://schemas.microsoft.com/office/drawing/2014/main" id="{3E99FB84-8032-A3E0-6652-FFF4ACE657E2}"/>
              </a:ext>
            </a:extLst>
          </p:cNvPr>
          <p:cNvSpPr/>
          <p:nvPr/>
        </p:nvSpPr>
        <p:spPr>
          <a:xfrm>
            <a:off x="1727200" y="4572000"/>
            <a:ext cx="1270000" cy="1651000"/>
          </a:xfrm>
          <a:prstGeom prst="accentCallout1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标注: 弯曲线形(带强调线) 19">
            <a:extLst>
              <a:ext uri="{FF2B5EF4-FFF2-40B4-BE49-F238E27FC236}">
                <a16:creationId xmlns:a16="http://schemas.microsoft.com/office/drawing/2014/main" id="{A6E20578-2318-F459-D530-FFF8FD7EDC8C}"/>
              </a:ext>
            </a:extLst>
          </p:cNvPr>
          <p:cNvSpPr/>
          <p:nvPr/>
        </p:nvSpPr>
        <p:spPr>
          <a:xfrm>
            <a:off x="3200400" y="4572000"/>
            <a:ext cx="1270000" cy="1651000"/>
          </a:xfrm>
          <a:prstGeom prst="accentCallout2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标注: 双弯曲线形(带强调线) 20">
            <a:extLst>
              <a:ext uri="{FF2B5EF4-FFF2-40B4-BE49-F238E27FC236}">
                <a16:creationId xmlns:a16="http://schemas.microsoft.com/office/drawing/2014/main" id="{8ABF2EF0-0249-007D-4620-0277B5CE0B20}"/>
              </a:ext>
            </a:extLst>
          </p:cNvPr>
          <p:cNvSpPr/>
          <p:nvPr/>
        </p:nvSpPr>
        <p:spPr>
          <a:xfrm>
            <a:off x="4673600" y="4572000"/>
            <a:ext cx="1270000" cy="1651000"/>
          </a:xfrm>
          <a:prstGeom prst="accentCallout3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标注: 线形(无边框) 21">
            <a:extLst>
              <a:ext uri="{FF2B5EF4-FFF2-40B4-BE49-F238E27FC236}">
                <a16:creationId xmlns:a16="http://schemas.microsoft.com/office/drawing/2014/main" id="{F1BF1A63-9599-80F9-BD61-0D5B99F794BA}"/>
              </a:ext>
            </a:extLst>
          </p:cNvPr>
          <p:cNvSpPr/>
          <p:nvPr/>
        </p:nvSpPr>
        <p:spPr>
          <a:xfrm>
            <a:off x="6146800" y="4572000"/>
            <a:ext cx="1270000" cy="1651000"/>
          </a:xfrm>
          <a:prstGeom prst="callout1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标注: 线形(无边框) 22">
            <a:extLst>
              <a:ext uri="{FF2B5EF4-FFF2-40B4-BE49-F238E27FC236}">
                <a16:creationId xmlns:a16="http://schemas.microsoft.com/office/drawing/2014/main" id="{48AC880E-E997-0121-87F3-BB8A486019B3}"/>
              </a:ext>
            </a:extLst>
          </p:cNvPr>
          <p:cNvSpPr/>
          <p:nvPr/>
        </p:nvSpPr>
        <p:spPr>
          <a:xfrm>
            <a:off x="7620000" y="4572000"/>
            <a:ext cx="1270000" cy="1651000"/>
          </a:xfrm>
          <a:prstGeom prst="callout1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标注: 弯曲线形(无边框) 23">
            <a:extLst>
              <a:ext uri="{FF2B5EF4-FFF2-40B4-BE49-F238E27FC236}">
                <a16:creationId xmlns:a16="http://schemas.microsoft.com/office/drawing/2014/main" id="{8FBBFE3A-CF96-9C35-C2F3-B9CE87AC145C}"/>
              </a:ext>
            </a:extLst>
          </p:cNvPr>
          <p:cNvSpPr/>
          <p:nvPr/>
        </p:nvSpPr>
        <p:spPr>
          <a:xfrm>
            <a:off x="9093200" y="4572000"/>
            <a:ext cx="1270000" cy="1651000"/>
          </a:xfrm>
          <a:prstGeom prst="callout2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标注: 双弯曲线形(无边框) 24">
            <a:extLst>
              <a:ext uri="{FF2B5EF4-FFF2-40B4-BE49-F238E27FC236}">
                <a16:creationId xmlns:a16="http://schemas.microsoft.com/office/drawing/2014/main" id="{7AA834A6-B1CA-654E-A4F4-038EA28762C4}"/>
              </a:ext>
            </a:extLst>
          </p:cNvPr>
          <p:cNvSpPr/>
          <p:nvPr/>
        </p:nvSpPr>
        <p:spPr>
          <a:xfrm>
            <a:off x="10566400" y="4572000"/>
            <a:ext cx="1270000" cy="1651000"/>
          </a:xfrm>
          <a:prstGeom prst="callout3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2069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注: 线形 1">
            <a:extLst>
              <a:ext uri="{FF2B5EF4-FFF2-40B4-BE49-F238E27FC236}">
                <a16:creationId xmlns:a16="http://schemas.microsoft.com/office/drawing/2014/main" id="{06AD11CE-A20B-2422-FE60-02530B286AEB}"/>
              </a:ext>
            </a:extLst>
          </p:cNvPr>
          <p:cNvSpPr/>
          <p:nvPr/>
        </p:nvSpPr>
        <p:spPr>
          <a:xfrm>
            <a:off x="254000" y="254000"/>
            <a:ext cx="1270000" cy="1651000"/>
          </a:xfrm>
          <a:prstGeom prst="borderCallout1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标注: 线形(带边框和强调线) 2">
            <a:extLst>
              <a:ext uri="{FF2B5EF4-FFF2-40B4-BE49-F238E27FC236}">
                <a16:creationId xmlns:a16="http://schemas.microsoft.com/office/drawing/2014/main" id="{4407B504-E24B-EB01-43BD-7BE61DDEB6CC}"/>
              </a:ext>
            </a:extLst>
          </p:cNvPr>
          <p:cNvSpPr/>
          <p:nvPr/>
        </p:nvSpPr>
        <p:spPr>
          <a:xfrm>
            <a:off x="1727200" y="254000"/>
            <a:ext cx="1270000" cy="1651000"/>
          </a:xfrm>
          <a:prstGeom prst="accentBorderCallout1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注: 弯曲线形(带边框和强调线) 3">
            <a:extLst>
              <a:ext uri="{FF2B5EF4-FFF2-40B4-BE49-F238E27FC236}">
                <a16:creationId xmlns:a16="http://schemas.microsoft.com/office/drawing/2014/main" id="{894615A1-E523-81F3-69D6-F4F473CF5DE7}"/>
              </a:ext>
            </a:extLst>
          </p:cNvPr>
          <p:cNvSpPr/>
          <p:nvPr/>
        </p:nvSpPr>
        <p:spPr>
          <a:xfrm>
            <a:off x="3200400" y="254000"/>
            <a:ext cx="1270000" cy="1651000"/>
          </a:xfrm>
          <a:prstGeom prst="accentBorderCallout2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注: 双弯曲线形(带边框和强调线) 4">
            <a:extLst>
              <a:ext uri="{FF2B5EF4-FFF2-40B4-BE49-F238E27FC236}">
                <a16:creationId xmlns:a16="http://schemas.microsoft.com/office/drawing/2014/main" id="{B64A37FF-95DE-AAC8-CB52-546C1007565D}"/>
              </a:ext>
            </a:extLst>
          </p:cNvPr>
          <p:cNvSpPr/>
          <p:nvPr/>
        </p:nvSpPr>
        <p:spPr>
          <a:xfrm>
            <a:off x="4673600" y="254000"/>
            <a:ext cx="1270000" cy="1651000"/>
          </a:xfrm>
          <a:prstGeom prst="accentBorderCallout3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动作按钮: 空白 5">
            <a:extLst>
              <a:ext uri="{FF2B5EF4-FFF2-40B4-BE49-F238E27FC236}">
                <a16:creationId xmlns:a16="http://schemas.microsoft.com/office/drawing/2014/main" id="{D867D878-75CE-9929-9120-3C9610F0663F}"/>
              </a:ext>
            </a:extLst>
          </p:cNvPr>
          <p:cNvSpPr/>
          <p:nvPr/>
        </p:nvSpPr>
        <p:spPr>
          <a:xfrm>
            <a:off x="6146800" y="254000"/>
            <a:ext cx="1270000" cy="1651000"/>
          </a:xfrm>
          <a:prstGeom prst="actionButtonBlank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动作按钮: 转到主页 6">
            <a:extLst>
              <a:ext uri="{FF2B5EF4-FFF2-40B4-BE49-F238E27FC236}">
                <a16:creationId xmlns:a16="http://schemas.microsoft.com/office/drawing/2014/main" id="{993E6707-50A8-4838-8C91-521DB3CFFFA5}"/>
              </a:ext>
            </a:extLst>
          </p:cNvPr>
          <p:cNvSpPr/>
          <p:nvPr/>
        </p:nvSpPr>
        <p:spPr>
          <a:xfrm>
            <a:off x="7620000" y="254000"/>
            <a:ext cx="1270000" cy="1651000"/>
          </a:xfrm>
          <a:prstGeom prst="actionButtonHome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动作按钮: 帮助 7">
            <a:extLst>
              <a:ext uri="{FF2B5EF4-FFF2-40B4-BE49-F238E27FC236}">
                <a16:creationId xmlns:a16="http://schemas.microsoft.com/office/drawing/2014/main" id="{555F88CA-E246-6774-89D5-CA9723227E09}"/>
              </a:ext>
            </a:extLst>
          </p:cNvPr>
          <p:cNvSpPr/>
          <p:nvPr/>
        </p:nvSpPr>
        <p:spPr>
          <a:xfrm>
            <a:off x="9093200" y="254000"/>
            <a:ext cx="1270000" cy="1651000"/>
          </a:xfrm>
          <a:prstGeom prst="actionButtonHelp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动作按钮: 获取信息 8">
            <a:extLst>
              <a:ext uri="{FF2B5EF4-FFF2-40B4-BE49-F238E27FC236}">
                <a16:creationId xmlns:a16="http://schemas.microsoft.com/office/drawing/2014/main" id="{48DECE3F-7D1A-86D6-FC1B-787FC212D939}"/>
              </a:ext>
            </a:extLst>
          </p:cNvPr>
          <p:cNvSpPr/>
          <p:nvPr/>
        </p:nvSpPr>
        <p:spPr>
          <a:xfrm>
            <a:off x="10566400" y="254000"/>
            <a:ext cx="1270000" cy="1651000"/>
          </a:xfrm>
          <a:prstGeom prst="actionButtonInformation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动作按钮: 后退或前一项 9">
            <a:extLst>
              <a:ext uri="{FF2B5EF4-FFF2-40B4-BE49-F238E27FC236}">
                <a16:creationId xmlns:a16="http://schemas.microsoft.com/office/drawing/2014/main" id="{0471F157-0053-0DC8-49B7-6964520A225C}"/>
              </a:ext>
            </a:extLst>
          </p:cNvPr>
          <p:cNvSpPr/>
          <p:nvPr/>
        </p:nvSpPr>
        <p:spPr>
          <a:xfrm>
            <a:off x="254000" y="2413000"/>
            <a:ext cx="1270000" cy="1651000"/>
          </a:xfrm>
          <a:prstGeom prst="actionButtonBackPrevious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动作按钮: 前进或下一项 10">
            <a:extLst>
              <a:ext uri="{FF2B5EF4-FFF2-40B4-BE49-F238E27FC236}">
                <a16:creationId xmlns:a16="http://schemas.microsoft.com/office/drawing/2014/main" id="{5E8CB00C-DD20-DA72-EFC7-A5B0F4E7A6F4}"/>
              </a:ext>
            </a:extLst>
          </p:cNvPr>
          <p:cNvSpPr/>
          <p:nvPr/>
        </p:nvSpPr>
        <p:spPr>
          <a:xfrm>
            <a:off x="1727200" y="2413000"/>
            <a:ext cx="1270000" cy="1651000"/>
          </a:xfrm>
          <a:prstGeom prst="actionButtonForwardNext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动作按钮: 转到开头 11">
            <a:extLst>
              <a:ext uri="{FF2B5EF4-FFF2-40B4-BE49-F238E27FC236}">
                <a16:creationId xmlns:a16="http://schemas.microsoft.com/office/drawing/2014/main" id="{903EFF15-897D-7D6A-429C-3A7B3890B9EF}"/>
              </a:ext>
            </a:extLst>
          </p:cNvPr>
          <p:cNvSpPr/>
          <p:nvPr/>
        </p:nvSpPr>
        <p:spPr>
          <a:xfrm>
            <a:off x="3200400" y="2413000"/>
            <a:ext cx="1270000" cy="1651000"/>
          </a:xfrm>
          <a:prstGeom prst="actionButtonBeginning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动作按钮: 转到结尾 12">
            <a:extLst>
              <a:ext uri="{FF2B5EF4-FFF2-40B4-BE49-F238E27FC236}">
                <a16:creationId xmlns:a16="http://schemas.microsoft.com/office/drawing/2014/main" id="{F4B5D0C2-FECA-E7AA-D9C9-52D249F196B7}"/>
              </a:ext>
            </a:extLst>
          </p:cNvPr>
          <p:cNvSpPr/>
          <p:nvPr/>
        </p:nvSpPr>
        <p:spPr>
          <a:xfrm>
            <a:off x="4673600" y="2413000"/>
            <a:ext cx="1270000" cy="1651000"/>
          </a:xfrm>
          <a:prstGeom prst="actionButtonEnd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动作按钮: 上一张 13">
            <a:extLst>
              <a:ext uri="{FF2B5EF4-FFF2-40B4-BE49-F238E27FC236}">
                <a16:creationId xmlns:a16="http://schemas.microsoft.com/office/drawing/2014/main" id="{DB15C669-E2A7-E8D4-E80A-112C51421F4F}"/>
              </a:ext>
            </a:extLst>
          </p:cNvPr>
          <p:cNvSpPr/>
          <p:nvPr/>
        </p:nvSpPr>
        <p:spPr>
          <a:xfrm>
            <a:off x="6146800" y="2413000"/>
            <a:ext cx="1270000" cy="1651000"/>
          </a:xfrm>
          <a:prstGeom prst="actionButtonReturn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动作按钮: 文档 14">
            <a:extLst>
              <a:ext uri="{FF2B5EF4-FFF2-40B4-BE49-F238E27FC236}">
                <a16:creationId xmlns:a16="http://schemas.microsoft.com/office/drawing/2014/main" id="{B1AAC3EE-F214-79B6-4D24-9B659F486131}"/>
              </a:ext>
            </a:extLst>
          </p:cNvPr>
          <p:cNvSpPr/>
          <p:nvPr/>
        </p:nvSpPr>
        <p:spPr>
          <a:xfrm>
            <a:off x="7620000" y="2413000"/>
            <a:ext cx="1270000" cy="1651000"/>
          </a:xfrm>
          <a:prstGeom prst="actionButtonDocument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动作按钮: 声音 15">
            <a:extLst>
              <a:ext uri="{FF2B5EF4-FFF2-40B4-BE49-F238E27FC236}">
                <a16:creationId xmlns:a16="http://schemas.microsoft.com/office/drawing/2014/main" id="{82830202-4D44-35D0-0B6E-79766C4A6F20}"/>
              </a:ext>
            </a:extLst>
          </p:cNvPr>
          <p:cNvSpPr/>
          <p:nvPr/>
        </p:nvSpPr>
        <p:spPr>
          <a:xfrm>
            <a:off x="9093200" y="2413000"/>
            <a:ext cx="1270000" cy="1651000"/>
          </a:xfrm>
          <a:prstGeom prst="actionButtonSound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动作按钮: 视频 16">
            <a:extLst>
              <a:ext uri="{FF2B5EF4-FFF2-40B4-BE49-F238E27FC236}">
                <a16:creationId xmlns:a16="http://schemas.microsoft.com/office/drawing/2014/main" id="{4BB73CF8-C2E2-177B-C2C9-76F457663576}"/>
              </a:ext>
            </a:extLst>
          </p:cNvPr>
          <p:cNvSpPr/>
          <p:nvPr/>
        </p:nvSpPr>
        <p:spPr>
          <a:xfrm>
            <a:off x="10566400" y="2413000"/>
            <a:ext cx="1270000" cy="1651000"/>
          </a:xfrm>
          <a:prstGeom prst="actionButtonMovie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对话气泡: 圆角矩形 17">
            <a:extLst>
              <a:ext uri="{FF2B5EF4-FFF2-40B4-BE49-F238E27FC236}">
                <a16:creationId xmlns:a16="http://schemas.microsoft.com/office/drawing/2014/main" id="{FFB244F6-8D45-D042-3BBC-9CA848C23C64}"/>
              </a:ext>
            </a:extLst>
          </p:cNvPr>
          <p:cNvSpPr/>
          <p:nvPr/>
        </p:nvSpPr>
        <p:spPr>
          <a:xfrm>
            <a:off x="254000" y="4572000"/>
            <a:ext cx="1270000" cy="1651000"/>
          </a:xfrm>
          <a:prstGeom prst="wedgeRoundRectCallout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 18">
            <a:extLst>
              <a:ext uri="{FF2B5EF4-FFF2-40B4-BE49-F238E27FC236}">
                <a16:creationId xmlns:a16="http://schemas.microsoft.com/office/drawing/2014/main" id="{189271AB-3D3B-852B-E6B0-D32D23C3A477}"/>
              </a:ext>
            </a:extLst>
          </p:cNvPr>
          <p:cNvSpPr/>
          <p:nvPr/>
        </p:nvSpPr>
        <p:spPr>
          <a:xfrm>
            <a:off x="1727200" y="4572000"/>
            <a:ext cx="1270000" cy="1651000"/>
          </a:xfrm>
          <a:prstGeom prst="flowChartOfflineStorage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形状 19">
            <a:extLst>
              <a:ext uri="{FF2B5EF4-FFF2-40B4-BE49-F238E27FC236}">
                <a16:creationId xmlns:a16="http://schemas.microsoft.com/office/drawing/2014/main" id="{7B09DB83-64C7-F8AD-BC3D-E8D808864D2D}"/>
              </a:ext>
            </a:extLst>
          </p:cNvPr>
          <p:cNvSpPr/>
          <p:nvPr/>
        </p:nvSpPr>
        <p:spPr>
          <a:xfrm>
            <a:off x="3200400" y="4572000"/>
            <a:ext cx="1270000" cy="1651000"/>
          </a:xfrm>
          <a:prstGeom prst="leftRightRibbon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斜纹 20">
            <a:extLst>
              <a:ext uri="{FF2B5EF4-FFF2-40B4-BE49-F238E27FC236}">
                <a16:creationId xmlns:a16="http://schemas.microsoft.com/office/drawing/2014/main" id="{2176C84F-8856-DBB7-3B78-944384DEF647}"/>
              </a:ext>
            </a:extLst>
          </p:cNvPr>
          <p:cNvSpPr/>
          <p:nvPr/>
        </p:nvSpPr>
        <p:spPr>
          <a:xfrm>
            <a:off x="4673600" y="4572000"/>
            <a:ext cx="1270000" cy="1651000"/>
          </a:xfrm>
          <a:prstGeom prst="diagStripe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2" name="不完整圆 21">
            <a:extLst>
              <a:ext uri="{FF2B5EF4-FFF2-40B4-BE49-F238E27FC236}">
                <a16:creationId xmlns:a16="http://schemas.microsoft.com/office/drawing/2014/main" id="{C9F0D528-6255-3522-D91B-5AE3EC5C84F8}"/>
              </a:ext>
            </a:extLst>
          </p:cNvPr>
          <p:cNvSpPr/>
          <p:nvPr/>
        </p:nvSpPr>
        <p:spPr>
          <a:xfrm>
            <a:off x="6146800" y="4572000"/>
            <a:ext cx="1270000" cy="1651000"/>
          </a:xfrm>
          <a:prstGeom prst="pie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形状 22">
            <a:extLst>
              <a:ext uri="{FF2B5EF4-FFF2-40B4-BE49-F238E27FC236}">
                <a16:creationId xmlns:a16="http://schemas.microsoft.com/office/drawing/2014/main" id="{08425104-8FF7-E024-74EE-507313591C06}"/>
              </a:ext>
            </a:extLst>
          </p:cNvPr>
          <p:cNvSpPr/>
          <p:nvPr/>
        </p:nvSpPr>
        <p:spPr>
          <a:xfrm>
            <a:off x="7620000" y="4572000"/>
            <a:ext cx="1270000" cy="1651000"/>
          </a:xfrm>
          <a:prstGeom prst="nonIsoscelesTrapezoid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十边形 23">
            <a:extLst>
              <a:ext uri="{FF2B5EF4-FFF2-40B4-BE49-F238E27FC236}">
                <a16:creationId xmlns:a16="http://schemas.microsoft.com/office/drawing/2014/main" id="{DEAEBC25-4DFF-01A3-2A38-E6C28FAF918D}"/>
              </a:ext>
            </a:extLst>
          </p:cNvPr>
          <p:cNvSpPr/>
          <p:nvPr/>
        </p:nvSpPr>
        <p:spPr>
          <a:xfrm>
            <a:off x="9093200" y="4572000"/>
            <a:ext cx="1270000" cy="1651000"/>
          </a:xfrm>
          <a:prstGeom prst="decagon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七边形 24">
            <a:extLst>
              <a:ext uri="{FF2B5EF4-FFF2-40B4-BE49-F238E27FC236}">
                <a16:creationId xmlns:a16="http://schemas.microsoft.com/office/drawing/2014/main" id="{7277ADB6-5278-240C-687F-B8152BFC7416}"/>
              </a:ext>
            </a:extLst>
          </p:cNvPr>
          <p:cNvSpPr/>
          <p:nvPr/>
        </p:nvSpPr>
        <p:spPr>
          <a:xfrm>
            <a:off x="10566400" y="4572000"/>
            <a:ext cx="1270000" cy="1651000"/>
          </a:xfrm>
          <a:prstGeom prst="heptagon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1236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十二边形 1">
            <a:extLst>
              <a:ext uri="{FF2B5EF4-FFF2-40B4-BE49-F238E27FC236}">
                <a16:creationId xmlns:a16="http://schemas.microsoft.com/office/drawing/2014/main" id="{12A0142D-18B6-32F8-8E21-5BFBC3904B90}"/>
              </a:ext>
            </a:extLst>
          </p:cNvPr>
          <p:cNvSpPr/>
          <p:nvPr/>
        </p:nvSpPr>
        <p:spPr>
          <a:xfrm>
            <a:off x="254000" y="254000"/>
            <a:ext cx="1270000" cy="1651000"/>
          </a:xfrm>
          <a:prstGeom prst="dodecagon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星形: 六角 2">
            <a:extLst>
              <a:ext uri="{FF2B5EF4-FFF2-40B4-BE49-F238E27FC236}">
                <a16:creationId xmlns:a16="http://schemas.microsoft.com/office/drawing/2014/main" id="{AB2DA4C0-0C4F-CA7D-1F41-720EAD9F0E76}"/>
              </a:ext>
            </a:extLst>
          </p:cNvPr>
          <p:cNvSpPr/>
          <p:nvPr/>
        </p:nvSpPr>
        <p:spPr>
          <a:xfrm>
            <a:off x="1727200" y="254000"/>
            <a:ext cx="1270000" cy="1651000"/>
          </a:xfrm>
          <a:prstGeom prst="star6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星形: 七角 3">
            <a:extLst>
              <a:ext uri="{FF2B5EF4-FFF2-40B4-BE49-F238E27FC236}">
                <a16:creationId xmlns:a16="http://schemas.microsoft.com/office/drawing/2014/main" id="{B886089B-EBCC-6208-AD8A-173F01DA0FCB}"/>
              </a:ext>
            </a:extLst>
          </p:cNvPr>
          <p:cNvSpPr/>
          <p:nvPr/>
        </p:nvSpPr>
        <p:spPr>
          <a:xfrm>
            <a:off x="3200400" y="254000"/>
            <a:ext cx="1270000" cy="1651000"/>
          </a:xfrm>
          <a:prstGeom prst="star7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星形: 十角 4">
            <a:extLst>
              <a:ext uri="{FF2B5EF4-FFF2-40B4-BE49-F238E27FC236}">
                <a16:creationId xmlns:a16="http://schemas.microsoft.com/office/drawing/2014/main" id="{920ECB55-78EC-F1F2-E80D-8D42E94C1DA1}"/>
              </a:ext>
            </a:extLst>
          </p:cNvPr>
          <p:cNvSpPr/>
          <p:nvPr/>
        </p:nvSpPr>
        <p:spPr>
          <a:xfrm>
            <a:off x="4673600" y="254000"/>
            <a:ext cx="1270000" cy="1651000"/>
          </a:xfrm>
          <a:prstGeom prst="star10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星形: 十二角 5">
            <a:extLst>
              <a:ext uri="{FF2B5EF4-FFF2-40B4-BE49-F238E27FC236}">
                <a16:creationId xmlns:a16="http://schemas.microsoft.com/office/drawing/2014/main" id="{11C9220B-ADEF-6100-D86E-337582C1EDD3}"/>
              </a:ext>
            </a:extLst>
          </p:cNvPr>
          <p:cNvSpPr/>
          <p:nvPr/>
        </p:nvSpPr>
        <p:spPr>
          <a:xfrm>
            <a:off x="6146800" y="254000"/>
            <a:ext cx="1270000" cy="1651000"/>
          </a:xfrm>
          <a:prstGeom prst="star12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单圆角 6">
            <a:extLst>
              <a:ext uri="{FF2B5EF4-FFF2-40B4-BE49-F238E27FC236}">
                <a16:creationId xmlns:a16="http://schemas.microsoft.com/office/drawing/2014/main" id="{8908B58C-C1EA-9DF1-1923-7861E13C9484}"/>
              </a:ext>
            </a:extLst>
          </p:cNvPr>
          <p:cNvSpPr/>
          <p:nvPr/>
        </p:nvSpPr>
        <p:spPr>
          <a:xfrm>
            <a:off x="7620000" y="254000"/>
            <a:ext cx="1270000" cy="1651000"/>
          </a:xfrm>
          <a:prstGeom prst="round1Rect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顶角 7">
            <a:extLst>
              <a:ext uri="{FF2B5EF4-FFF2-40B4-BE49-F238E27FC236}">
                <a16:creationId xmlns:a16="http://schemas.microsoft.com/office/drawing/2014/main" id="{AD826C22-7B0C-9A4E-5FA8-AA3151F9C1E5}"/>
              </a:ext>
            </a:extLst>
          </p:cNvPr>
          <p:cNvSpPr/>
          <p:nvPr/>
        </p:nvSpPr>
        <p:spPr>
          <a:xfrm>
            <a:off x="9093200" y="254000"/>
            <a:ext cx="1270000" cy="1651000"/>
          </a:xfrm>
          <a:prstGeom prst="round2SameRect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对角圆角 8">
            <a:extLst>
              <a:ext uri="{FF2B5EF4-FFF2-40B4-BE49-F238E27FC236}">
                <a16:creationId xmlns:a16="http://schemas.microsoft.com/office/drawing/2014/main" id="{0808F736-41AA-135D-D516-18A093B8DF8E}"/>
              </a:ext>
            </a:extLst>
          </p:cNvPr>
          <p:cNvSpPr/>
          <p:nvPr/>
        </p:nvSpPr>
        <p:spPr>
          <a:xfrm>
            <a:off x="10566400" y="254000"/>
            <a:ext cx="1270000" cy="1651000"/>
          </a:xfrm>
          <a:prstGeom prst="round2DiagRect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一个圆顶角，剪去另一个顶角 9">
            <a:extLst>
              <a:ext uri="{FF2B5EF4-FFF2-40B4-BE49-F238E27FC236}">
                <a16:creationId xmlns:a16="http://schemas.microsoft.com/office/drawing/2014/main" id="{BBAC26ED-A754-63DD-91FD-7149EF775948}"/>
              </a:ext>
            </a:extLst>
          </p:cNvPr>
          <p:cNvSpPr/>
          <p:nvPr/>
        </p:nvSpPr>
        <p:spPr>
          <a:xfrm>
            <a:off x="254000" y="2413000"/>
            <a:ext cx="1270000" cy="1651000"/>
          </a:xfrm>
          <a:prstGeom prst="snipRoundRect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剪去单角 10">
            <a:extLst>
              <a:ext uri="{FF2B5EF4-FFF2-40B4-BE49-F238E27FC236}">
                <a16:creationId xmlns:a16="http://schemas.microsoft.com/office/drawing/2014/main" id="{8066ACE7-67C8-7AD3-A7AF-652A7399D070}"/>
              </a:ext>
            </a:extLst>
          </p:cNvPr>
          <p:cNvSpPr/>
          <p:nvPr/>
        </p:nvSpPr>
        <p:spPr>
          <a:xfrm>
            <a:off x="1727200" y="2413000"/>
            <a:ext cx="1270000" cy="1651000"/>
          </a:xfrm>
          <a:prstGeom prst="snip1Rect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剪去左右顶角 11">
            <a:extLst>
              <a:ext uri="{FF2B5EF4-FFF2-40B4-BE49-F238E27FC236}">
                <a16:creationId xmlns:a16="http://schemas.microsoft.com/office/drawing/2014/main" id="{44BD7FBF-326C-EC9E-D24A-43859102E085}"/>
              </a:ext>
            </a:extLst>
          </p:cNvPr>
          <p:cNvSpPr/>
          <p:nvPr/>
        </p:nvSpPr>
        <p:spPr>
          <a:xfrm>
            <a:off x="3200400" y="2413000"/>
            <a:ext cx="1270000" cy="1651000"/>
          </a:xfrm>
          <a:prstGeom prst="snip2SameRect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剪去对角 12">
            <a:extLst>
              <a:ext uri="{FF2B5EF4-FFF2-40B4-BE49-F238E27FC236}">
                <a16:creationId xmlns:a16="http://schemas.microsoft.com/office/drawing/2014/main" id="{557A3AC6-0115-82FE-0D67-4D51C89D8A58}"/>
              </a:ext>
            </a:extLst>
          </p:cNvPr>
          <p:cNvSpPr/>
          <p:nvPr/>
        </p:nvSpPr>
        <p:spPr>
          <a:xfrm>
            <a:off x="4673600" y="2413000"/>
            <a:ext cx="1270000" cy="1651000"/>
          </a:xfrm>
          <a:prstGeom prst="snip2DiagRect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图文框 13">
            <a:extLst>
              <a:ext uri="{FF2B5EF4-FFF2-40B4-BE49-F238E27FC236}">
                <a16:creationId xmlns:a16="http://schemas.microsoft.com/office/drawing/2014/main" id="{2574D278-1483-05C7-4DA9-63D557A38A09}"/>
              </a:ext>
            </a:extLst>
          </p:cNvPr>
          <p:cNvSpPr/>
          <p:nvPr/>
        </p:nvSpPr>
        <p:spPr>
          <a:xfrm>
            <a:off x="6146800" y="2413000"/>
            <a:ext cx="1270000" cy="1651000"/>
          </a:xfrm>
          <a:prstGeom prst="frame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半闭框 14">
            <a:extLst>
              <a:ext uri="{FF2B5EF4-FFF2-40B4-BE49-F238E27FC236}">
                <a16:creationId xmlns:a16="http://schemas.microsoft.com/office/drawing/2014/main" id="{F13F14DD-0C96-8B48-99D6-7AB00DC67D89}"/>
              </a:ext>
            </a:extLst>
          </p:cNvPr>
          <p:cNvSpPr/>
          <p:nvPr/>
        </p:nvSpPr>
        <p:spPr>
          <a:xfrm>
            <a:off x="7620000" y="2413000"/>
            <a:ext cx="1270000" cy="1651000"/>
          </a:xfrm>
          <a:prstGeom prst="halfFrame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泪滴形 15">
            <a:extLst>
              <a:ext uri="{FF2B5EF4-FFF2-40B4-BE49-F238E27FC236}">
                <a16:creationId xmlns:a16="http://schemas.microsoft.com/office/drawing/2014/main" id="{6991A248-C2F9-7205-D251-545B85E42CDD}"/>
              </a:ext>
            </a:extLst>
          </p:cNvPr>
          <p:cNvSpPr/>
          <p:nvPr/>
        </p:nvSpPr>
        <p:spPr>
          <a:xfrm>
            <a:off x="9093200" y="2413000"/>
            <a:ext cx="1270000" cy="1651000"/>
          </a:xfrm>
          <a:prstGeom prst="teardrop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弦形 16">
            <a:extLst>
              <a:ext uri="{FF2B5EF4-FFF2-40B4-BE49-F238E27FC236}">
                <a16:creationId xmlns:a16="http://schemas.microsoft.com/office/drawing/2014/main" id="{6F779149-EC8A-76C3-EE5F-B8E58C0EB2AA}"/>
              </a:ext>
            </a:extLst>
          </p:cNvPr>
          <p:cNvSpPr/>
          <p:nvPr/>
        </p:nvSpPr>
        <p:spPr>
          <a:xfrm>
            <a:off x="10566400" y="2413000"/>
            <a:ext cx="1270000" cy="1651000"/>
          </a:xfrm>
          <a:prstGeom prst="chord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L 形 17">
            <a:extLst>
              <a:ext uri="{FF2B5EF4-FFF2-40B4-BE49-F238E27FC236}">
                <a16:creationId xmlns:a16="http://schemas.microsoft.com/office/drawing/2014/main" id="{39113181-4F97-CDAF-0672-B5A958DFD641}"/>
              </a:ext>
            </a:extLst>
          </p:cNvPr>
          <p:cNvSpPr/>
          <p:nvPr/>
        </p:nvSpPr>
        <p:spPr>
          <a:xfrm>
            <a:off x="254000" y="4572000"/>
            <a:ext cx="1270000" cy="1651000"/>
          </a:xfrm>
          <a:prstGeom prst="corner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加号 18">
            <a:extLst>
              <a:ext uri="{FF2B5EF4-FFF2-40B4-BE49-F238E27FC236}">
                <a16:creationId xmlns:a16="http://schemas.microsoft.com/office/drawing/2014/main" id="{132BF96B-01E0-043D-E480-2BF643DEECDA}"/>
              </a:ext>
            </a:extLst>
          </p:cNvPr>
          <p:cNvSpPr/>
          <p:nvPr/>
        </p:nvSpPr>
        <p:spPr>
          <a:xfrm>
            <a:off x="1727200" y="4572000"/>
            <a:ext cx="1270000" cy="1651000"/>
          </a:xfrm>
          <a:prstGeom prst="mathPlus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减号 19">
            <a:extLst>
              <a:ext uri="{FF2B5EF4-FFF2-40B4-BE49-F238E27FC236}">
                <a16:creationId xmlns:a16="http://schemas.microsoft.com/office/drawing/2014/main" id="{CB6529F5-68C2-F6EA-FCDB-444F1D3ADC4D}"/>
              </a:ext>
            </a:extLst>
          </p:cNvPr>
          <p:cNvSpPr/>
          <p:nvPr/>
        </p:nvSpPr>
        <p:spPr>
          <a:xfrm>
            <a:off x="3200400" y="4572000"/>
            <a:ext cx="1270000" cy="1651000"/>
          </a:xfrm>
          <a:prstGeom prst="mathMinus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乘号 20">
            <a:extLst>
              <a:ext uri="{FF2B5EF4-FFF2-40B4-BE49-F238E27FC236}">
                <a16:creationId xmlns:a16="http://schemas.microsoft.com/office/drawing/2014/main" id="{86864763-D477-0130-0ADA-4786BC86AEAE}"/>
              </a:ext>
            </a:extLst>
          </p:cNvPr>
          <p:cNvSpPr/>
          <p:nvPr/>
        </p:nvSpPr>
        <p:spPr>
          <a:xfrm>
            <a:off x="4673600" y="4572000"/>
            <a:ext cx="1270000" cy="1651000"/>
          </a:xfrm>
          <a:prstGeom prst="mathMultiply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除号 21">
            <a:extLst>
              <a:ext uri="{FF2B5EF4-FFF2-40B4-BE49-F238E27FC236}">
                <a16:creationId xmlns:a16="http://schemas.microsoft.com/office/drawing/2014/main" id="{4B829A7D-E745-4B1A-2335-C5A791BFC62C}"/>
              </a:ext>
            </a:extLst>
          </p:cNvPr>
          <p:cNvSpPr/>
          <p:nvPr/>
        </p:nvSpPr>
        <p:spPr>
          <a:xfrm>
            <a:off x="6146800" y="4572000"/>
            <a:ext cx="1270000" cy="1651000"/>
          </a:xfrm>
          <a:prstGeom prst="mathDivide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等号 22">
            <a:extLst>
              <a:ext uri="{FF2B5EF4-FFF2-40B4-BE49-F238E27FC236}">
                <a16:creationId xmlns:a16="http://schemas.microsoft.com/office/drawing/2014/main" id="{4FAA2319-A0A8-82A7-471C-4D69B031468A}"/>
              </a:ext>
            </a:extLst>
          </p:cNvPr>
          <p:cNvSpPr/>
          <p:nvPr/>
        </p:nvSpPr>
        <p:spPr>
          <a:xfrm>
            <a:off x="7620000" y="4572000"/>
            <a:ext cx="1270000" cy="1651000"/>
          </a:xfrm>
          <a:prstGeom prst="mathEqual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不等号 23">
            <a:extLst>
              <a:ext uri="{FF2B5EF4-FFF2-40B4-BE49-F238E27FC236}">
                <a16:creationId xmlns:a16="http://schemas.microsoft.com/office/drawing/2014/main" id="{C7831CB5-8CA0-549E-DFDA-A242368A1D5F}"/>
              </a:ext>
            </a:extLst>
          </p:cNvPr>
          <p:cNvSpPr/>
          <p:nvPr/>
        </p:nvSpPr>
        <p:spPr>
          <a:xfrm>
            <a:off x="9093200" y="4572000"/>
            <a:ext cx="1270000" cy="1651000"/>
          </a:xfrm>
          <a:prstGeom prst="mathNotEqual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5" name=" 24">
            <a:extLst>
              <a:ext uri="{FF2B5EF4-FFF2-40B4-BE49-F238E27FC236}">
                <a16:creationId xmlns:a16="http://schemas.microsoft.com/office/drawing/2014/main" id="{3E607B8F-A71C-AD94-0CBB-59D4E840ABF6}"/>
              </a:ext>
            </a:extLst>
          </p:cNvPr>
          <p:cNvSpPr/>
          <p:nvPr/>
        </p:nvSpPr>
        <p:spPr>
          <a:xfrm>
            <a:off x="10566400" y="4572000"/>
            <a:ext cx="1270000" cy="1651000"/>
          </a:xfrm>
          <a:prstGeom prst="cornerTabs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4534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 1">
            <a:extLst>
              <a:ext uri="{FF2B5EF4-FFF2-40B4-BE49-F238E27FC236}">
                <a16:creationId xmlns:a16="http://schemas.microsoft.com/office/drawing/2014/main" id="{6B8C1855-1D70-2E45-E309-3A3FDC99D501}"/>
              </a:ext>
            </a:extLst>
          </p:cNvPr>
          <p:cNvSpPr/>
          <p:nvPr/>
        </p:nvSpPr>
        <p:spPr>
          <a:xfrm>
            <a:off x="254000" y="254000"/>
            <a:ext cx="1270000" cy="1651000"/>
          </a:xfrm>
          <a:prstGeom prst="squareTabs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 2">
            <a:extLst>
              <a:ext uri="{FF2B5EF4-FFF2-40B4-BE49-F238E27FC236}">
                <a16:creationId xmlns:a16="http://schemas.microsoft.com/office/drawing/2014/main" id="{71C79A4A-34EF-442B-6B92-254459C83CFE}"/>
              </a:ext>
            </a:extLst>
          </p:cNvPr>
          <p:cNvSpPr/>
          <p:nvPr/>
        </p:nvSpPr>
        <p:spPr>
          <a:xfrm>
            <a:off x="1727200" y="254000"/>
            <a:ext cx="1270000" cy="1651000"/>
          </a:xfrm>
          <a:prstGeom prst="plaqueTabs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形状 3">
            <a:extLst>
              <a:ext uri="{FF2B5EF4-FFF2-40B4-BE49-F238E27FC236}">
                <a16:creationId xmlns:a16="http://schemas.microsoft.com/office/drawing/2014/main" id="{3082DCCA-57BA-6554-CA35-65196016ADC0}"/>
              </a:ext>
            </a:extLst>
          </p:cNvPr>
          <p:cNvSpPr/>
          <p:nvPr/>
        </p:nvSpPr>
        <p:spPr>
          <a:xfrm>
            <a:off x="3200400" y="254000"/>
            <a:ext cx="1270000" cy="1651000"/>
          </a:xfrm>
          <a:prstGeom prst="gear6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形状 4">
            <a:extLst>
              <a:ext uri="{FF2B5EF4-FFF2-40B4-BE49-F238E27FC236}">
                <a16:creationId xmlns:a16="http://schemas.microsoft.com/office/drawing/2014/main" id="{D5E77977-9469-62DA-E828-7346AC0551A5}"/>
              </a:ext>
            </a:extLst>
          </p:cNvPr>
          <p:cNvSpPr/>
          <p:nvPr/>
        </p:nvSpPr>
        <p:spPr>
          <a:xfrm>
            <a:off x="4673600" y="254000"/>
            <a:ext cx="1270000" cy="1651000"/>
          </a:xfrm>
          <a:prstGeom prst="gear9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形状 5">
            <a:extLst>
              <a:ext uri="{FF2B5EF4-FFF2-40B4-BE49-F238E27FC236}">
                <a16:creationId xmlns:a16="http://schemas.microsoft.com/office/drawing/2014/main" id="{1F3EBF36-BBAD-2305-DF1D-25542A69729F}"/>
              </a:ext>
            </a:extLst>
          </p:cNvPr>
          <p:cNvSpPr/>
          <p:nvPr/>
        </p:nvSpPr>
        <p:spPr>
          <a:xfrm>
            <a:off x="6146800" y="254000"/>
            <a:ext cx="1270000" cy="1651000"/>
          </a:xfrm>
          <a:prstGeom prst="funnel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不完整圆 6">
            <a:extLst>
              <a:ext uri="{FF2B5EF4-FFF2-40B4-BE49-F238E27FC236}">
                <a16:creationId xmlns:a16="http://schemas.microsoft.com/office/drawing/2014/main" id="{A7BDE45B-5D00-E0F6-CF7E-5FE7418D86EE}"/>
              </a:ext>
            </a:extLst>
          </p:cNvPr>
          <p:cNvSpPr/>
          <p:nvPr/>
        </p:nvSpPr>
        <p:spPr>
          <a:xfrm>
            <a:off x="7620000" y="254000"/>
            <a:ext cx="1270000" cy="1651000"/>
          </a:xfrm>
          <a:prstGeom prst="pieWedge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形状 7">
            <a:extLst>
              <a:ext uri="{FF2B5EF4-FFF2-40B4-BE49-F238E27FC236}">
                <a16:creationId xmlns:a16="http://schemas.microsoft.com/office/drawing/2014/main" id="{C6758F53-9EF0-3660-4728-7719F3F0B502}"/>
              </a:ext>
            </a:extLst>
          </p:cNvPr>
          <p:cNvSpPr/>
          <p:nvPr/>
        </p:nvSpPr>
        <p:spPr>
          <a:xfrm>
            <a:off x="9093200" y="254000"/>
            <a:ext cx="1270000" cy="1651000"/>
          </a:xfrm>
          <a:prstGeom prst="leftCircularArrow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形状 8">
            <a:extLst>
              <a:ext uri="{FF2B5EF4-FFF2-40B4-BE49-F238E27FC236}">
                <a16:creationId xmlns:a16="http://schemas.microsoft.com/office/drawing/2014/main" id="{100157B0-1DE5-604E-B00D-455CA0531ECA}"/>
              </a:ext>
            </a:extLst>
          </p:cNvPr>
          <p:cNvSpPr/>
          <p:nvPr/>
        </p:nvSpPr>
        <p:spPr>
          <a:xfrm>
            <a:off x="10566400" y="254000"/>
            <a:ext cx="1270000" cy="1651000"/>
          </a:xfrm>
          <a:prstGeom prst="leftRightCircularArrow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形状 9">
            <a:extLst>
              <a:ext uri="{FF2B5EF4-FFF2-40B4-BE49-F238E27FC236}">
                <a16:creationId xmlns:a16="http://schemas.microsoft.com/office/drawing/2014/main" id="{7FF5901D-AE08-19B3-EF66-F512793B02A9}"/>
              </a:ext>
            </a:extLst>
          </p:cNvPr>
          <p:cNvSpPr/>
          <p:nvPr/>
        </p:nvSpPr>
        <p:spPr>
          <a:xfrm>
            <a:off x="254000" y="2413000"/>
            <a:ext cx="1270000" cy="1651000"/>
          </a:xfrm>
          <a:prstGeom prst="swooshArrow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云形 10">
            <a:extLst>
              <a:ext uri="{FF2B5EF4-FFF2-40B4-BE49-F238E27FC236}">
                <a16:creationId xmlns:a16="http://schemas.microsoft.com/office/drawing/2014/main" id="{38A80408-26F3-7E4B-4D57-9000BB36381D}"/>
              </a:ext>
            </a:extLst>
          </p:cNvPr>
          <p:cNvSpPr/>
          <p:nvPr/>
        </p:nvSpPr>
        <p:spPr>
          <a:xfrm>
            <a:off x="1727200" y="2413000"/>
            <a:ext cx="1270000" cy="1651000"/>
          </a:xfrm>
          <a:prstGeom prst="cloud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 11">
            <a:extLst>
              <a:ext uri="{FF2B5EF4-FFF2-40B4-BE49-F238E27FC236}">
                <a16:creationId xmlns:a16="http://schemas.microsoft.com/office/drawing/2014/main" id="{2AE22598-AA26-13A3-F306-504C83DFD389}"/>
              </a:ext>
            </a:extLst>
          </p:cNvPr>
          <p:cNvSpPr/>
          <p:nvPr/>
        </p:nvSpPr>
        <p:spPr>
          <a:xfrm>
            <a:off x="3200400" y="2413000"/>
            <a:ext cx="1270000" cy="1651000"/>
          </a:xfrm>
          <a:prstGeom prst="chartX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 12">
            <a:extLst>
              <a:ext uri="{FF2B5EF4-FFF2-40B4-BE49-F238E27FC236}">
                <a16:creationId xmlns:a16="http://schemas.microsoft.com/office/drawing/2014/main" id="{C3ABEB13-6011-D41A-5397-C03D9E1D440B}"/>
              </a:ext>
            </a:extLst>
          </p:cNvPr>
          <p:cNvSpPr/>
          <p:nvPr/>
        </p:nvSpPr>
        <p:spPr>
          <a:xfrm>
            <a:off x="4673600" y="2413000"/>
            <a:ext cx="1270000" cy="1651000"/>
          </a:xfrm>
          <a:prstGeom prst="chartStar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 13">
            <a:extLst>
              <a:ext uri="{FF2B5EF4-FFF2-40B4-BE49-F238E27FC236}">
                <a16:creationId xmlns:a16="http://schemas.microsoft.com/office/drawing/2014/main" id="{A562CAD6-356E-2496-DA9C-DEB277D3CD3D}"/>
              </a:ext>
            </a:extLst>
          </p:cNvPr>
          <p:cNvSpPr/>
          <p:nvPr/>
        </p:nvSpPr>
        <p:spPr>
          <a:xfrm>
            <a:off x="6146800" y="2413000"/>
            <a:ext cx="1270000" cy="1651000"/>
          </a:xfrm>
          <a:prstGeom prst="chartPlus">
            <a:avLst/>
          </a:prstGeom>
          <a:solidFill>
            <a:srgbClr val="5A8CD2"/>
          </a:solidFill>
          <a:ln>
            <a:solidFill>
              <a:srgbClr val="1E3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C72F2580-CC7C-E056-8CB9-D13C16E0086A}"/>
              </a:ext>
            </a:extLst>
          </p:cNvPr>
          <p:cNvSpPr/>
          <p:nvPr/>
        </p:nvSpPr>
        <p:spPr>
          <a:xfrm>
            <a:off x="7620000" y="2413000"/>
            <a:ext cx="1270000" cy="1651000"/>
          </a:xfrm>
          <a:prstGeom prst="lineInv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1970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2026-10-12T11:51:30Z</dcterms:created>
  <dcterms:modified xsi:type="dcterms:W3CDTF">2026-10-12T11:51:30Z</dcterms:modified>
</cp:coreProperties>
</file>