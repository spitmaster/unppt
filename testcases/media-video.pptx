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486D3-1C8F-8091-5D1F-1D98761AB3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1B629D-67DB-3682-BECA-34F54A5B0F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5C3799-643D-33DC-8119-A9FE5636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72AC-F5E2-49BF-BCC4-6A47FEED46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4219BD-18A9-58FB-B284-799248CB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F7F3DD-8F65-2EA0-1114-4869EFA0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D6FE-51E8-4F98-95E7-2FDB60581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276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8FF3C4-7ECA-1249-803D-E07BBDB89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672537-63B4-3E09-2125-E36DD07DF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34ED94-52BD-962B-9E92-01D1C4A93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72AC-F5E2-49BF-BCC4-6A47FEED46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0C0053-7A96-8DD9-EDB4-444C7675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5A08C6-3BF3-A669-74B2-0AA761C9F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D6FE-51E8-4F98-95E7-2FDB60581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479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BC05C-ABC1-C16D-0335-0DAD4B3C1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183075-B983-2036-5B9B-CE2DAB42C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3B18D1-F16E-6C76-7654-B8189561E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72AC-F5E2-49BF-BCC4-6A47FEED46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46730B-E08C-EEB4-AE5A-41CD23D1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696062-FB11-5CFD-D996-286AFDDE8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D6FE-51E8-4F98-95E7-2FDB60581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915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4555F-11EA-EEE0-E30F-F7DA3013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09BF65-82F9-5978-92FC-BF62F52CD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660F8B-BD7B-C901-08E8-A21751AAB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355FFD0-65AD-3485-1260-D0E66825A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72AC-F5E2-49BF-BCC4-6A47FEED46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46DC85-3A86-D448-E9B6-D69C300ED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C5C51C-9FDE-0EAE-8B98-7652E5373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D6FE-51E8-4F98-95E7-2FDB60581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63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8482F4-8EFD-3CBE-2A2D-1EE05DB74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2A6FB2-94ED-7ECF-BF62-5980DD4ED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768167-6C29-3C29-7FFC-59FA228C6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1A1DA44-C4E3-38B6-C19C-5ECE36E1B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8E94F71-12C6-62E6-C783-D5D2F0566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BE35F1-18F7-E648-4941-930A7D7A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72AC-F5E2-49BF-BCC4-6A47FEED46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874685-ED8B-ADD8-33D5-F1BF3ABA9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B8FE3ED-F264-9E73-BE1E-A63458DF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D6FE-51E8-4F98-95E7-2FDB60581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519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F39086-C856-37A5-7CDA-A3CCADAE3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10B74B-34F9-47CB-C05A-84B0CACBF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72AC-F5E2-49BF-BCC4-6A47FEED46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DEB1B00-93AA-1B8B-215B-041DC47A3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D65B8B4-F747-0A88-CA83-47E79C529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D6FE-51E8-4F98-95E7-2FDB60581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32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D345223-03BC-CD62-7FEA-8B5F424B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72AC-F5E2-49BF-BCC4-6A47FEED46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AE4913E-CCE3-E8C3-94F8-820846AC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E82738-C52A-9C2E-D8EF-60B1D0234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D6FE-51E8-4F98-95E7-2FDB60581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680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F9D4B8-0CC7-6907-4BC6-A7E2800BE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20CB41-8930-84A9-C431-E82161B52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267A8D-7F2E-4A5E-A72F-345DF218F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25082C-A08F-81C1-6C08-15A5C8C57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72AC-F5E2-49BF-BCC4-6A47FEED46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ADF279-E4E5-8098-C15C-B2BAFDF7F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216A30-C190-20CF-7D80-20235234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D6FE-51E8-4F98-95E7-2FDB60581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641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088E45-326A-61E5-EDA0-9CB8B1344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A475CC8-1F62-F6E8-D004-AD5B25C7E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0395A6-81C7-C6E0-FA7A-F3EFB26CB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4C23F6-868F-DAFE-189B-A1D89399E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72AC-F5E2-49BF-BCC4-6A47FEED46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9EE9A9-822B-4D47-8E35-2D3FF4CFD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C025E5-1A2D-B0EA-5CE6-ADBC276A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D6FE-51E8-4F98-95E7-2FDB60581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32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2F5F0C-41D1-A5FA-529A-F885701C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B4E7FC-2801-40CD-5063-1C22F9214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615EC2-BDBB-A7FF-9516-563727B2C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72AC-F5E2-49BF-BCC4-6A47FEED46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A713FE-2BB5-97F4-7B95-E4660C200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ADE2BE-4ED3-3E0A-1EC2-DEA2D1190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D6FE-51E8-4F98-95E7-2FDB60581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95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A80F612-82E5-5A75-C76D-A182D8CB1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26060D-589B-0F6D-95B9-5656A34D0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D1D888-6572-8B3A-B9C6-B11E1E26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372AC-F5E2-49BF-BCC4-6A47FEED46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E4B5D7-5CB7-8459-6E1D-57D7B4CC6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357EA9-990D-B01B-6F15-1E927FF78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8D6FE-51E8-4F98-95E7-2FDB60581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6874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297F33-1E40-3DAD-7DBF-E14BFC5C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4BEC05-C065-7E88-65E1-FBEAC6CBC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B1AE27-0E8B-3A83-1831-A4AD58ED7B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372AC-F5E2-49BF-BCC4-6A47FEED46A2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A5C534-5810-19E9-E47B-B2C75ABD0E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931A6C-CD61-C3F4-F755-7DF9F3E2A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8D6FE-51E8-4F98-95E7-2FDB605811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431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4BDB133-DC20-2C5E-77E9-E74FD7842B2E}"/>
              </a:ext>
            </a:extLst>
          </p:cNvPr>
          <p:cNvSpPr txBox="1"/>
          <p:nvPr/>
        </p:nvSpPr>
        <p:spPr>
          <a:xfrm>
            <a:off x="762000" y="381000"/>
            <a:ext cx="1016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视频：单击时播放</a:t>
            </a:r>
          </a:p>
        </p:txBody>
      </p:sp>
      <p:pic>
        <p:nvPicPr>
          <p:cNvPr id="3" name="test-video">
            <a:hlinkClick r:id="" action="ppaction://media"/>
            <a:extLst>
              <a:ext uri="{FF2B5EF4-FFF2-40B4-BE49-F238E27FC236}">
                <a16:creationId xmlns:a16="http://schemas.microsoft.com/office/drawing/2014/main" id="{2140EBF7-1557-C62B-E980-6AFE122946C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0" y="15240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0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78077E1-AF6D-D6AC-102F-48A0E407CE99}"/>
              </a:ext>
            </a:extLst>
          </p:cNvPr>
          <p:cNvSpPr txBox="1"/>
          <p:nvPr/>
        </p:nvSpPr>
        <p:spPr>
          <a:xfrm>
            <a:off x="762000" y="381000"/>
            <a:ext cx="10160000" cy="762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视频：进入时自动播放</a:t>
            </a:r>
          </a:p>
        </p:txBody>
      </p:sp>
      <p:pic>
        <p:nvPicPr>
          <p:cNvPr id="3" name="test-video">
            <a:hlinkClick r:id="" action="ppaction://media"/>
            <a:extLst>
              <a:ext uri="{FF2B5EF4-FFF2-40B4-BE49-F238E27FC236}">
                <a16:creationId xmlns:a16="http://schemas.microsoft.com/office/drawing/2014/main" id="{54A72F70-7E89-CF7A-F043-8F470A2502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048000" y="15240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2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自定义</PresentationFormat>
  <Paragraphs>2</Paragraphs>
  <Slides>2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2026-10-13T12:59:18Z</dcterms:created>
  <dcterms:modified xsi:type="dcterms:W3CDTF">2026-10-13T12:59:18Z</dcterms:modified>
</cp:coreProperties>
</file>