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0E873F-EED0-C584-56B9-90B666CEB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2C6716-5977-CEAE-9D71-806A7FEF3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2FC05D-4815-99EB-F9FB-53D2DACC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C8D3B-5716-4478-9AD8-FF9745A49B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4EE77F-80DB-0872-B3A3-1F3EF42E8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60F95B-2A6F-B733-086C-64C0E626B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38E7-0C2F-4725-AAB6-736AEC7570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470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0BCD88-2958-E766-95FC-21157C138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E13100-2118-E3FE-6091-DD6DABFA4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013FC6-CCB1-E3A5-84F4-8606B8522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C8D3B-5716-4478-9AD8-FF9745A49B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167EAD-BD34-0315-CE97-EB5A30897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9443D4-F859-387E-3880-3B67D7C82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38E7-0C2F-4725-AAB6-736AEC7570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882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3EAE3F-17C4-11DD-B129-1645B0D82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7A44D7-89AA-D8E9-5656-C237395EC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C0A22D-6DBF-A0A4-5CAA-69738F619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C8D3B-5716-4478-9AD8-FF9745A49B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C97FC8-9E24-E853-8728-65849B3F2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ED7978-7483-DBC3-34A7-74CE6C2AA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38E7-0C2F-4725-AAB6-736AEC7570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455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C93FD9-65D4-74C5-2019-3836CC655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AB645F-CC38-6EAF-61A2-6D430555F4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2B2E3F-86C3-7CD3-3BAD-01BB75FEC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A9B99D-906E-1FCD-823A-35D7F4B7E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C8D3B-5716-4478-9AD8-FF9745A49B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468F8C-2126-2D72-C7A4-F08BEF40B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64D48D-8985-528C-5A9D-7598D6B3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38E7-0C2F-4725-AAB6-736AEC7570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017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C5D01-F0F1-2CCE-98D2-BD20F04A0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4A37CA-9F9F-EA03-1846-B649D3284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AB110F-AE5E-7EFD-D171-0179FCAEB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818F6AB-3FE4-F995-2F8D-78C72DD79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F11B4B3-7D0F-1076-5218-DD22588AA7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713AF5-87D4-54E5-A12F-8EF897275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C8D3B-5716-4478-9AD8-FF9745A49B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387CCF2-6898-FD07-37AD-98A564E22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F5B828-2F00-03D0-4AD4-A57F2AE1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38E7-0C2F-4725-AAB6-736AEC7570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739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C2510C-4B92-93D7-A36C-B27B2158B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DD00B9-3D39-7579-4BAC-4D2096701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C8D3B-5716-4478-9AD8-FF9745A49B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A171E95-04C5-48FA-327C-2276562B2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7E16A6F-F276-8A33-074C-AA6B242BE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38E7-0C2F-4725-AAB6-736AEC7570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397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5F5346-773A-883C-973C-3EEE141C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C8D3B-5716-4478-9AD8-FF9745A49B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48E686-4F6F-CF90-0189-63507BB7D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C85BCB-749B-1568-2729-252F3D314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38E7-0C2F-4725-AAB6-736AEC7570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64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CD6AB6-122D-C4A3-9269-64DC86F22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CE249A-E2FE-DC7B-172A-1C31CB87E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A5B8C5-92D8-D687-8DC9-6C361E7DF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EC1F59-BCCA-3987-F72F-4D9E7B505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C8D3B-5716-4478-9AD8-FF9745A49B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03B178-C77F-1BDE-008F-643FF3539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8A7D19-E02B-A237-521A-BFD6D785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38E7-0C2F-4725-AAB6-736AEC7570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337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49D54-F09E-2D87-47B6-A0FBE7E76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16A8A6-78A3-C065-2AEA-17F519FDAF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EDCAA9-6DBB-64A4-5837-D3709621A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A68B12-30EA-5FA6-8421-42ACB71F8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C8D3B-5716-4478-9AD8-FF9745A49B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94D250-EC55-DFE8-07E5-83DE80FF6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3ED113-ED45-DD8C-C05D-633A1FF5C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38E7-0C2F-4725-AAB6-736AEC7570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90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C8F16-A734-3AD4-C87A-D19C45BA3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7AFD00-DACA-5736-79E2-BAD9E430C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36EDDF-6AC3-78D3-FFAF-29DCB1F41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C8D3B-5716-4478-9AD8-FF9745A49B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B916E0-5DB7-7DCD-D9C3-8F5061786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9CEEF0-296F-BA03-7716-275FE324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38E7-0C2F-4725-AAB6-736AEC7570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563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B263AB6-EB14-4DAE-6631-64742412D1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1EBA49-441E-8D11-780E-7DFAF15C1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716A37-7885-60A7-B4E9-6286BFB31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C8D3B-5716-4478-9AD8-FF9745A49B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80D51B-2412-A84C-DA6C-1D1A5B431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6DEC1C-DE6C-1987-9FF1-5EDE1A5EF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38E7-0C2F-4725-AAB6-736AEC7570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921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E9DFC7C-BD54-AE13-52BC-453EC59F4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F1B9AB-B5C0-269D-A5AD-E1B2046E9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227A73-72DB-2024-D775-D1E0736AE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C8D3B-5716-4478-9AD8-FF9745A49B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36FFFF-2BA1-4D04-9E6D-B5B488B097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AD2D8B-97D3-1B36-DD3F-910AFF8D5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338E7-0C2F-4725-AAB6-736AEC7570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706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0C5C36B-2578-70FB-4279-06ECA8DFECDA}"/>
              </a:ext>
            </a:extLst>
          </p:cNvPr>
          <p:cNvSpPr txBox="1"/>
          <p:nvPr/>
        </p:nvSpPr>
        <p:spPr>
          <a:xfrm>
            <a:off x="508000" y="381000"/>
            <a:ext cx="11176000" cy="175432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just"/>
            <a:r>
              <a:rPr lang="zh-CN" altLang="en-US" sz="5400">
                <a:solidFill>
                  <a:srgbClr val="1E1E1E"/>
                </a:solidFill>
                <a:effectLst>
                  <a:outerShdw dist="184915" dir="9843279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阴影叠放测试文字两端对齐阴影叠放测试文字两端对齐阴影叠放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2675DD1-53AB-8800-A8AD-E41DA07A54EC}"/>
              </a:ext>
            </a:extLst>
          </p:cNvPr>
          <p:cNvSpPr txBox="1"/>
          <p:nvPr/>
        </p:nvSpPr>
        <p:spPr>
          <a:xfrm>
            <a:off x="508000" y="2667000"/>
            <a:ext cx="11176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dist"/>
            <a:r>
              <a:rPr lang="zh-CN" altLang="en-US" sz="5400">
                <a:solidFill>
                  <a:srgbClr val="1E1E1E"/>
                </a:solidFill>
                <a:effectLst>
                  <a:outerShdw dist="184915" dir="9843279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分散对齐阴影叠放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5B5ED3A-C408-519D-4DD0-2679F64FCCA6}"/>
              </a:ext>
            </a:extLst>
          </p:cNvPr>
          <p:cNvSpPr txBox="1"/>
          <p:nvPr/>
        </p:nvSpPr>
        <p:spPr>
          <a:xfrm>
            <a:off x="508000" y="3937000"/>
            <a:ext cx="11176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1E1E1E"/>
                </a:solidFill>
                <a:effectLst>
                  <a:outerShdw dist="184915" dir="9843279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逐</a:t>
            </a:r>
            <a:r>
              <a:rPr lang="zh-CN" altLang="en-US" sz="5400">
                <a:solidFill>
                  <a:srgbClr val="285AC8"/>
                </a:solidFill>
                <a:effectLst>
                  <a:outerShdw dist="184915" dir="9843279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字</a:t>
            </a:r>
            <a:r>
              <a:rPr lang="zh-CN" altLang="en-US" sz="5400">
                <a:solidFill>
                  <a:srgbClr val="1E1E1E"/>
                </a:solidFill>
                <a:effectLst>
                  <a:outerShdw dist="184915" dir="9843279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交</a:t>
            </a:r>
            <a:r>
              <a:rPr lang="zh-CN" altLang="en-US" sz="5400">
                <a:solidFill>
                  <a:srgbClr val="285AC8"/>
                </a:solidFill>
                <a:effectLst>
                  <a:outerShdw dist="184915" dir="9843279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替</a:t>
            </a:r>
            <a:r>
              <a:rPr lang="zh-CN" altLang="en-US" sz="5400">
                <a:solidFill>
                  <a:srgbClr val="1E1E1E"/>
                </a:solidFill>
                <a:effectLst>
                  <a:outerShdw dist="184915" dir="9843279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颜</a:t>
            </a:r>
            <a:r>
              <a:rPr lang="zh-CN" altLang="en-US" sz="5400">
                <a:solidFill>
                  <a:srgbClr val="285AC8"/>
                </a:solidFill>
                <a:effectLst>
                  <a:outerShdw dist="184915" dir="9843279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色</a:t>
            </a:r>
            <a:r>
              <a:rPr lang="zh-CN" altLang="en-US" sz="5400">
                <a:solidFill>
                  <a:srgbClr val="1E1E1E"/>
                </a:solidFill>
                <a:effectLst>
                  <a:outerShdw dist="184915" dir="9843279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阴</a:t>
            </a:r>
            <a:r>
              <a:rPr lang="zh-CN" altLang="en-US" sz="5400">
                <a:solidFill>
                  <a:srgbClr val="285AC8"/>
                </a:solidFill>
                <a:effectLst>
                  <a:outerShdw dist="184915" dir="9843279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影</a:t>
            </a:r>
            <a:r>
              <a:rPr lang="zh-CN" altLang="en-US" sz="5400">
                <a:solidFill>
                  <a:srgbClr val="1E1E1E"/>
                </a:solidFill>
                <a:effectLst>
                  <a:outerShdw dist="184915" dir="9843279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叠</a:t>
            </a:r>
            <a:r>
              <a:rPr lang="zh-CN" altLang="en-US" sz="5400">
                <a:solidFill>
                  <a:srgbClr val="285AC8"/>
                </a:solidFill>
                <a:effectLst>
                  <a:outerShdw dist="184915" dir="9843279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73B413-85A3-2592-BB63-9C2F211F2122}"/>
              </a:ext>
            </a:extLst>
          </p:cNvPr>
          <p:cNvSpPr txBox="1"/>
          <p:nvPr/>
        </p:nvSpPr>
        <p:spPr>
          <a:xfrm>
            <a:off x="508000" y="5207000"/>
            <a:ext cx="11176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1E1E1E"/>
                </a:solidFill>
                <a:effectLst>
                  <a:outerShdw dist="184915" dir="9843279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普通左对齐阴影叠放</a:t>
            </a:r>
          </a:p>
        </p:txBody>
      </p:sp>
    </p:spTree>
    <p:extLst>
      <p:ext uri="{BB962C8B-B14F-4D97-AF65-F5344CB8AC3E}">
        <p14:creationId xmlns:p14="http://schemas.microsoft.com/office/powerpoint/2010/main" val="4173919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2026-10-16T19:19:47Z</dcterms:created>
  <dcterms:modified xsi:type="dcterms:W3CDTF">2026-10-16T19:19:47Z</dcterms:modified>
</cp:coreProperties>
</file>