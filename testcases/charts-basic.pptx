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AC-4246-88F2-FD79066380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AC-4246-88F2-FD79066380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AC-4246-88F2-FD79066380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5833696"/>
        <c:axId val="895834176"/>
      </c:barChart>
      <c:catAx>
        <c:axId val="895833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95834176"/>
        <c:crosses val="autoZero"/>
        <c:auto val="1"/>
        <c:lblAlgn val="ctr"/>
        <c:lblOffset val="100"/>
        <c:noMultiLvlLbl val="0"/>
      </c:catAx>
      <c:valAx>
        <c:axId val="895834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95833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DD-4015-86EE-7C3CF2190C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DD-4015-86EE-7C3CF2190C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DD-4015-86EE-7C3CF2190C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92492368"/>
        <c:axId val="592501968"/>
      </c:barChart>
      <c:catAx>
        <c:axId val="592492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92501968"/>
        <c:crosses val="autoZero"/>
        <c:auto val="1"/>
        <c:lblAlgn val="ctr"/>
        <c:lblOffset val="100"/>
        <c:noMultiLvlLbl val="0"/>
      </c:catAx>
      <c:valAx>
        <c:axId val="5925019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92492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C2-47A6-A9B3-3BE166B63C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C2-47A6-A9B3-3BE166B63C2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C2-47A6-A9B3-3BE166B63C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92496208"/>
        <c:axId val="592502448"/>
      </c:lineChart>
      <c:catAx>
        <c:axId val="592496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92502448"/>
        <c:crosses val="autoZero"/>
        <c:auto val="1"/>
        <c:lblAlgn val="ctr"/>
        <c:lblOffset val="100"/>
        <c:noMultiLvlLbl val="0"/>
      </c:catAx>
      <c:valAx>
        <c:axId val="59250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92496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2D-4CC1-B49F-D6605B63C7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2D-4CC1-B49F-D6605B63C7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2D-4CC1-B49F-D6605B63C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7083008"/>
        <c:axId val="597084928"/>
      </c:lineChart>
      <c:catAx>
        <c:axId val="59708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97084928"/>
        <c:crosses val="autoZero"/>
        <c:auto val="1"/>
        <c:lblAlgn val="ctr"/>
        <c:lblOffset val="100"/>
        <c:noMultiLvlLbl val="0"/>
      </c:catAx>
      <c:valAx>
        <c:axId val="597084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9708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6F-4EBB-AA95-1901D3A102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62-4740-B7B7-76B9666F1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1B-4741-84B8-979DDE57E1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1B-4741-84B8-979DDE57E1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99454736"/>
        <c:axId val="599460016"/>
      </c:areaChart>
      <c:dateAx>
        <c:axId val="5994547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99460016"/>
        <c:crosses val="autoZero"/>
        <c:auto val="1"/>
        <c:lblOffset val="100"/>
        <c:baseTimeUnit val="days"/>
      </c:dateAx>
      <c:valAx>
        <c:axId val="599460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994547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4D-47AC-9B99-5E35C29D12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4D-47AC-9B99-5E35C29D12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24D-47AC-9B99-5E35C29D1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99455216"/>
        <c:axId val="599453296"/>
      </c:barChart>
      <c:catAx>
        <c:axId val="599455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99453296"/>
        <c:crosses val="autoZero"/>
        <c:auto val="1"/>
        <c:lblAlgn val="ctr"/>
        <c:lblOffset val="100"/>
        <c:noMultiLvlLbl val="0"/>
      </c:catAx>
      <c:valAx>
        <c:axId val="599453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99455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75DCB-ADF5-E4B2-580B-4A16095EE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6DF925-86E0-14C4-53D1-F79592BB9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DEBBBF-F4EC-0088-296F-C17C789A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58CF-A860-4A16-A75A-5D2E2575180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DCFCC1-7B99-4104-C208-7BFD2DC03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91B3F1-7E04-2B53-ECF2-D4D7A109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7AB4D-E155-4643-BF9B-3D75E7A2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713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D6724B-6A4F-5A82-0D40-FBBE7F7C2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1CA1BD-9F47-90FC-F6B8-055E82F7C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31EAC9-C4A1-C0C0-15D4-98D54EF88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58CF-A860-4A16-A75A-5D2E2575180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42A457-FA11-C7A9-69B4-A6328680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1D4B98-F859-2935-D895-7DBB9C23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7AB4D-E155-4643-BF9B-3D75E7A2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01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329DD-92FB-E9BA-FAFD-873F0A7D5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7BC8CE-33D1-6848-2C14-8631E499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1DCE63-9A2C-3342-E94C-F4292B72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58CF-A860-4A16-A75A-5D2E2575180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BAA6EF-7BB0-90DB-2482-ADF25E74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6F4CBE-A279-7413-AADE-C85C1B34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7AB4D-E155-4643-BF9B-3D75E7A2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44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DECE0-AF50-0544-AAA6-73705595C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588BAA-8876-54F3-EE28-950C31569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424BD8-07A2-2D8A-F33E-205260590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A27111-CC30-B2B6-E81D-93F2E223E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58CF-A860-4A16-A75A-5D2E2575180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FECAD8-D823-FA69-910C-6321B51F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133274-FCE2-2C84-4D49-641A35B4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7AB4D-E155-4643-BF9B-3D75E7A2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96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41F437-040E-351A-97B5-9C9A4464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0FAFCA-99FE-500C-074D-4F884E055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7CBDC4-EBE1-AFD1-648C-5C8603891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A2F8D4-EA98-ABC2-EE69-480039B73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CA3B5D-86CC-FB97-A8EF-83BD344C0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58F04E-364F-F665-E77B-2CBD8366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58CF-A860-4A16-A75A-5D2E2575180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3B3BBE-07F0-CA35-0C1C-30E29EFC0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DE9A8A1-9F22-07D3-396C-58C6857F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7AB4D-E155-4643-BF9B-3D75E7A2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07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CB7D7-B68E-8A04-4F80-CB2B5A88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C4EDF3-B511-1822-C4D4-8549DBE28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58CF-A860-4A16-A75A-5D2E2575180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17E3EC-A150-F4B2-4C5B-DE3A2C81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8EC1DA-429D-6169-62C8-25D8646D1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7AB4D-E155-4643-BF9B-3D75E7A2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82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17C413-AFC8-7FA2-5A57-22E10006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58CF-A860-4A16-A75A-5D2E2575180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75AB99-D2B7-9BEE-AB18-BEE80C68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D87EA3-7321-E93F-FB55-77848648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7AB4D-E155-4643-BF9B-3D75E7A2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07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5E0F9-C4B1-B738-20F2-B246BA2DF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798966-3108-96A2-B721-9DCA79220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D2F912-461A-C69C-E950-87141946E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49C1AE-EF53-B553-9922-C4DB4FAB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58CF-A860-4A16-A75A-5D2E2575180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EACB44-FC0B-2CDF-5826-8B99CE8AD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BC7843-BA78-5C45-388B-9B0B7866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7AB4D-E155-4643-BF9B-3D75E7A2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93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A7BBD-BCDE-A3EE-E95C-FFD23FA73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DB5BED-9CE4-C5FC-15A6-336CFBB9A1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938864-C70D-6748-D39C-43F82FA4B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767487-85EF-C574-F732-6645CC3A7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58CF-A860-4A16-A75A-5D2E2575180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851E4D-8730-3A70-A93D-571F959E0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E73F2E-1B85-61B3-897C-E9AA68B3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7AB4D-E155-4643-BF9B-3D75E7A2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545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5B823-E614-1424-B802-11D5B7B8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3E932F-041E-C15C-58E7-63B99A595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7B957E-B0E2-D8A6-D617-A13D6ECDF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58CF-A860-4A16-A75A-5D2E2575180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A6A10D-A5DC-B0DB-6131-066F9D97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6A79DD-83F0-C5EE-EC67-0696A6A04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7AB4D-E155-4643-BF9B-3D75E7A2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656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D264F9-716C-9AE1-05F3-7514BC5A3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564864-C5E9-CF26-8153-6CAD1F3D1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BA5F9-0AAB-A4F4-56AB-B860E7EB8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58CF-A860-4A16-A75A-5D2E2575180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B0CBBB-378A-B742-8B1C-03EA7978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A3BCF6-2DD3-8A32-F5FF-E237DA4E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7AB4D-E155-4643-BF9B-3D75E7A2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826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A25E6B-DB85-6417-5FB8-0EF6B92B7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1B408F-3157-7938-B768-86E58D7F2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91020F-F65D-492B-E3F4-3A5A07DBD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058CF-A860-4A16-A75A-5D2E2575180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1AAB81-9955-F253-01C4-252484B0A2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BB72EC-1C50-EF22-6C95-B14B8E669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7AB4D-E155-4643-BF9B-3D75E7A2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29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456F6F84-EF67-1A8D-7281-3221F9A35E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7657421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E28D7645-62FC-54C7-876A-6C6C640C18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8806879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03823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8FE2D9E1-F2CC-A562-893E-86EADE3A9A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6157972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1308629D-949F-0A7D-66DE-9651E94A89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736425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42042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179C25D1-DE00-CBDE-360E-5FEB76FA62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8335308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144A975-97D1-FE11-7A95-A22FFFB8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3972572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350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04A66E17-8EA8-8938-E67F-9859F0C110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9525818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844CBB8A-F189-5EBD-A14F-B331493A77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507803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17925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2026-10-12T12:38:11Z</dcterms:created>
  <dcterms:modified xsi:type="dcterms:W3CDTF">2026-10-12T12:38:11Z</dcterms:modified>
</cp:coreProperties>
</file>