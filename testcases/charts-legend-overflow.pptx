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系列甲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10</c:v>
                </c:pt>
                <c:pt idx="2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F9-49D5-AE7F-ADCBBB799A7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系列乙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</c:v>
                </c:pt>
                <c:pt idx="1">
                  <c:v>15</c:v>
                </c:pt>
                <c:pt idx="2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AF9-49D5-AE7F-ADCBBB799A7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系列丙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13</c:v>
                </c:pt>
                <c:pt idx="1">
                  <c:v>20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AF9-49D5-AE7F-ADCBBB799A7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系列丁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18</c:v>
                </c:pt>
                <c:pt idx="1">
                  <c:v>5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AF9-49D5-AE7F-ADCBBB799A7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系列戊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3</c:v>
                </c:pt>
                <c:pt idx="1">
                  <c:v>10</c:v>
                </c:pt>
                <c:pt idx="2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AF9-49D5-AE7F-ADCBBB799A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84887920"/>
        <c:axId val="784888880"/>
      </c:barChart>
      <c:catAx>
        <c:axId val="784887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84888880"/>
        <c:crosses val="autoZero"/>
        <c:auto val="1"/>
        <c:lblAlgn val="ctr"/>
        <c:lblOffset val="100"/>
        <c:noMultiLvlLbl val="0"/>
      </c:catAx>
      <c:valAx>
        <c:axId val="7848888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84887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545454545454545"/>
          <c:y val="0.83599999999999997"/>
          <c:w val="0.52272727272727271"/>
          <c:h val="8.799999999999999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系列甲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10</c:v>
                </c:pt>
                <c:pt idx="2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E9-4E39-8A55-776A4315A22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系列乙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</c:v>
                </c:pt>
                <c:pt idx="1">
                  <c:v>15</c:v>
                </c:pt>
                <c:pt idx="2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BE9-4E39-8A55-776A4315A22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系列丙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13</c:v>
                </c:pt>
                <c:pt idx="1">
                  <c:v>20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BE9-4E39-8A55-776A4315A22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系列丁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18</c:v>
                </c:pt>
                <c:pt idx="1">
                  <c:v>5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BE9-4E39-8A55-776A4315A22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系列戊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3</c:v>
                </c:pt>
                <c:pt idx="1">
                  <c:v>10</c:v>
                </c:pt>
                <c:pt idx="2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BE9-4E39-8A55-776A4315A2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36545552"/>
        <c:axId val="636539312"/>
      </c:barChart>
      <c:catAx>
        <c:axId val="636545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36539312"/>
        <c:crosses val="autoZero"/>
        <c:auto val="1"/>
        <c:lblAlgn val="ctr"/>
        <c:lblOffset val="100"/>
        <c:noMultiLvlLbl val="0"/>
      </c:catAx>
      <c:valAx>
        <c:axId val="6365393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365455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545454545454545"/>
          <c:y val="0.79600000000000004"/>
          <c:w val="0.36363636363636365"/>
          <c:h val="0.1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系列甲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10</c:v>
                </c:pt>
                <c:pt idx="2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82-4926-A484-05DD2AEB74A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系列乙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</c:v>
                </c:pt>
                <c:pt idx="1">
                  <c:v>15</c:v>
                </c:pt>
                <c:pt idx="2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E82-4926-A484-05DD2AEB74A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系列丙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13</c:v>
                </c:pt>
                <c:pt idx="1">
                  <c:v>20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E82-4926-A484-05DD2AEB74A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系列丁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18</c:v>
                </c:pt>
                <c:pt idx="1">
                  <c:v>5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E82-4926-A484-05DD2AEB74A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系列戊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3</c:v>
                </c:pt>
                <c:pt idx="1">
                  <c:v>10</c:v>
                </c:pt>
                <c:pt idx="2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E82-4926-A484-05DD2AEB74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91230224"/>
        <c:axId val="791240304"/>
      </c:barChart>
      <c:catAx>
        <c:axId val="791230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91240304"/>
        <c:crosses val="autoZero"/>
        <c:auto val="1"/>
        <c:lblAlgn val="ctr"/>
        <c:lblOffset val="100"/>
        <c:noMultiLvlLbl val="0"/>
      </c:catAx>
      <c:valAx>
        <c:axId val="7912403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912302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4545454545454543E-2"/>
          <c:y val="0.83599999999999997"/>
          <c:w val="0.90909090909090906"/>
          <c:h val="8.799999999999999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系列甲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10</c:v>
                </c:pt>
                <c:pt idx="2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0D-479C-BE88-DC1B0589ACB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系列乙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</c:v>
                </c:pt>
                <c:pt idx="1">
                  <c:v>15</c:v>
                </c:pt>
                <c:pt idx="2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0D-479C-BE88-DC1B0589ACB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系列丙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13</c:v>
                </c:pt>
                <c:pt idx="1">
                  <c:v>20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A0D-479C-BE88-DC1B0589ACB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系列丁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18</c:v>
                </c:pt>
                <c:pt idx="1">
                  <c:v>5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A0D-479C-BE88-DC1B0589ACB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系列戊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3</c:v>
                </c:pt>
                <c:pt idx="1">
                  <c:v>10</c:v>
                </c:pt>
                <c:pt idx="2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A0D-479C-BE88-DC1B0589AC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91241264"/>
        <c:axId val="791228784"/>
      </c:barChart>
      <c:catAx>
        <c:axId val="791241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91228784"/>
        <c:crosses val="autoZero"/>
        <c:auto val="1"/>
        <c:lblAlgn val="ctr"/>
        <c:lblOffset val="100"/>
        <c:noMultiLvlLbl val="0"/>
      </c:catAx>
      <c:valAx>
        <c:axId val="791228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912412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5727630637079455"/>
          <c:y val="0.17599999999999999"/>
          <c:w val="0.20454545454545456"/>
          <c:h val="0.2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257A2E-C41B-B58D-7CEB-E6AF04D166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CF66B71-2CEF-1420-9317-6774C89C7F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676B05-19A3-BB05-EDB7-20676E46B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A6769-B135-4715-B719-FC582826788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2F32B8-534E-AFCE-A290-19E107740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ED349E-96AB-1E98-3062-72C2272A3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B6AAC-8E2D-4DA6-AC98-BC70DACF75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9057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66F613-A370-1799-E5C2-CDB0C8C0B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6D48BF-D27C-F575-53A4-CE78B918F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5614E0-425F-0C15-927D-8E21055DB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A6769-B135-4715-B719-FC582826788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36A619-2589-8640-D4A7-6748EA89F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406CDE-AC6A-4D72-65CC-B903F00C4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B6AAC-8E2D-4DA6-AC98-BC70DACF75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262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8AFC88-5240-2BAE-D635-8581998D4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4DCB1F-5703-9DB0-60B6-3FC527BC8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1D83FA-7292-7DB6-33E6-676B7DBE6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A6769-B135-4715-B719-FC582826788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6360DD-81D0-9495-016A-2D1C2C694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0E41D0-5DCB-74F7-C736-902C616AF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B6AAC-8E2D-4DA6-AC98-BC70DACF75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386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047BDA-2EB9-B9AB-B58D-715BFECAE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408412-9B8B-62E9-664C-A3ACB444E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CFFFD94-8BEC-D3C8-EA95-0F707BB7FB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FFB95F-3423-E8D6-9C00-8C350BBB8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A6769-B135-4715-B719-FC582826788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96B023-7BD9-776C-4B72-BDDB8EDB2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97F3A9-C1F1-B2FF-9842-4EBF5D5FA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B6AAC-8E2D-4DA6-AC98-BC70DACF75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2264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BAF502-F4B3-4CC9-60B1-137F15401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7A0B07-4F70-F4F3-FCF4-250D21BF2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59CED02-AEDF-DD0A-6509-9896A46E6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AF33D99-EF02-C7F9-56C8-9E5805FA9E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E7B2B2D-0037-A511-ED6E-FEB9C7D2E3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8D1B117-1D29-8F4B-B28D-711FDAEF2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A6769-B135-4715-B719-FC582826788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7F39872-8AB4-CB86-F405-641AE19C1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C19E6B0-8F43-F7A0-0C26-1354A437F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B6AAC-8E2D-4DA6-AC98-BC70DACF75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733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008E2F-CD69-F014-CD34-37DD59600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8DE3FD4-02AC-19DA-3DA6-500952240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A6769-B135-4715-B719-FC582826788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FECA977-5171-6734-E241-B0A9CAB1D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B0D69D5-E4EA-0375-82C6-1FA75EFF5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B6AAC-8E2D-4DA6-AC98-BC70DACF75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160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4B2E3D1-BBA8-FE14-7A84-FF92FF08F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A6769-B135-4715-B719-FC582826788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8B917A-2519-1CF5-3BA6-FC63BD9A8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8BABEA-2E4A-D07B-3DF8-FEBCC535F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B6AAC-8E2D-4DA6-AC98-BC70DACF75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0264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E75CB5-9530-D428-EE7D-D6B9F633C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FBA0AE-CD5B-E80C-E230-6A8BDB470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CBAB29-19E6-BA49-4452-AD4F46D3BC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09FD75-05D7-141B-A147-B1B749BB8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A6769-B135-4715-B719-FC582826788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E7EB8F-D6DD-33F9-7FD2-13890FB26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6EA093-FA4F-20BC-371E-F40F207A5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B6AAC-8E2D-4DA6-AC98-BC70DACF75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1727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30848D-1EC1-0545-9E72-402413E23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311EC72-5EDC-9CEC-F9F5-D4D3306DE7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A33D21F-CA8B-D616-028B-1DC832F607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9B57F4-C49E-D40F-F44B-18E025D82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A6769-B135-4715-B719-FC582826788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38EEC2-9FB7-A825-DA08-E21121EF0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14A990-0DD2-A26A-EC59-FC340660C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B6AAC-8E2D-4DA6-AC98-BC70DACF75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5081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35E908-5FA4-1284-F850-8EB106541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4DE9F52-F863-970F-2A6F-B3ADCCC551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9B9CEB-C5A1-B7C4-3619-C89D710A6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A6769-B135-4715-B719-FC582826788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AF1B7E-966C-0727-E8EE-5A70415A5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661399-EF89-CA4F-6297-F913B9FD9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B6AAC-8E2D-4DA6-AC98-BC70DACF75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025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89B5DC5-AC5F-8919-E733-B648900B0B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1CD7AA2-3B17-33AE-32D5-9A2D31929A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4B6ACB-F61A-0D60-3B54-F1D2AC54C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A6769-B135-4715-B719-FC582826788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33D3B1-1043-24D2-F7DE-DC3B44D20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213287-CE2A-3AE5-4478-A811EB661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B6AAC-8E2D-4DA6-AC98-BC70DACF75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9743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3A69AF1-C8A7-811D-61E9-AEF010603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189D8F-D9C7-BCE4-C237-558DBAA52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B4F523-8426-B873-436C-25AB9AC8E9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AA6769-B135-4715-B719-FC582826788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887BB4-CB41-DAB4-38EE-2776D59423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E9F9BA-BE7F-A1AB-0DFF-91E69DF699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4B6AAC-8E2D-4DA6-AC98-BC70DACF75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3814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44CDE80F-DFCA-20D6-0C3A-7B80ADA472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1973795"/>
              </p:ext>
            </p:extLst>
          </p:nvPr>
        </p:nvGraphicFramePr>
        <p:xfrm>
          <a:off x="127000" y="127000"/>
          <a:ext cx="5588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06770192-680F-F3E6-5CEE-7D905D2D1C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027317"/>
              </p:ext>
            </p:extLst>
          </p:nvPr>
        </p:nvGraphicFramePr>
        <p:xfrm>
          <a:off x="6096000" y="127000"/>
          <a:ext cx="5588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D9CD9BF2-0417-6DDC-F085-54BFA7945C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0966133"/>
              </p:ext>
            </p:extLst>
          </p:nvPr>
        </p:nvGraphicFramePr>
        <p:xfrm>
          <a:off x="127000" y="3429000"/>
          <a:ext cx="5588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FC1A120C-6AA8-35B2-64B9-86CC655257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8020750"/>
              </p:ext>
            </p:extLst>
          </p:nvPr>
        </p:nvGraphicFramePr>
        <p:xfrm>
          <a:off x="6096000" y="3429000"/>
          <a:ext cx="5588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754247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2026-10-19T02:36:54Z</dcterms:created>
  <dcterms:modified xsi:type="dcterms:W3CDTF">2026-10-19T02:36:54Z</dcterms:modified>
</cp:coreProperties>
</file>