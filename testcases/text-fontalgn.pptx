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50E559-4759-6418-9661-FB9A52E27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62828C-287E-5451-E26D-0B457A3D7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2D7221-AE41-B8AD-0C70-2AAECD73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1024D2-DCBA-287B-322D-EE45B83B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1B564D-D285-2BA4-535D-3691389D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281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8E799-BF06-B5AF-972A-E054329D7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7D1FB2-67E2-E051-32C5-BDD67C6D8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8A8EF-DD77-6A77-E18D-D56E74A1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C80F2A-7589-72AC-FEC2-9F814D59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D14262-2713-BA5C-B38D-7E566BF1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88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6BB30-8A5E-5C17-EF9C-4703F310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FC7C9F-0C51-6F59-6F23-4BFA1E0FF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B79D1E-349B-2EA8-2198-642240877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7FCEBA-5E3C-F6E7-5F7C-CFFC46CE4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4020C9-7442-944C-6BBB-82628318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0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E9A88-738A-F4C0-A5FF-3757AD36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71032-9CDC-0D42-4D95-7E49FCC0B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D394B5-2239-CEB0-10CF-BB80FC6D7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B71338-99D4-E0C7-34C2-D044A020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3E66EC-2F01-DDBF-A03A-738BF41F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B276BD-45D8-547C-2248-CEF536C54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025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F198B-A2D9-5927-A1C9-DC437E64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0D59E7-F8FB-9AE6-6223-0FB32415D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1A0B4F-6BA3-538A-EF19-2131C94B5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9FA69D-5ADD-5E5D-4637-A88D30D7B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37ECBB-0EB4-273E-983C-F2A2F80AA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CC116B1-69DD-9758-D063-A6BBED5C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794D71-7E28-4D20-BCCF-6316D18C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0C118A-1898-94DA-DBEC-F5B954E6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037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1A4A2-C9C9-D8D4-2A05-C6AF7455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74FB26-77C7-1B95-48AA-1D856BA15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6E33DF-8207-0268-9A69-DCE1B799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CD9476-344B-B07E-6233-64FC5789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48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BF46AA-5F8F-7E85-A50A-0344A93D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0E2632-0E6A-9ACC-C3A6-574DF0C9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32AF76-3F97-F9AC-0F34-8C7D454A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78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802EB-AE68-09C6-BBFA-F35F8C45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A7850-8E53-3FC2-5F4C-26F40C38B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B514B1-DB76-BA18-BC80-D1C552F65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94860C-50BB-7A5B-3B72-A9B027BA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7538DD-6DEB-8694-4C1B-FEC661565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61AB5B-FF77-9CD1-E5A9-011431305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17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A854C-46EA-3CCC-5865-EBF08B3CD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ECDBAF-1AAD-C767-1200-138C718A8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89C5EE-3871-AAD4-EC7C-0EAA7BF47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2FA127-9255-9D43-9E4C-1AC4E581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0C403A-6C90-82BB-3B01-480D83066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9CB41A-9702-7499-B488-41BF1DED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71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F9B75-833B-B5D6-DD04-71189DC1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881B26-169D-B6CF-8DDD-50D8B11C7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4D623D-7F7A-9FA4-F954-7F504C103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AA3701-9673-4547-5F0D-C44247ED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303D02-0723-DAD0-C0C3-63F2ECE0D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660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092FC0-1D97-2F2B-BC67-ECA1B474D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EEAE9D-787A-AAC5-DB82-5B4C77F94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573419-8585-D19D-2192-7940689E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4BBB5-D16F-6951-CC1F-03CC8FA8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5E8F25-A6AA-72BE-268F-D7633B0E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40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EBF5C2-8891-62F5-9164-EBB42A87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F6309C-4AB9-01B4-F45F-32BED53F5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C07483-78B9-7FA3-C4D0-2746BC7A8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CE37F-80DA-4BF4-9577-EB32E013CE7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CFE933-252A-E360-61CB-6495F8803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53C18-047E-E644-2F02-1502F4900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AA18F-56C1-457B-AFB0-42960812A0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31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7D67D5-5D08-41F2-5731-25FAC74AB2F2}"/>
              </a:ext>
            </a:extLst>
          </p:cNvPr>
          <p:cNvSpPr txBox="1"/>
          <p:nvPr/>
        </p:nvSpPr>
        <p:spPr>
          <a:xfrm>
            <a:off x="127000" y="127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  <a:p>
            <a:pPr fontAlgn="auto">
              <a:lnSpc>
                <a:spcPct val="10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4F4FBC-5900-D4FB-311E-FFAB075C7F4B}"/>
              </a:ext>
            </a:extLst>
          </p:cNvPr>
          <p:cNvSpPr txBox="1"/>
          <p:nvPr/>
        </p:nvSpPr>
        <p:spPr>
          <a:xfrm>
            <a:off x="1625600" y="127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  <a:p>
            <a:pPr fontAlgn="ctr">
              <a:lnSpc>
                <a:spcPct val="10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4B6A2-9BC5-497A-C9FD-29482A1D549A}"/>
              </a:ext>
            </a:extLst>
          </p:cNvPr>
          <p:cNvSpPr txBox="1"/>
          <p:nvPr/>
        </p:nvSpPr>
        <p:spPr>
          <a:xfrm>
            <a:off x="3124200" y="127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t">
              <a:lnSpc>
                <a:spcPct val="10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  <a:p>
            <a:pPr fontAlgn="t">
              <a:lnSpc>
                <a:spcPct val="10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092A99-C960-3013-34F2-E1BA7924AB0E}"/>
              </a:ext>
            </a:extLst>
          </p:cNvPr>
          <p:cNvSpPr txBox="1"/>
          <p:nvPr/>
        </p:nvSpPr>
        <p:spPr>
          <a:xfrm>
            <a:off x="4622800" y="127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b">
              <a:lnSpc>
                <a:spcPct val="10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  <a:p>
            <a:pPr fontAlgn="b">
              <a:lnSpc>
                <a:spcPct val="10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F70B5C-B205-0A8A-1EEB-1A852F222BA9}"/>
              </a:ext>
            </a:extLst>
          </p:cNvPr>
          <p:cNvSpPr txBox="1"/>
          <p:nvPr/>
        </p:nvSpPr>
        <p:spPr>
          <a:xfrm>
            <a:off x="6121400" y="127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  <a:p>
            <a:pPr fontAlgn="auto">
              <a:lnSpc>
                <a:spcPct val="15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426933-25D1-756D-4BF5-3910E2539F0C}"/>
              </a:ext>
            </a:extLst>
          </p:cNvPr>
          <p:cNvSpPr txBox="1"/>
          <p:nvPr/>
        </p:nvSpPr>
        <p:spPr>
          <a:xfrm>
            <a:off x="7620000" y="127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  <a:p>
            <a:pPr fontAlgn="ctr">
              <a:lnSpc>
                <a:spcPct val="15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90A554-27EB-13BE-A450-1AD899827A5B}"/>
              </a:ext>
            </a:extLst>
          </p:cNvPr>
          <p:cNvSpPr txBox="1"/>
          <p:nvPr/>
        </p:nvSpPr>
        <p:spPr>
          <a:xfrm>
            <a:off x="9118600" y="127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t">
              <a:lnSpc>
                <a:spcPct val="15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  <a:p>
            <a:pPr fontAlgn="t">
              <a:lnSpc>
                <a:spcPct val="15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B6E655-71EB-1A86-CA11-7D810AE11706}"/>
              </a:ext>
            </a:extLst>
          </p:cNvPr>
          <p:cNvSpPr txBox="1"/>
          <p:nvPr/>
        </p:nvSpPr>
        <p:spPr>
          <a:xfrm>
            <a:off x="10617200" y="127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b">
              <a:lnSpc>
                <a:spcPct val="15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  <a:p>
            <a:pPr fontAlgn="b">
              <a:lnSpc>
                <a:spcPct val="150000"/>
              </a:lnSpc>
            </a:pPr>
            <a:r>
              <a:rPr lang="zh-CN" altLang="en-US" sz="1800">
                <a:latin typeface="微软雅黑"/>
                <a:ea typeface="微软雅黑"/>
              </a:rPr>
              <a:t>文字 Hg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422991-60B5-190C-26A9-0B3C536685FD}"/>
              </a:ext>
            </a:extLst>
          </p:cNvPr>
          <p:cNvSpPr txBox="1"/>
          <p:nvPr/>
        </p:nvSpPr>
        <p:spPr>
          <a:xfrm>
            <a:off x="127000" y="1778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  <a:p>
            <a:pPr fontAlgn="auto">
              <a:lnSpc>
                <a:spcPct val="10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7D8175-CC60-4C83-38A7-68AF88E93D75}"/>
              </a:ext>
            </a:extLst>
          </p:cNvPr>
          <p:cNvSpPr txBox="1"/>
          <p:nvPr/>
        </p:nvSpPr>
        <p:spPr>
          <a:xfrm>
            <a:off x="1625600" y="1778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  <a:p>
            <a:pPr fontAlgn="ctr">
              <a:lnSpc>
                <a:spcPct val="10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28CDC3-60F1-5B48-F3DE-F8DC23BF5DEE}"/>
              </a:ext>
            </a:extLst>
          </p:cNvPr>
          <p:cNvSpPr txBox="1"/>
          <p:nvPr/>
        </p:nvSpPr>
        <p:spPr>
          <a:xfrm>
            <a:off x="3124200" y="1778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t">
              <a:lnSpc>
                <a:spcPct val="10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  <a:p>
            <a:pPr fontAlgn="t">
              <a:lnSpc>
                <a:spcPct val="10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F8BFC0-CA24-ED2E-C425-E633198C28F7}"/>
              </a:ext>
            </a:extLst>
          </p:cNvPr>
          <p:cNvSpPr txBox="1"/>
          <p:nvPr/>
        </p:nvSpPr>
        <p:spPr>
          <a:xfrm>
            <a:off x="4622800" y="1778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b">
              <a:lnSpc>
                <a:spcPct val="10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  <a:p>
            <a:pPr fontAlgn="b">
              <a:lnSpc>
                <a:spcPct val="10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50F288-34AB-126E-1155-B9495414B1DD}"/>
              </a:ext>
            </a:extLst>
          </p:cNvPr>
          <p:cNvSpPr txBox="1"/>
          <p:nvPr/>
        </p:nvSpPr>
        <p:spPr>
          <a:xfrm>
            <a:off x="6121400" y="1778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  <a:p>
            <a:pPr fontAlgn="auto">
              <a:lnSpc>
                <a:spcPct val="15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95282A-E6A9-8ABF-5FFE-35A06FBF3CC3}"/>
              </a:ext>
            </a:extLst>
          </p:cNvPr>
          <p:cNvSpPr txBox="1"/>
          <p:nvPr/>
        </p:nvSpPr>
        <p:spPr>
          <a:xfrm>
            <a:off x="7620000" y="1778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  <a:p>
            <a:pPr fontAlgn="ctr">
              <a:lnSpc>
                <a:spcPct val="15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254BDB-4827-268D-DC4B-EB6FA7CFEE09}"/>
              </a:ext>
            </a:extLst>
          </p:cNvPr>
          <p:cNvSpPr txBox="1"/>
          <p:nvPr/>
        </p:nvSpPr>
        <p:spPr>
          <a:xfrm>
            <a:off x="9118600" y="1778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t">
              <a:lnSpc>
                <a:spcPct val="15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  <a:p>
            <a:pPr fontAlgn="t">
              <a:lnSpc>
                <a:spcPct val="15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C68069-5CB2-B093-EF89-5F2035923E8A}"/>
              </a:ext>
            </a:extLst>
          </p:cNvPr>
          <p:cNvSpPr txBox="1"/>
          <p:nvPr/>
        </p:nvSpPr>
        <p:spPr>
          <a:xfrm>
            <a:off x="10617200" y="1778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b">
              <a:lnSpc>
                <a:spcPct val="15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  <a:p>
            <a:pPr fontAlgn="b">
              <a:lnSpc>
                <a:spcPct val="150000"/>
              </a:lnSpc>
            </a:pPr>
            <a:r>
              <a:rPr lang="zh-CN" altLang="en-US" sz="1800">
                <a:latin typeface="宋体"/>
                <a:ea typeface="宋体"/>
              </a:rPr>
              <a:t>文字 Hg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1883AA5-19BB-883C-19B3-1B5CB40043D2}"/>
              </a:ext>
            </a:extLst>
          </p:cNvPr>
          <p:cNvSpPr txBox="1"/>
          <p:nvPr/>
        </p:nvSpPr>
        <p:spPr>
          <a:xfrm>
            <a:off x="127000" y="3429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  <a:p>
            <a:pPr fontAlgn="auto">
              <a:lnSpc>
                <a:spcPct val="10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37B10D-3120-CB20-4F08-84894F193E60}"/>
              </a:ext>
            </a:extLst>
          </p:cNvPr>
          <p:cNvSpPr txBox="1"/>
          <p:nvPr/>
        </p:nvSpPr>
        <p:spPr>
          <a:xfrm>
            <a:off x="1625600" y="3429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  <a:p>
            <a:pPr fontAlgn="ctr">
              <a:lnSpc>
                <a:spcPct val="10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7177FC2-1B29-9997-BFDF-DB05C5DCBA65}"/>
              </a:ext>
            </a:extLst>
          </p:cNvPr>
          <p:cNvSpPr txBox="1"/>
          <p:nvPr/>
        </p:nvSpPr>
        <p:spPr>
          <a:xfrm>
            <a:off x="3124200" y="3429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t">
              <a:lnSpc>
                <a:spcPct val="10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  <a:p>
            <a:pPr fontAlgn="t">
              <a:lnSpc>
                <a:spcPct val="10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DEFBAC-E533-8512-A1B3-2B019D03E29C}"/>
              </a:ext>
            </a:extLst>
          </p:cNvPr>
          <p:cNvSpPr txBox="1"/>
          <p:nvPr/>
        </p:nvSpPr>
        <p:spPr>
          <a:xfrm>
            <a:off x="4622800" y="3429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b">
              <a:lnSpc>
                <a:spcPct val="10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  <a:p>
            <a:pPr fontAlgn="b">
              <a:lnSpc>
                <a:spcPct val="10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0323666-CB5C-240D-408C-F6BDA267B8BF}"/>
              </a:ext>
            </a:extLst>
          </p:cNvPr>
          <p:cNvSpPr txBox="1"/>
          <p:nvPr/>
        </p:nvSpPr>
        <p:spPr>
          <a:xfrm>
            <a:off x="6121400" y="3429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  <a:p>
            <a:pPr fontAlgn="auto">
              <a:lnSpc>
                <a:spcPct val="15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EC02DB-CCDC-C902-22BC-DCF5272C1832}"/>
              </a:ext>
            </a:extLst>
          </p:cNvPr>
          <p:cNvSpPr txBox="1"/>
          <p:nvPr/>
        </p:nvSpPr>
        <p:spPr>
          <a:xfrm>
            <a:off x="7620000" y="3429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  <a:p>
            <a:pPr fontAlgn="ctr">
              <a:lnSpc>
                <a:spcPct val="15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E8BCFC0-11EB-70AC-C54D-FDEB263544E3}"/>
              </a:ext>
            </a:extLst>
          </p:cNvPr>
          <p:cNvSpPr txBox="1"/>
          <p:nvPr/>
        </p:nvSpPr>
        <p:spPr>
          <a:xfrm>
            <a:off x="9118600" y="3429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t">
              <a:lnSpc>
                <a:spcPct val="15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  <a:p>
            <a:pPr fontAlgn="t">
              <a:lnSpc>
                <a:spcPct val="15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219803-FB83-6925-C8DA-7CBD6F8713E3}"/>
              </a:ext>
            </a:extLst>
          </p:cNvPr>
          <p:cNvSpPr txBox="1"/>
          <p:nvPr/>
        </p:nvSpPr>
        <p:spPr>
          <a:xfrm>
            <a:off x="10617200" y="3429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b">
              <a:lnSpc>
                <a:spcPct val="15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  <a:p>
            <a:pPr fontAlgn="b">
              <a:lnSpc>
                <a:spcPct val="150000"/>
              </a:lnSpc>
            </a:pPr>
            <a:r>
              <a:rPr lang="zh-CN" altLang="en-US" sz="1800">
                <a:latin typeface="等线"/>
                <a:ea typeface="等线"/>
              </a:rPr>
              <a:t>文字 Hg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A3D1406-47FE-C1F6-892A-A434B0438880}"/>
              </a:ext>
            </a:extLst>
          </p:cNvPr>
          <p:cNvSpPr txBox="1"/>
          <p:nvPr/>
        </p:nvSpPr>
        <p:spPr>
          <a:xfrm>
            <a:off x="127000" y="5080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auto">
              <a:lnSpc>
                <a:spcPct val="10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  <a:p>
            <a:pPr fontAlgn="auto">
              <a:lnSpc>
                <a:spcPct val="10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9A28F9-E1E2-9A95-12C0-FB9EE39607CD}"/>
              </a:ext>
            </a:extLst>
          </p:cNvPr>
          <p:cNvSpPr txBox="1"/>
          <p:nvPr/>
        </p:nvSpPr>
        <p:spPr>
          <a:xfrm>
            <a:off x="1625600" y="5080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  <a:p>
            <a:pPr fontAlgn="ctr">
              <a:lnSpc>
                <a:spcPct val="10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34A31D3-EB26-E618-85B8-3E243D2B1B23}"/>
              </a:ext>
            </a:extLst>
          </p:cNvPr>
          <p:cNvSpPr txBox="1"/>
          <p:nvPr/>
        </p:nvSpPr>
        <p:spPr>
          <a:xfrm>
            <a:off x="3124200" y="5080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t">
              <a:lnSpc>
                <a:spcPct val="10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  <a:p>
            <a:pPr fontAlgn="t">
              <a:lnSpc>
                <a:spcPct val="10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4F1CEEE-C631-4ACF-0CF4-E2912E2C647C}"/>
              </a:ext>
            </a:extLst>
          </p:cNvPr>
          <p:cNvSpPr txBox="1"/>
          <p:nvPr/>
        </p:nvSpPr>
        <p:spPr>
          <a:xfrm>
            <a:off x="4622800" y="5080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b">
              <a:lnSpc>
                <a:spcPct val="10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  <a:p>
            <a:pPr fontAlgn="b">
              <a:lnSpc>
                <a:spcPct val="10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4A645BF-2B49-314A-EADA-AE02D19395CA}"/>
              </a:ext>
            </a:extLst>
          </p:cNvPr>
          <p:cNvSpPr txBox="1"/>
          <p:nvPr/>
        </p:nvSpPr>
        <p:spPr>
          <a:xfrm>
            <a:off x="6121400" y="5080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  <a:p>
            <a:pPr fontAlgn="auto">
              <a:lnSpc>
                <a:spcPct val="15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6FB6765-DC35-4056-6956-86A4755E3435}"/>
              </a:ext>
            </a:extLst>
          </p:cNvPr>
          <p:cNvSpPr txBox="1"/>
          <p:nvPr/>
        </p:nvSpPr>
        <p:spPr>
          <a:xfrm>
            <a:off x="7620000" y="5080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  <a:p>
            <a:pPr fontAlgn="ctr">
              <a:lnSpc>
                <a:spcPct val="15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F53BF35-B9F3-15C0-2497-D59D2D4A7F84}"/>
              </a:ext>
            </a:extLst>
          </p:cNvPr>
          <p:cNvSpPr txBox="1"/>
          <p:nvPr/>
        </p:nvSpPr>
        <p:spPr>
          <a:xfrm>
            <a:off x="9118600" y="5080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t">
              <a:lnSpc>
                <a:spcPct val="15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  <a:p>
            <a:pPr fontAlgn="t">
              <a:lnSpc>
                <a:spcPct val="15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57EDC44-654E-20E0-5044-E1E2C130036E}"/>
              </a:ext>
            </a:extLst>
          </p:cNvPr>
          <p:cNvSpPr txBox="1"/>
          <p:nvPr/>
        </p:nvSpPr>
        <p:spPr>
          <a:xfrm>
            <a:off x="10617200" y="5080000"/>
            <a:ext cx="184731" cy="369332"/>
          </a:xfrm>
          <a:prstGeom prst="rect">
            <a:avLst/>
          </a:prstGeom>
          <a:noFill/>
          <a:ln>
            <a:solidFill>
              <a:srgbClr val="DCDCDC"/>
            </a:solidFill>
          </a:ln>
        </p:spPr>
        <p:txBody>
          <a:bodyPr vert="horz" wrap="none" rtlCol="0">
            <a:noAutofit/>
          </a:bodyPr>
          <a:lstStyle/>
          <a:p>
            <a:pPr fontAlgn="b">
              <a:lnSpc>
                <a:spcPct val="15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  <a:p>
            <a:pPr fontAlgn="b">
              <a:lnSpc>
                <a:spcPct val="150000"/>
              </a:lnSpc>
            </a:pPr>
            <a:r>
              <a:rPr lang="zh-CN" altLang="en-US" sz="1800">
                <a:latin typeface="Calibri"/>
                <a:ea typeface="Calibri"/>
              </a:rPr>
              <a:t>文字 Hg</a:t>
            </a:r>
          </a:p>
        </p:txBody>
      </p:sp>
    </p:spTree>
    <p:extLst>
      <p:ext uri="{BB962C8B-B14F-4D97-AF65-F5344CB8AC3E}">
        <p14:creationId xmlns:p14="http://schemas.microsoft.com/office/powerpoint/2010/main" val="3528866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自定义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2026-10-19T02:26:24Z</dcterms:created>
  <dcterms:modified xsi:type="dcterms:W3CDTF">2026-10-19T02:26:24Z</dcterms:modified>
</cp:coreProperties>
</file>