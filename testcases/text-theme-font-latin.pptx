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D8016-B680-37B3-CB19-A32D38E62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D17DA2-83D2-47F1-3511-EF2E37925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F16750-813B-A328-8277-418161B43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B179-C14A-4D73-A074-896DF29D06DE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481684-BBEF-E355-5A59-2FF5CC9C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75BD2C-DB03-7112-9620-115E6EC9E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AE1D6-BAD9-4AEB-994B-41AD163C6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71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9C2B66-C560-8FF7-BEAD-BD73AE2A0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222C02-91F2-781C-E62D-5F63F22F4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9EFF19-9FBD-A267-7241-EFA66402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B179-C14A-4D73-A074-896DF29D06DE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C1A4CB-06BE-50A4-5969-F8D454F00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1411E5-3D0C-3260-26AB-928C8CB0D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AE1D6-BAD9-4AEB-994B-41AD163C6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774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409D90-5975-E30F-1859-C54628F6B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419D11-CA76-E309-0B0E-69C5A9FC9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73A282-D79E-CB77-4924-C64C64DCB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B179-C14A-4D73-A074-896DF29D06DE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C3CC62-10FC-DA77-027D-891132002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472BFF-8773-6CAE-1152-9FAC6CDE7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AE1D6-BAD9-4AEB-994B-41AD163C6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571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6459A2-DAF9-2257-5E9F-AF39C3379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37A779-FDD6-FB13-5844-1C8138682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1BBFE4-F0B1-E45F-FCD1-7660D55E2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2D1261-D88E-99CB-E2F5-5649FA5ED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B179-C14A-4D73-A074-896DF29D06DE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540F06-98C9-2A7D-5644-8F3E5E4BC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7F4BD8-2A1B-691A-64E9-A31B62F5B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AE1D6-BAD9-4AEB-994B-41AD163C6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417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B41D58-DA7C-B166-A854-C556A4256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6B0EB2-0739-E337-3AE0-82A153A50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8B69CF-62D8-277A-4292-71B56278C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DDCD0F-6BA0-3FBA-C6D2-04387042E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D6A7CCC-DE81-12E1-47C1-B821E4EED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A9A06BA-DF03-B520-5478-4ED1BBB6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B179-C14A-4D73-A074-896DF29D06DE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884A1E6-D612-2BC4-7C32-2ABB92DCF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C28C2A-DC1C-F7FE-7729-DA84A3DCE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AE1D6-BAD9-4AEB-994B-41AD163C6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814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BFE997-3DF3-9506-FCF1-562B0F49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EB2391-A39C-B38F-2906-92721D314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B179-C14A-4D73-A074-896DF29D06DE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65A927-A7F8-BCAF-9481-E5F68BCE7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66E4BE-969B-6489-8F40-7E643097E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AE1D6-BAD9-4AEB-994B-41AD163C6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737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E28B13-8003-F09C-ED55-BFE18D3BB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B179-C14A-4D73-A074-896DF29D06DE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A98413-69FB-F49B-1098-D147E89F4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4AE29F-B4CC-85A1-5183-E611B907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AE1D6-BAD9-4AEB-994B-41AD163C6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18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9148A-5278-30EC-F346-571AE988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F8A96-92C8-5D6F-A73F-35ECF482D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040DF8-EA05-06AB-06C7-9E7311B74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C3E7BD-25D3-FE6F-698D-D7FD1030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B179-C14A-4D73-A074-896DF29D06DE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92CABC-BD85-B5F3-D2BB-2C078FC5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9BE5AE-F1E1-3A3E-48D9-8096AF605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AE1D6-BAD9-4AEB-994B-41AD163C6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2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9CF72-6E4B-2965-9B66-547C77274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123264C-18B4-2A90-10B7-49902AE1C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3F65A3-8A6E-A4BC-C155-BAF044618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613C22-CBCA-BDEF-A5BA-D6E647D34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B179-C14A-4D73-A074-896DF29D06DE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26AABD-BA24-C7C0-80F8-E42AC932D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BFB406-A1A9-E5F7-2B90-6FFA3919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AE1D6-BAD9-4AEB-994B-41AD163C6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17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96C92-4E1D-DEC8-27C9-DD71659E0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DF1B18-6EB4-5DB2-38D6-8EA5346F6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3B950A-3F4F-D44D-BFFB-A2B11DAC0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B179-C14A-4D73-A074-896DF29D06DE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FB5E27-435D-5C3B-169B-365E6D15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775024-E4A6-0AD3-7DC1-B56BC5DF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AE1D6-BAD9-4AEB-994B-41AD163C6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515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03F746-A1BF-9827-E870-698A7A66D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8B3B7A-F753-C60D-25A6-C5DB78872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A37D86-CBDA-B0FA-132E-5655FDA12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B179-C14A-4D73-A074-896DF29D06DE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131B25-A8CF-F9D5-AE1D-413063C3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8269C-CD8F-3EF6-5245-3C67FD5A7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AE1D6-BAD9-4AEB-994B-41AD163C6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831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2409792-8828-E26C-5349-AF31F3B3E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5C7527-0887-CF5A-DDD7-06A3A8ED6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09F43C-DF5D-6152-2AF7-58F75EEAB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6B179-C14A-4D73-A074-896DF29D06DE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768666-0A52-84CD-D828-9C6A2A125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E93C50-335D-C9A8-7045-B048F81321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2AE1D6-BAD9-4AEB-994B-41AD163C6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55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TINFONT0">
            <a:extLst>
              <a:ext uri="{FF2B5EF4-FFF2-40B4-BE49-F238E27FC236}">
                <a16:creationId xmlns:a16="http://schemas.microsoft.com/office/drawing/2014/main" id="{526EEA62-F222-3AB8-B317-9BFB2E31EA06}"/>
              </a:ext>
            </a:extLst>
          </p:cNvPr>
          <p:cNvSpPr txBox="1"/>
          <p:nvPr/>
        </p:nvSpPr>
        <p:spPr>
          <a:xfrm>
            <a:off x="381000" y="127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sz="2800">
                <a:latin typeface="KaiTi" panose="02010609060101010101" pitchFamily="49" charset="-122"/>
              </a:rPr>
              <a:t>第</a:t>
            </a:r>
            <a:r>
              <a:rPr sz="2800">
                <a:latin typeface="KaiTi" panose="02010609060101010101" pitchFamily="49" charset="-122"/>
              </a:rPr>
              <a:t>1</a:t>
            </a:r>
            <a:r>
              <a:rPr sz="2800">
                <a:latin typeface="KaiTi" panose="02010609060101010101" pitchFamily="49" charset="-122"/>
              </a:rPr>
              <a:t>行 虽然能够保证触发更新的组件 </a:t>
            </a:r>
            <a:r>
              <a:rPr sz="2800">
                <a:latin typeface="KaiTi" panose="02010609060101010101" pitchFamily="49" charset="-122"/>
              </a:rPr>
              <a:t>ABC</a:t>
            </a:r>
            <a:endParaRPr sz="2800">
              <a:latin typeface="KaiTi" panose="02010609060101010101" pitchFamily="49" charset="-122"/>
            </a:endParaRPr>
          </a:p>
        </p:txBody>
      </p:sp>
      <p:sp>
        <p:nvSpPr>
          <p:cNvPr id="3" name="LATINFONT1">
            <a:extLst>
              <a:ext uri="{FF2B5EF4-FFF2-40B4-BE49-F238E27FC236}">
                <a16:creationId xmlns:a16="http://schemas.microsoft.com/office/drawing/2014/main" id="{75B2C90D-05CC-C172-8E1D-978B69226203}"/>
              </a:ext>
            </a:extLst>
          </p:cNvPr>
          <p:cNvSpPr txBox="1"/>
          <p:nvPr/>
        </p:nvSpPr>
        <p:spPr>
          <a:xfrm>
            <a:off x="381000" y="1143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sz="2800">
                <a:latin typeface="SimSun" panose="02010600030101010101" pitchFamily="2" charset="-122"/>
              </a:rPr>
              <a:t>第</a:t>
            </a:r>
            <a:r>
              <a:rPr sz="2800">
                <a:latin typeface="SimSun" panose="02010600030101010101" pitchFamily="2" charset="-122"/>
              </a:rPr>
              <a:t>2</a:t>
            </a:r>
            <a:r>
              <a:rPr sz="2800">
                <a:latin typeface="SimSun" panose="02010600030101010101" pitchFamily="2" charset="-122"/>
              </a:rPr>
              <a:t>行 虽然能够保证触发更新的组件 </a:t>
            </a:r>
            <a:r>
              <a:rPr sz="2800">
                <a:latin typeface="SimSun" panose="02010600030101010101" pitchFamily="2" charset="-122"/>
              </a:rPr>
              <a:t>ABC</a:t>
            </a:r>
            <a:endParaRPr sz="2800">
              <a:latin typeface="SimSun" panose="02010600030101010101" pitchFamily="2" charset="-122"/>
            </a:endParaRPr>
          </a:p>
        </p:txBody>
      </p:sp>
      <p:sp>
        <p:nvSpPr>
          <p:cNvPr id="4" name="LATINFONT2">
            <a:extLst>
              <a:ext uri="{FF2B5EF4-FFF2-40B4-BE49-F238E27FC236}">
                <a16:creationId xmlns:a16="http://schemas.microsoft.com/office/drawing/2014/main" id="{3745CC68-0461-8F13-5F9E-81C683037BF5}"/>
              </a:ext>
            </a:extLst>
          </p:cNvPr>
          <p:cNvSpPr txBox="1"/>
          <p:nvPr/>
        </p:nvSpPr>
        <p:spPr>
          <a:xfrm>
            <a:off x="381000" y="2159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sz="2800">
                <a:latin typeface="Yu Gothic" panose="020B0400000000000000" pitchFamily="34" charset="-128"/>
              </a:rPr>
              <a:t>第</a:t>
            </a:r>
            <a:r>
              <a:rPr sz="2800">
                <a:latin typeface="Yu Gothic" panose="020B0400000000000000" pitchFamily="34" charset="-128"/>
              </a:rPr>
              <a:t>3</a:t>
            </a:r>
            <a:r>
              <a:rPr sz="2800">
                <a:latin typeface="Yu Gothic" panose="020B0400000000000000" pitchFamily="34" charset="-128"/>
              </a:rPr>
              <a:t>行 虽然能够保证触发更新的组件 </a:t>
            </a:r>
            <a:r>
              <a:rPr sz="2800">
                <a:latin typeface="Yu Gothic" panose="020B0400000000000000" pitchFamily="34" charset="-128"/>
              </a:rPr>
              <a:t>ABC</a:t>
            </a:r>
            <a:endParaRPr sz="2800">
              <a:latin typeface="Yu Gothic" panose="020B0400000000000000" pitchFamily="34" charset="-128"/>
            </a:endParaRPr>
          </a:p>
        </p:txBody>
      </p:sp>
      <p:sp>
        <p:nvSpPr>
          <p:cNvPr id="5" name="LATINFONT3">
            <a:extLst>
              <a:ext uri="{FF2B5EF4-FFF2-40B4-BE49-F238E27FC236}">
                <a16:creationId xmlns:a16="http://schemas.microsoft.com/office/drawing/2014/main" id="{0E9F2EA6-EC98-1600-60E2-8FC1A1B098B1}"/>
              </a:ext>
            </a:extLst>
          </p:cNvPr>
          <p:cNvSpPr txBox="1"/>
          <p:nvPr/>
        </p:nvSpPr>
        <p:spPr>
          <a:xfrm>
            <a:off x="381000" y="3175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sz="2800">
                <a:latin typeface="Arial" panose="020B0604020202020204" pitchFamily="34" charset="0"/>
              </a:rPr>
              <a:t>第</a:t>
            </a:r>
            <a:r>
              <a:rPr sz="2800">
                <a:latin typeface="Arial" panose="020B0604020202020204" pitchFamily="34" charset="0"/>
              </a:rPr>
              <a:t>4</a:t>
            </a:r>
            <a:r>
              <a:rPr sz="2800">
                <a:latin typeface="Arial" panose="020B0604020202020204" pitchFamily="34" charset="0"/>
              </a:rPr>
              <a:t>行 虽然能够保证触发更新的组件 </a:t>
            </a:r>
            <a:r>
              <a:rPr sz="2800">
                <a:latin typeface="Arial" panose="020B0604020202020204" pitchFamily="34" charset="0"/>
              </a:rPr>
              <a:t>ABC</a:t>
            </a:r>
            <a:endParaRPr sz="2800">
              <a:latin typeface="Arial" panose="020B0604020202020204" pitchFamily="34" charset="0"/>
            </a:endParaRPr>
          </a:p>
        </p:txBody>
      </p:sp>
      <p:sp>
        <p:nvSpPr>
          <p:cNvPr id="6" name="LATINFONT4">
            <a:extLst>
              <a:ext uri="{FF2B5EF4-FFF2-40B4-BE49-F238E27FC236}">
                <a16:creationId xmlns:a16="http://schemas.microsoft.com/office/drawing/2014/main" id="{DB9F75A6-F577-9E1A-700A-CAC8B2821804}"/>
              </a:ext>
            </a:extLst>
          </p:cNvPr>
          <p:cNvSpPr txBox="1"/>
          <p:nvPr/>
        </p:nvSpPr>
        <p:spPr>
          <a:xfrm>
            <a:off x="381000" y="4191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sz="2800">
                <a:latin typeface="Microsoft YaHei" panose="020B0503020204020204" pitchFamily="34" charset="-122"/>
              </a:rPr>
              <a:t>第</a:t>
            </a:r>
            <a:r>
              <a:rPr sz="2800">
                <a:latin typeface="Microsoft YaHei" panose="020B0503020204020204" pitchFamily="34" charset="-122"/>
              </a:rPr>
              <a:t>5</a:t>
            </a:r>
            <a:r>
              <a:rPr sz="2800">
                <a:latin typeface="Microsoft YaHei" panose="020B0503020204020204" pitchFamily="34" charset="-122"/>
              </a:rPr>
              <a:t>行 虽然能够保证触发更新的组件 </a:t>
            </a:r>
            <a:r>
              <a:rPr sz="2800">
                <a:latin typeface="Microsoft YaHei" panose="020B0503020204020204" pitchFamily="34" charset="-122"/>
              </a:rPr>
              <a:t>ABC</a:t>
            </a:r>
            <a:endParaRPr sz="2800">
              <a:latin typeface="Microsoft YaHei" panose="020B0503020204020204" pitchFamily="34" charset="-122"/>
            </a:endParaRPr>
          </a:p>
        </p:txBody>
      </p:sp>
      <p:sp>
        <p:nvSpPr>
          <p:cNvPr id="7" name="LATINFONT5">
            <a:extLst>
              <a:ext uri="{FF2B5EF4-FFF2-40B4-BE49-F238E27FC236}">
                <a16:creationId xmlns:a16="http://schemas.microsoft.com/office/drawing/2014/main" id="{7008F5F3-596B-6331-728F-4564EB600682}"/>
              </a:ext>
            </a:extLst>
          </p:cNvPr>
          <p:cNvSpPr txBox="1"/>
          <p:nvPr/>
        </p:nvSpPr>
        <p:spPr>
          <a:xfrm>
            <a:off x="381000" y="5207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>
                <a:latin typeface="KaiTi" panose="02010609060101010101" pitchFamily="49" charset="-122"/>
              </a:rPr>
              <a:t>第</a:t>
            </a:r>
            <a:r>
              <a:rPr lang="en-US" sz="2800">
                <a:latin typeface="KaiTi" panose="02010609060101010101" pitchFamily="49" charset="-122"/>
              </a:rPr>
              <a:t>6</a:t>
            </a:r>
            <a:r>
              <a:rPr lang="en-US" sz="2800">
                <a:latin typeface="KaiTi" panose="02010609060101010101" pitchFamily="49" charset="-122"/>
              </a:rPr>
              <a:t>行 虽然能够保证触发更新的组件 </a:t>
            </a:r>
            <a:r>
              <a:rPr lang="en-US" sz="2800">
                <a:latin typeface="KaiTi" panose="02010609060101010101" pitchFamily="49" charset="-122"/>
              </a:rPr>
              <a:t>ABC</a:t>
            </a:r>
            <a:endParaRPr sz="2800">
              <a:latin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6385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Yu Gothic</vt:lpstr>
      <vt:lpstr>等线</vt:lpstr>
      <vt:lpstr>等线 Light</vt:lpstr>
      <vt:lpstr>KaiTi</vt:lpstr>
      <vt:lpstr>SimSun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2026-10-15T19:55:47Z</dcterms:created>
  <dcterms:modified xsi:type="dcterms:W3CDTF">2026-10-15T19:55:47Z</dcterms:modified>
</cp:coreProperties>
</file>