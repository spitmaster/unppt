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4CD13-9257-8801-BCFA-840D78724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EB1002-8C84-4925-96D2-28FAB594D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4D15D-D576-9D4D-404C-B30AE125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A109A-2320-4658-14BD-A3B98224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ABF238-7E0F-6188-404B-CF161950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8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7922A-3C40-91A7-87C7-96A020E4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6CF13-CC9D-7AE7-C59D-CB5FAA288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9C1C94-16BD-D3FE-58A9-62259278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D08CD5-71C5-92E6-C88C-2BA6B1BB4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8C7E3-0F12-35DB-031D-0A5D7B12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4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3A81E-F38A-83B1-6D96-362DF67B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0988F-014A-C88C-5DA7-B5B017A21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0B90F-DE19-3C36-05B7-E3C2C1F9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B5051-B828-5C6B-7A70-5A323FB3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E474A7-BA22-F712-8CBA-C9BCCBE5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05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F27FD-5117-F96D-9609-BECEBD38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46E0E-6F43-51A1-BC42-FC306A86F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236315-A0B3-76DC-77AC-920B418D3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28A6E0-49FB-9DE8-39D8-7671E15E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7729E9-63FD-BE5B-38FA-6FC4F1F2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787B7-D17B-7D85-CF2B-46C34EED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21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B3BB4-93CD-08BC-55D7-8AFB0A1D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B2806-B1B3-7790-8E06-4EA5F7996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DE9475-C3B2-21D5-76B7-801844069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EBF483-C0A5-1859-C8C7-F4A222292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F1EE09-A77C-B1F3-AC1C-9428D66F0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0B037A-412F-A32E-3560-AEAE1F96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3591CE-D030-A183-E0FD-42DBC4E5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96B7FB-94E1-5C96-7900-516A53C5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1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D56CB-BF7D-4643-6833-CC5CA24A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3AA4D4-A2C4-4C9A-9FE5-AC18B853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E46E1-A7AE-A8BD-F0AB-2B5C0408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0B2DD6-AAD2-CF01-B483-3D8DAFC8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16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6F51E9-2586-554A-DF0F-ABC3C316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6EEAF2-3722-755B-47E2-F034B2A1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D8FB78-2030-1EB3-A03E-2E1E6883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3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A976F-8B22-A69C-3F72-2923CD37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4FD1A-6A87-A813-1589-C4C6B4F54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E9E8FD-DDAF-CE7F-0845-A4C1750DD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30471-9315-B1A5-6493-4F419BC8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04A756-C11E-552B-A48A-159436E0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2DE709-DACA-0830-1B0C-34E97B06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09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2B189-605F-194A-32D3-1D589271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3A6CF4-5698-4D21-E85F-3E2E288DF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AD05B5-1084-2AC6-6434-B64C781B1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300F97-2B17-7DE5-0E5A-4AFC38DB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2F57B7-F395-A1A5-470C-71868599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3CA91E-B637-17DC-3D7B-97891D7B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00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CFEB0-9155-C4FE-9F20-7ED07261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20EFCF-4493-3F45-79F9-35DBCB1F4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B5A90-FFDF-1E79-9C8C-685013EC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53605-D626-7A57-2412-DF310AE2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7F242-B7E8-74A0-CF54-C59FE9E0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2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0B685D-6E04-EC19-3629-800C14246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114F07-C884-B3AC-898E-A569B86D1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36F0C-8687-479D-538A-B40BFE5B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F98C7-2639-776E-AE25-D20E87E5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A69A4-716B-5048-E70F-36FA0C28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52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9427B0-D4C2-74B0-2ACB-79CB1A3F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B220C-2CDA-35B8-3DAB-2A96159D5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5C7F06-AB58-553C-2555-4EEB31052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18820-EB10-433E-A8AA-46E753AE214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1BAB0-03E1-0A4C-006E-793E1FF98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DC96D-9444-2E6D-621A-E4C1BD964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EE749-DF45-4E36-9663-836759F78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1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A7D4B4-DD1C-4FE1-2698-0B3667CE301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6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F0ECCA-0131-F9F6-347F-12F85E0686C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10312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3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70A246-1CB7-48C7-3446-11C226F11C55}"/>
              </a:ext>
            </a:extLst>
          </p:cNvPr>
          <p:cNvPicPr>
            <a:picLocks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761999" y="762000"/>
            <a:ext cx="824992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8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2026-10-26T10:24:40Z</dcterms:created>
  <dcterms:modified xsi:type="dcterms:W3CDTF">2026-10-26T10:24:41Z</dcterms:modified>
</cp:coreProperties>
</file>