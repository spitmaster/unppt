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DB900-E253-C056-3DE2-7DBC1731C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340CC0-9A8A-E219-ED79-A3F2D9900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D64DC-F22B-DD63-7066-17399A52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989A1-70AD-7359-29BE-7ABFC51C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570B34-DB16-B9A9-BCAA-4420A9C3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0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C862E-EFB7-7C19-FF1C-9AAAA7C3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90AA4-8297-C132-DA1B-33D53D871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74F25-C75B-F34F-34BC-670633E6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EA46B-6721-4844-1A25-415B9481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67731-5409-40F5-0FBA-34884192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8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59CD8-31A2-3791-CA66-C903BCCE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76360-E653-46AA-C7F2-307A5605D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6402C-34D0-3DA5-5A0C-98E85E3A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150BB-FF48-8F5C-996C-DD42433A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1206E-E057-AC1F-9871-59186B70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4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10F4C-B6C9-5FE0-9F67-9D4FDA0A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FFA0CA-9B39-147E-60C2-EB28DFA15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31BF0B-A744-4D7F-E29F-DE3F8CA8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6A492E-0471-F400-FAF7-6D1C9780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9E86E3-391D-8C7D-E820-C69955E8D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F09B68-ECFC-BDB4-81A6-C6625DE1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24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122C6-5314-2E59-1AA9-80C40306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D5808-B46D-BC65-18CE-833B10F7C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33F826-2681-5050-B46A-3A7CFCF2A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DDB418-1B90-1447-5A65-77763DF3A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F0E45-DA2D-9A56-5ADC-008723317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FE754F-B3C0-6E96-F738-C9B8CEE0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26BFED-195F-D293-5805-8E62E9DE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D5B216-0236-2065-AE92-9D0D05ED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4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7F405-288D-A375-013A-482E32F8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7D770D-C22A-5B63-22AE-3ED24E61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1A1F9F-C4BE-AC06-F3A1-8F55FC8A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B8F70A-6192-4EEC-002B-DDB7330A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30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CFE529-1CB9-3EC7-8170-1422393A5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5F963E-E44D-C877-E7C7-8E2C6685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0BCE5-B651-47C3-4713-9613F22F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3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1286-E940-013B-1D9F-6D57697B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B3273C-8648-7051-5477-43225980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1218B0-8C3C-7028-8E32-21402ECAF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64F6DD-0F06-26E5-8154-BFDFD7C8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77DC8-8BA1-F5AA-051A-65518BEB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44B1E4-EDA9-C70E-FC54-48ED4D46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83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BCEA4-1431-4B43-5672-A5E7681F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37A678-24BE-572A-F87E-5F6171508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846F7C-A6AC-46B9-5644-45EFF646B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348066-1DD0-E116-3E78-34C0FC05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CB9D5B-3051-34DA-F574-61CDBCC2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36D3E1-9FB1-5768-1A41-8AD8C76A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65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3AA3B-3548-EC93-5C90-16EB32B4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4C65D6-3A02-AE70-13C5-D65B11592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E4271B-887D-5C12-8BA3-7513DF29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49E76-3CEC-1107-FB57-A1BC964D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9E37D7-D3F9-8BB9-D2FB-DB6DC7CC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7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B78911-435C-3D53-5E6E-F5C9E2FA7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31040-2DA2-5749-0434-CE59B5976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C1CF3-D2AF-7231-CA44-3F72B306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12883-1370-EC1C-0113-692B3B22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C5F2F-F1DC-C86F-F455-BAA1D3C2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29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8E05A5-5113-5ABA-9A29-D1003BD1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29DAF1-307C-B101-39F8-7385578B0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6B1C35-1ED9-43E7-9446-27AF32232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22E1E-8078-476D-862E-362750A192F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F9B7E-60CA-AA0A-53AF-53FC588F7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4F6767-B2A9-84BA-08D9-7FC83F511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1A285-5186-4001-A9F6-93C78FC54A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24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NG0_zh-CN">
            <a:extLst>
              <a:ext uri="{FF2B5EF4-FFF2-40B4-BE49-F238E27FC236}">
                <a16:creationId xmlns:a16="http://schemas.microsoft.com/office/drawing/2014/main" id="{9D74812F-42B8-717A-CC37-77450D107DFE}"/>
              </a:ext>
            </a:extLst>
          </p:cNvPr>
          <p:cNvSpPr txBox="1"/>
          <p:nvPr/>
        </p:nvSpPr>
        <p:spPr>
          <a:xfrm>
            <a:off x="381000" y="381000"/>
            <a:ext cx="11430000" cy="461665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他说“你好”‘是’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——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对的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…·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；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AB“x”—y…</a:t>
            </a:r>
            <a:endParaRPr lang="zh-CN" altLang="en-US" sz="24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LANG1_en-US">
            <a:extLst>
              <a:ext uri="{FF2B5EF4-FFF2-40B4-BE49-F238E27FC236}">
                <a16:creationId xmlns:a16="http://schemas.microsoft.com/office/drawing/2014/main" id="{CC84794D-88CA-7B08-68B7-9B615F3587E0}"/>
              </a:ext>
            </a:extLst>
          </p:cNvPr>
          <p:cNvSpPr txBox="1"/>
          <p:nvPr/>
        </p:nvSpPr>
        <p:spPr>
          <a:xfrm>
            <a:off x="381000" y="1778000"/>
            <a:ext cx="11430000" cy="461665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他说“你好”‘是’</a:t>
            </a:r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——</a:t>
            </a:r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对的</a:t>
            </a:r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…·</a:t>
            </a:r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；</a:t>
            </a:r>
            <a:r>
              <a:rPr lang="en-US" altLang="zh-CN" sz="2400">
                <a:latin typeface="Arial" panose="020B0604020202020204" pitchFamily="34" charset="0"/>
                <a:ea typeface="SimSun" panose="02010600030101010101" pitchFamily="2" charset="-122"/>
              </a:rPr>
              <a:t>AB“x”—y…</a:t>
            </a:r>
            <a:endParaRPr lang="en-US" altLang="zh-CN" sz="24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LANG2_zh-CN">
            <a:extLst>
              <a:ext uri="{FF2B5EF4-FFF2-40B4-BE49-F238E27FC236}">
                <a16:creationId xmlns:a16="http://schemas.microsoft.com/office/drawing/2014/main" id="{E82B9D95-5D78-8E55-E5D0-41DF71D2C6C1}"/>
              </a:ext>
            </a:extLst>
          </p:cNvPr>
          <p:cNvSpPr txBox="1"/>
          <p:nvPr/>
        </p:nvSpPr>
        <p:spPr>
          <a:xfrm>
            <a:off x="381000" y="3175000"/>
            <a:ext cx="2603500" cy="830997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就原谅了自己的失败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——</a:t>
            </a:r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失败者</a:t>
            </a:r>
          </a:p>
        </p:txBody>
      </p:sp>
      <p:sp>
        <p:nvSpPr>
          <p:cNvPr id="5" name="LANG3_zh-CN">
            <a:extLst>
              <a:ext uri="{FF2B5EF4-FFF2-40B4-BE49-F238E27FC236}">
                <a16:creationId xmlns:a16="http://schemas.microsoft.com/office/drawing/2014/main" id="{629D61E1-1EB2-91F9-EF75-1B2E1C1B43A5}"/>
              </a:ext>
            </a:extLst>
          </p:cNvPr>
          <p:cNvSpPr txBox="1"/>
          <p:nvPr/>
        </p:nvSpPr>
        <p:spPr>
          <a:xfrm>
            <a:off x="381000" y="4572000"/>
            <a:ext cx="3810000" cy="120032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SimSun" panose="02010600030101010101" pitchFamily="2" charset="-122"/>
              </a:rPr>
              <a:t>老师就去问总经理：“在学校，他们的成绩都差不多”</a:t>
            </a:r>
          </a:p>
        </p:txBody>
      </p:sp>
    </p:spTree>
    <p:extLst>
      <p:ext uri="{BB962C8B-B14F-4D97-AF65-F5344CB8AC3E}">
        <p14:creationId xmlns:p14="http://schemas.microsoft.com/office/powerpoint/2010/main" val="94920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2026-10-15T14:59:07Z</dcterms:created>
  <dcterms:modified xsi:type="dcterms:W3CDTF">2026-10-15T14:59:07Z</dcterms:modified>
</cp:coreProperties>
</file>