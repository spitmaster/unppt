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93F01-7FDD-43C4-CF5D-3432C6107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37D1C3-0C58-F84C-5DA9-151788B96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29090D-FD10-0CAF-0767-572DEE92A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80DE-6F39-4E26-8CEE-96B0E63403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2E84D5-4BC7-289D-B565-C0A178C2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CC20E1-3111-5D72-026A-FD2DA95D8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A2589-5521-405A-ADD5-A69C37657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586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32F02-B1DD-460E-EDE1-61AFD287C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8839CB-7A24-E80A-C38A-C616B3FF8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7B836A-6874-48A0-D888-615ADA9E4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80DE-6F39-4E26-8CEE-96B0E63403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1F7976-3474-4C38-7E39-76D7EA65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F76E03-D301-74CF-4AC4-CE587FAD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A2589-5521-405A-ADD5-A69C37657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007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B30992-4472-4B0D-0C50-55B3D6897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95E75D-CEB6-2905-7770-70F64AA1C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49681-5804-4154-6286-2BEB8D10E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80DE-6F39-4E26-8CEE-96B0E63403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CEBC16-88E7-3120-A3CA-8EF13E1E3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CA5BD8-6FD6-BCF2-837B-3F324A3AE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A2589-5521-405A-ADD5-A69C37657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119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1A97E-EEA5-F704-31F6-E6B3B02D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F4A7AC-580F-6B10-5BB2-6FCA6299B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E76C1F-729E-718F-2C4B-201B0A545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0DC61A-B581-45BB-4E15-76AEEC101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80DE-6F39-4E26-8CEE-96B0E63403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5FF711-56F8-711E-7FAE-E992189DC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B73D7B-D0FD-FC63-1EB9-DCE2A8781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A2589-5521-405A-ADD5-A69C37657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373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59DE21-E7FF-1D76-C6F1-5D2445009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577966-9950-98A9-3218-03955A557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B34F44-168B-2FD1-8290-626218B98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AF755F-14C3-CBA5-CDAB-DC43AD29F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05B13A2-F755-9989-DAC8-374339C62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7E76071-50FC-996D-D1FC-C82384010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80DE-6F39-4E26-8CEE-96B0E63403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A93ED3-44E6-90EE-EBF2-497471243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CC85A5-8934-3577-4E72-E12973BF2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A2589-5521-405A-ADD5-A69C37657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552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3C2BF3-8417-96AA-E8F5-F880EC036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0E036A-C98D-37CC-1A75-AF9028940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80DE-6F39-4E26-8CEE-96B0E63403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899C53-FB91-380F-AFDB-2A5727312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18615E-E373-BE0C-B5AC-F1F25FAE4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A2589-5521-405A-ADD5-A69C37657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629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81E2B9-15F3-2409-528C-990D17F5A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80DE-6F39-4E26-8CEE-96B0E63403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181B1F-2365-51E3-1C5A-C36CB1C38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A1185B-8581-DF11-D64F-421073DFD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A2589-5521-405A-ADD5-A69C37657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783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7FE898-5F39-F88C-0F14-9A0834546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AE75D4-5E78-21BF-F70B-754F1A8F8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B907B9-F1B8-D652-906A-9DAA8B0ED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4E3887-B02D-80FB-D490-1435E27C7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80DE-6F39-4E26-8CEE-96B0E63403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99679F-7DB7-77B1-EE35-95B6FC46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5C2E96-7FD9-F7FB-B3B0-DC20F0C18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A2589-5521-405A-ADD5-A69C37657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445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E2831-2168-170D-C955-0CB50426F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86FAC86-0119-8BA5-636D-0F2AF2020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8B299D-2D0F-C48D-B1A8-AA77874B4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7EEF6A-70DB-E39E-C507-8FDC26127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80DE-6F39-4E26-8CEE-96B0E63403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2B98DE-C59D-ED86-8F48-BBCB757CE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82F5BB-2E93-E60A-E46C-E19515D4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A2589-5521-405A-ADD5-A69C37657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532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87689D-7274-7F6F-9DA4-A0980643C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470BD2-188C-F43C-C45B-88B148FD7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D8C081-1D9A-8D83-321A-342179C11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80DE-6F39-4E26-8CEE-96B0E63403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500284-74D9-3D4D-03A7-FFD5AADC6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F337F6-92DE-F13A-85E0-5F6B80E2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A2589-5521-405A-ADD5-A69C37657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870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FBF376F-8F32-EB38-681B-74882CB27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1AAB31-92F6-FC08-0993-E76E901D9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5670AE-47CC-DBA1-6A32-174ADF919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80DE-6F39-4E26-8CEE-96B0E63403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C55B3A-C837-7E47-DF9A-7F3C619BC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69DDAB-EC02-D98D-4FFE-D5A75919D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A2589-5521-405A-ADD5-A69C37657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190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7BB79D-2372-35C0-772B-589EBF0CE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8446BE-C347-841D-769C-290AABE74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650AA5-A877-0E7E-E4D7-E21551841C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3D80DE-6F39-4E26-8CEE-96B0E63403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B839BE-A953-54AC-4EF4-D01E0F766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AECE12-28BA-C708-5E1D-65F230909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A2589-5521-405A-ADD5-A69C37657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702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CB0B979-28C1-CC64-B62D-15AEF3FDB62C}"/>
              </a:ext>
            </a:extLst>
          </p:cNvPr>
          <p:cNvSpPr txBox="1"/>
          <p:nvPr/>
        </p:nvSpPr>
        <p:spPr>
          <a:xfrm>
            <a:off x="127000" y="127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Times New Roman"/>
                <a:ea typeface="Times New Roman"/>
              </a:rPr>
              <a:t>汉字永和测试 ABC</a:t>
            </a:r>
          </a:p>
          <a:p>
            <a:r>
              <a:rPr lang="zh-CN" altLang="en-US" sz="2000">
                <a:latin typeface="Times New Roman"/>
                <a:ea typeface="Times New Roman"/>
              </a:rPr>
              <a:t>国家园圆图书馆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D91B71-94C6-327E-A1C0-D24EDCE1A7D5}"/>
              </a:ext>
            </a:extLst>
          </p:cNvPr>
          <p:cNvSpPr txBox="1"/>
          <p:nvPr/>
        </p:nvSpPr>
        <p:spPr>
          <a:xfrm>
            <a:off x="4127500" y="127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Georgia"/>
                <a:ea typeface="Georgia"/>
              </a:rPr>
              <a:t>汉字永和测试 ABC</a:t>
            </a:r>
          </a:p>
          <a:p>
            <a:r>
              <a:rPr lang="zh-CN" altLang="en-US" sz="2000">
                <a:latin typeface="Georgia"/>
                <a:ea typeface="Georgia"/>
              </a:rPr>
              <a:t>国家园圆图书馆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AEDB634-FDBF-F601-F48E-4AC0D7F1F975}"/>
              </a:ext>
            </a:extLst>
          </p:cNvPr>
          <p:cNvSpPr txBox="1"/>
          <p:nvPr/>
        </p:nvSpPr>
        <p:spPr>
          <a:xfrm>
            <a:off x="8128000" y="127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Cambria"/>
                <a:ea typeface="Cambria"/>
              </a:rPr>
              <a:t>汉字永和测试 ABC</a:t>
            </a:r>
          </a:p>
          <a:p>
            <a:r>
              <a:rPr lang="zh-CN" altLang="en-US" sz="2000">
                <a:latin typeface="Cambria"/>
                <a:ea typeface="Cambria"/>
              </a:rPr>
              <a:t>国家园圆图书馆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58F9520-2053-100A-EB7E-229A71407EB4}"/>
              </a:ext>
            </a:extLst>
          </p:cNvPr>
          <p:cNvSpPr txBox="1"/>
          <p:nvPr/>
        </p:nvSpPr>
        <p:spPr>
          <a:xfrm>
            <a:off x="127000" y="14605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Courier New"/>
                <a:ea typeface="Courier New"/>
              </a:rPr>
              <a:t>汉字永和测试 ABC</a:t>
            </a:r>
          </a:p>
          <a:p>
            <a:r>
              <a:rPr lang="zh-CN" altLang="en-US" sz="2000">
                <a:latin typeface="Courier New"/>
                <a:ea typeface="Courier New"/>
              </a:rPr>
              <a:t>国家园圆图书馆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1B7C105-4DA5-CD6A-76FA-07729D9CF188}"/>
              </a:ext>
            </a:extLst>
          </p:cNvPr>
          <p:cNvSpPr txBox="1"/>
          <p:nvPr/>
        </p:nvSpPr>
        <p:spPr>
          <a:xfrm>
            <a:off x="4127500" y="14605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Verdana"/>
                <a:ea typeface="Verdana"/>
              </a:rPr>
              <a:t>汉字永和测试 ABC</a:t>
            </a:r>
          </a:p>
          <a:p>
            <a:r>
              <a:rPr lang="zh-CN" altLang="en-US" sz="2000">
                <a:latin typeface="Verdana"/>
                <a:ea typeface="Verdana"/>
              </a:rPr>
              <a:t>国家园圆图书馆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472BCD-672F-79C6-A55A-E7C3790EBD7F}"/>
              </a:ext>
            </a:extLst>
          </p:cNvPr>
          <p:cNvSpPr txBox="1"/>
          <p:nvPr/>
        </p:nvSpPr>
        <p:spPr>
          <a:xfrm>
            <a:off x="8128000" y="14605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Calibri"/>
                <a:ea typeface="Calibri"/>
              </a:rPr>
              <a:t>汉字永和测试 ABC</a:t>
            </a:r>
          </a:p>
          <a:p>
            <a:r>
              <a:rPr lang="zh-CN" altLang="en-US" sz="2000">
                <a:latin typeface="Calibri"/>
                <a:ea typeface="Calibri"/>
              </a:rPr>
              <a:t>国家园圆图书馆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0BA1F4-3E3E-D5EB-A008-EA7054CA57B5}"/>
              </a:ext>
            </a:extLst>
          </p:cNvPr>
          <p:cNvSpPr txBox="1"/>
          <p:nvPr/>
        </p:nvSpPr>
        <p:spPr>
          <a:xfrm>
            <a:off x="127000" y="2794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Arial"/>
                <a:ea typeface="Arial"/>
              </a:rPr>
              <a:t>汉字永和测试 ABC</a:t>
            </a:r>
          </a:p>
          <a:p>
            <a:r>
              <a:rPr lang="zh-CN" altLang="en-US" sz="2000">
                <a:latin typeface="Arial"/>
                <a:ea typeface="Arial"/>
              </a:rPr>
              <a:t>国家园圆图书馆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3A31D2D-D944-FC29-3300-C73B55B6242A}"/>
              </a:ext>
            </a:extLst>
          </p:cNvPr>
          <p:cNvSpPr txBox="1"/>
          <p:nvPr/>
        </p:nvSpPr>
        <p:spPr>
          <a:xfrm>
            <a:off x="4127500" y="2794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Segoe UI"/>
                <a:ea typeface="Segoe UI"/>
              </a:rPr>
              <a:t>汉字永和测试 ABC</a:t>
            </a:r>
          </a:p>
          <a:p>
            <a:r>
              <a:rPr lang="zh-CN" altLang="en-US" sz="2000">
                <a:latin typeface="Segoe UI"/>
                <a:ea typeface="Segoe UI"/>
              </a:rPr>
              <a:t>国家园圆图书馆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8196A9-40EE-686E-D37B-8D6B46E2CAD4}"/>
              </a:ext>
            </a:extLst>
          </p:cNvPr>
          <p:cNvSpPr txBox="1"/>
          <p:nvPr/>
        </p:nvSpPr>
        <p:spPr>
          <a:xfrm>
            <a:off x="8128000" y="2794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Tahoma"/>
                <a:ea typeface="Tahoma"/>
              </a:rPr>
              <a:t>汉字永和测试 ABC</a:t>
            </a:r>
          </a:p>
          <a:p>
            <a:r>
              <a:rPr lang="zh-CN" altLang="en-US" sz="2000">
                <a:latin typeface="Tahoma"/>
                <a:ea typeface="Tahoma"/>
              </a:rPr>
              <a:t>国家园圆图书馆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29F2264-DAF0-A50C-2E24-C84B2C0534C8}"/>
              </a:ext>
            </a:extLst>
          </p:cNvPr>
          <p:cNvSpPr txBox="1"/>
          <p:nvPr/>
        </p:nvSpPr>
        <p:spPr>
          <a:xfrm>
            <a:off x="127000" y="41275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Consolas"/>
                <a:ea typeface="Consolas"/>
              </a:rPr>
              <a:t>汉字永和测试 ABC</a:t>
            </a:r>
          </a:p>
          <a:p>
            <a:r>
              <a:rPr lang="zh-CN" altLang="en-US" sz="2000">
                <a:latin typeface="Consolas"/>
                <a:ea typeface="Consolas"/>
              </a:rPr>
              <a:t>国家园圆图书馆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2608FB-1C8D-32A0-99F8-D38207FDF10A}"/>
              </a:ext>
            </a:extLst>
          </p:cNvPr>
          <p:cNvSpPr txBox="1"/>
          <p:nvPr/>
        </p:nvSpPr>
        <p:spPr>
          <a:xfrm>
            <a:off x="4127500" y="41275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Palatino Linotype"/>
                <a:ea typeface="Palatino Linotype"/>
              </a:rPr>
              <a:t>汉字永和测试 ABC</a:t>
            </a:r>
          </a:p>
          <a:p>
            <a:r>
              <a:rPr lang="zh-CN" altLang="en-US" sz="2000">
                <a:latin typeface="Palatino Linotype"/>
                <a:ea typeface="Palatino Linotype"/>
              </a:rPr>
              <a:t>国家园圆图书馆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8F4F15-E758-E203-948B-9740969A3C12}"/>
              </a:ext>
            </a:extLst>
          </p:cNvPr>
          <p:cNvSpPr txBox="1"/>
          <p:nvPr/>
        </p:nvSpPr>
        <p:spPr>
          <a:xfrm>
            <a:off x="8128000" y="41275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Book Antiqua"/>
                <a:ea typeface="Book Antiqua"/>
              </a:rPr>
              <a:t>汉字永和测试 ABC</a:t>
            </a:r>
          </a:p>
          <a:p>
            <a:r>
              <a:rPr lang="zh-CN" altLang="en-US" sz="2000">
                <a:latin typeface="Book Antiqua"/>
                <a:ea typeface="Book Antiqua"/>
              </a:rPr>
              <a:t>国家园圆图书馆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347AADD-7683-209A-4FD9-9259E5929B55}"/>
              </a:ext>
            </a:extLst>
          </p:cNvPr>
          <p:cNvSpPr txBox="1"/>
          <p:nvPr/>
        </p:nvSpPr>
        <p:spPr>
          <a:xfrm>
            <a:off x="127000" y="5461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Century"/>
                <a:ea typeface="Century"/>
              </a:rPr>
              <a:t>汉字永和测试 ABC</a:t>
            </a:r>
          </a:p>
          <a:p>
            <a:r>
              <a:rPr lang="zh-CN" altLang="en-US" sz="2000">
                <a:latin typeface="Century"/>
                <a:ea typeface="Century"/>
              </a:rPr>
              <a:t>国家园圆图书馆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77C068-3F52-B53F-6EAF-7AC399C78DCA}"/>
              </a:ext>
            </a:extLst>
          </p:cNvPr>
          <p:cNvSpPr txBox="1"/>
          <p:nvPr/>
        </p:nvSpPr>
        <p:spPr>
          <a:xfrm>
            <a:off x="4127500" y="5461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Comic Sans MS"/>
                <a:ea typeface="Comic Sans MS"/>
              </a:rPr>
              <a:t>汉字永和测试 ABC</a:t>
            </a:r>
          </a:p>
          <a:p>
            <a:r>
              <a:rPr lang="zh-CN" altLang="en-US" sz="2000">
                <a:latin typeface="Comic Sans MS"/>
                <a:ea typeface="Comic Sans MS"/>
              </a:rPr>
              <a:t>国家园圆图书馆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B988202-FE55-970B-0EEA-E23512DDB532}"/>
              </a:ext>
            </a:extLst>
          </p:cNvPr>
          <p:cNvSpPr txBox="1"/>
          <p:nvPr/>
        </p:nvSpPr>
        <p:spPr>
          <a:xfrm>
            <a:off x="8128000" y="5461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Garamond"/>
                <a:ea typeface="Garamond"/>
              </a:rPr>
              <a:t>汉字永和测试 ABC</a:t>
            </a:r>
          </a:p>
          <a:p>
            <a:r>
              <a:rPr lang="zh-CN" altLang="en-US" sz="2000">
                <a:latin typeface="Garamond"/>
                <a:ea typeface="Garamond"/>
              </a:rPr>
              <a:t>国家园圆图书馆</a:t>
            </a:r>
          </a:p>
        </p:txBody>
      </p:sp>
    </p:spTree>
    <p:extLst>
      <p:ext uri="{BB962C8B-B14F-4D97-AF65-F5344CB8AC3E}">
        <p14:creationId xmlns:p14="http://schemas.microsoft.com/office/powerpoint/2010/main" val="475153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自定义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2026-10-19T05:51:28Z</dcterms:created>
  <dcterms:modified xsi:type="dcterms:W3CDTF">2026-10-19T05:51:28Z</dcterms:modified>
</cp:coreProperties>
</file>