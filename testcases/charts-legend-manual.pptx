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D1-473B-A648-A43E80479D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D1-473B-A648-A43E80479D1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AD1-473B-A648-A43E80479D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70190735"/>
        <c:axId val="1770186415"/>
      </c:barChart>
      <c:catAx>
        <c:axId val="1770190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70186415"/>
        <c:crosses val="autoZero"/>
        <c:auto val="1"/>
        <c:lblAlgn val="ctr"/>
        <c:lblOffset val="100"/>
        <c:noMultiLvlLbl val="0"/>
      </c:catAx>
      <c:valAx>
        <c:axId val="1770186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70190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420152230971129"/>
          <c:y val="0.12272727272727273"/>
          <c:w val="0.31111111111111112"/>
          <c:h val="0.113636363636363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FB-45B5-9456-088BC6FC1F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FB-45B5-9456-088BC6FC1F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FB-45B5-9456-088BC6FC1F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8686960"/>
        <c:axId val="398674960"/>
      </c:barChart>
      <c:catAx>
        <c:axId val="398686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98674960"/>
        <c:crosses val="autoZero"/>
        <c:auto val="1"/>
        <c:lblAlgn val="ctr"/>
        <c:lblOffset val="100"/>
        <c:noMultiLvlLbl val="0"/>
      </c:catAx>
      <c:valAx>
        <c:axId val="398674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98686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888888888888888"/>
          <c:y val="0.2818181818181818"/>
          <c:w val="0.17777777777777778"/>
          <c:h val="0.2727272727272727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74-4CB6-BD0D-957DAD90AB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74-4CB6-BD0D-957DAD90ABA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74-4CB6-BD0D-957DAD90AB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2761520"/>
        <c:axId val="402766320"/>
      </c:barChart>
      <c:catAx>
        <c:axId val="402761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02766320"/>
        <c:crosses val="autoZero"/>
        <c:auto val="1"/>
        <c:lblAlgn val="ctr"/>
        <c:lblOffset val="100"/>
        <c:noMultiLvlLbl val="0"/>
      </c:catAx>
      <c:valAx>
        <c:axId val="402766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02761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3333333333333337E-2"/>
          <c:y val="0.8954545454545455"/>
          <c:w val="0.66666666666666674"/>
          <c:h val="6.81818181818181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F2-4134-9722-CA63C69985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F2-4134-9722-CA63C69985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7F2-4134-9722-CA63C69985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2763440"/>
        <c:axId val="402767280"/>
      </c:lineChart>
      <c:catAx>
        <c:axId val="40276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02767280"/>
        <c:crosses val="autoZero"/>
        <c:auto val="1"/>
        <c:lblAlgn val="ctr"/>
        <c:lblOffset val="100"/>
        <c:noMultiLvlLbl val="0"/>
      </c:catAx>
      <c:valAx>
        <c:axId val="402767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0276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7555555555555555"/>
          <c:y val="0.35"/>
          <c:w val="0.33333333333333337"/>
          <c:h val="0.136363636363636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66D8AF-FE5D-DADC-3789-056A037AF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75014F-692D-2233-E6D6-9D9689371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176C2-90D4-945F-4981-B6AF5C440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8746-E04C-4B20-80D4-D3DD6355D2B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C561BD-BA44-259E-0DFE-30BCF066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FB6E43-019C-BC87-E301-6E3A91BA5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F0F1-2B65-4B66-9CDF-E4A0C15EB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73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E2E9EB-CD80-2245-4586-824A21DA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CBB3C-5DDD-B139-2753-E225C225C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982DA1-F633-5D83-5F3A-D8183832E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8746-E04C-4B20-80D4-D3DD6355D2B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B7FB6D-A270-C3FF-71C2-315C9A01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2278E4-B726-B0B2-5BC0-FA701BD80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F0F1-2B65-4B66-9CDF-E4A0C15EB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36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DF688-F56D-DDBF-078C-E72A8BCD1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71C833-77DD-20CD-2078-49D422CB0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5CB0C-385D-F9DB-2C7A-513B0DE58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8746-E04C-4B20-80D4-D3DD6355D2B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9EE8-5F9A-F6E5-8CB8-9132DD52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DB9927-0040-24CD-B861-F5E633898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F0F1-2B65-4B66-9CDF-E4A0C15EB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40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FEA03F-EF8C-A658-AD61-30C7579B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438010-28D0-E8BD-5671-C735529AE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90449F-A906-5F03-F3A6-F91312FF1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597F4C-AEE7-CC00-11E3-3BA2B609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8746-E04C-4B20-80D4-D3DD6355D2B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52D87B-A562-76C1-4C5A-E5F553D4E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F5E8F4-8308-60E3-E2B5-AAA338766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F0F1-2B65-4B66-9CDF-E4A0C15EB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666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C2479-A54E-5CB0-74F9-21A5A2C0D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26B6BD-104F-155F-36BA-36B04DD25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9231ED-CA03-0521-CF8C-E88B87F77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655327-EE45-547A-D745-E4BD3A7597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F2AD8BE-2ADA-51B5-6F3C-14FC9BA4D2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347792E-C0D0-BDE0-217D-9D6A6155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8746-E04C-4B20-80D4-D3DD6355D2B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EBFB60-2B54-9DC9-4E06-462772850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B0C859B-CD88-0E2B-ABBD-28C5E2C7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F0F1-2B65-4B66-9CDF-E4A0C15EB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88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FD374-7BFC-8AE0-FC19-DF9B46B2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895CD3-BD6B-DF4D-3786-A34B53EF2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8746-E04C-4B20-80D4-D3DD6355D2B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74FC0A-7C0E-6CDB-113B-54BF33CB3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5F4ADB-718A-8C57-46D3-B6BCBADB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F0F1-2B65-4B66-9CDF-E4A0C15EB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66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46542E-3B33-D3B1-CC5E-ED9AFFFA4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8746-E04C-4B20-80D4-D3DD6355D2B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94E224-41A8-9FC2-F125-0D5FEA1F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2EF398-E885-D0A1-E124-2BFBD5120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F0F1-2B65-4B66-9CDF-E4A0C15EB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44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04ADF-691D-48C3-231C-870893CB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CA39B7-5147-B8A8-14F3-81F8E8350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92476D-38FE-75C4-ACB9-3D0E85228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D8D3E5-847C-DFE7-AD58-2C96F6B41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8746-E04C-4B20-80D4-D3DD6355D2B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431C5E-3358-E9A8-A623-0CA5CEFDD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2C10F8-00F6-87CD-3738-0A1E06A1C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F0F1-2B65-4B66-9CDF-E4A0C15EB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34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7EE30-8D76-7B46-AA4F-D6329FADD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963B60-E2D3-58E5-6C80-28F75430AD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CB5310-7009-C827-EA0D-65F98380F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5268FF-1E54-9FEE-9389-3C7660AE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8746-E04C-4B20-80D4-D3DD6355D2B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A6866E-CD70-CDE0-ADB2-69D324963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2BAE3E-A852-BB3B-B1D5-7F9433A1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F0F1-2B65-4B66-9CDF-E4A0C15EB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540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A0BE4-5579-C7E7-72C9-48F0B30BD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666B10-295A-0C8E-3C03-A6CA13C1B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6D8675-4A8F-2915-2860-BCA801B30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8746-E04C-4B20-80D4-D3DD6355D2B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652990-8FEE-F2F7-3D21-1B5B4DECD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7878B7-0C80-A81C-D6F0-D9DD0CB5E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F0F1-2B65-4B66-9CDF-E4A0C15EB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155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0733EB-7D74-EC0B-C4A1-52E8E3D80B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00C08E-A245-E431-AC04-BD2291A12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EC2622-5BCE-600F-0955-BABF2A3DA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E8746-E04C-4B20-80D4-D3DD6355D2B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F33F75-788F-DFDF-0044-BD5032C3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B53E38-1DC6-213D-6557-7B08E98B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F0F1-2B65-4B66-9CDF-E4A0C15EB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034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888C632-A6D3-FA17-C234-1C4D906E6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1E5040-8302-50AF-EFC1-88F35EB1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B85CC1-A048-11E8-AEB9-94E6A8CE0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E8746-E04C-4B20-80D4-D3DD6355D2B4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C12CAE-4541-E0C0-AAC7-3F3A74AD82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7365E-6BFA-EFC2-7122-30C7F4B96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1F0F1-2B65-4B66-9CDF-E4A0C15EB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855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542B0AA6-C475-A49D-352E-D4469B6E25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5552745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59AFD05B-28FC-0961-6EF7-D32AF626BE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6171909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76616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2407C5E1-9797-E551-D763-C43F384CA0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0929260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7FD246FE-A25B-2AC2-1208-00C641D124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6861904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11865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2026-10-17T03:45:10Z</dcterms:created>
  <dcterms:modified xsi:type="dcterms:W3CDTF">2026-10-17T03:45:10Z</dcterms:modified>
</cp:coreProperties>
</file>