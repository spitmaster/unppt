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3B4D7-2287-2BB8-E9C2-527CE29DE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FA0C52-E463-3564-C7DA-8F41EEC65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46C35A-DA3A-DC3C-1835-67BA7CEA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F4553-E784-A41F-596C-E798C62B3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D46F1-B29D-F4A6-1FB6-3DB920A5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0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0ACA2-FD94-88D9-AADF-AB8A04DD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9FD9F-03BF-9CBA-5222-A21D7472B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4864B-02C0-2A25-D7CC-9A17FF03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833B91-28F9-88C6-6843-F3104D8E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009EC-BCE0-D473-BF05-8B71ACB8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7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51B7A-10DA-6EDD-E55F-0C6DC05A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A4B30-B4DE-757A-5563-C9C034F7A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1449DC-0113-5393-A56C-90FFC9CB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4AC1F-A8DD-26C5-A91D-107EE912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D7352-3217-F34A-1121-6D1F061A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13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7E806-5B06-4898-6BFB-4145BAB0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1DF90-DAF4-937F-964A-3BAEE3003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880F34-E3D8-717E-AD81-22A29AD0F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0A9790-88C3-327D-7444-771E6318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DAA33D-6C45-8D26-85CB-0C2529EA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7A7F42-CF32-F6E8-7260-451326ED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3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E09F0-6265-B7D1-12AC-37FBFCCC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1BF74E-088F-FA09-5D51-C73CC9F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86E41F-1D3F-3656-78BA-5E2F3A253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C97496-8A46-988A-0D4F-6BFC813CE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ACDFB6-159D-ADC9-E2B5-7ADC11AB6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A41163-AF43-6302-69BF-221A4C9A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DB3EB1-B439-048A-0899-9EAFE234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C74A8A-C269-D8A9-9E8B-1A6A981D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230EB-7F74-E531-4586-7C40A021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1ACA47-557A-5902-5497-885F3C94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4CD146-CB22-3564-B502-C1CCCF2F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961447-3CDB-5B2C-AC59-16C27E79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17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73B550-EC34-EDC1-B19E-53095A18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FF4A97-E529-2744-F2F8-9BD0C4E3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FA8F6-6A9A-BDF6-4AA1-3B631856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46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055CB-FFD1-4FE3-EF27-3D372D40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632D0D-E6BC-92CE-192C-6139C3882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20B449-C32C-550E-A1E5-64312D447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FBFF8-640F-6BFB-C794-0891DD3D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016880-D0BE-4219-3C6E-02FE7966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C899D-2824-2149-CD1B-1E7DDFFC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1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6E30A-4DFC-4DF3-A52E-F14BD3F4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DE4F1D-04E9-194F-1F23-3C63B2A21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C0B364-C947-CEA4-0416-920A5573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814978-A445-9AE1-44C7-B63252EC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B88484-2F55-317D-D7EA-D958D40A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587E5-9860-E106-86B6-B92E3847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2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437E6-A26E-CA37-742C-0DAD1C8F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29A528-3DC9-04B4-1DA1-37132B6E9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9A8E0-88B3-C9F0-7B1C-ADCBD3D2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AEE7CD-25B5-7931-0E5A-E87DDE8D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90246-1409-0AFB-78CB-0F7767E9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4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7DB652-4AA0-EF23-122D-00548972F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270194-747B-57D1-FA84-93DB0C81A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4256E-6AFE-C416-93DE-77D091D1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D2D34-B01E-092B-51F2-964D2D67B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8C586-B679-7548-639F-8916B380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5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DBB569-92CE-FA71-59F7-BD7490E3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D759E7-DF99-B303-D4FA-EDFF86228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A7383-A9DC-03D1-08E1-D88EB181D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98D2F-04A7-497E-BB2E-05CAC186F7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DF697-E32B-8A46-3162-4550BA7AC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E17D9B-A58E-DEE1-95E5-5A9E07FD4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AD8C1-7F24-47F7-8C26-2740FC515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7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160AB8-EDEC-842B-7513-394E55D568CB}"/>
              </a:ext>
            </a:extLst>
          </p:cNvPr>
          <p:cNvSpPr txBox="1"/>
          <p:nvPr/>
        </p:nvSpPr>
        <p:spPr>
          <a:xfrm>
            <a:off x="508000" y="2540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latin typeface="楷体" pitchFamily="49" charset="-122"/>
              </a:rPr>
              <a:t>汉字排版测试 </a:t>
            </a:r>
            <a:r>
              <a:rPr lang="en-US" altLang="zh-CN" sz="3200">
                <a:latin typeface="楷体" pitchFamily="49" charset="-122"/>
              </a:rPr>
              <a:t>Font ABC 123</a:t>
            </a:r>
            <a:endParaRPr lang="zh-CN" altLang="en-US" sz="3200">
              <a:latin typeface="楷体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7D1883-4931-F433-7A4F-98B214A1FCEB}"/>
              </a:ext>
            </a:extLst>
          </p:cNvPr>
          <p:cNvSpPr txBox="1"/>
          <p:nvPr/>
        </p:nvSpPr>
        <p:spPr>
          <a:xfrm>
            <a:off x="508000" y="13335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latin typeface="楷体_GB2312" pitchFamily="49" charset="-122"/>
              </a:rPr>
              <a:t>汉字排版测试 </a:t>
            </a:r>
            <a:r>
              <a:rPr lang="en-US" altLang="zh-CN" sz="3200" b="1">
                <a:latin typeface="楷体_GB2312" pitchFamily="49" charset="-122"/>
              </a:rPr>
              <a:t>Font ABC 123</a:t>
            </a:r>
            <a:endParaRPr lang="zh-CN" altLang="en-US" sz="3200" b="1">
              <a:latin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B69107-95CC-8E70-4301-396F037CF087}"/>
              </a:ext>
            </a:extLst>
          </p:cNvPr>
          <p:cNvSpPr txBox="1"/>
          <p:nvPr/>
        </p:nvSpPr>
        <p:spPr>
          <a:xfrm>
            <a:off x="508000" y="24130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latin typeface="楷体"/>
              </a:rPr>
              <a:t>汉字排版测试 </a:t>
            </a:r>
            <a:r>
              <a:rPr lang="en-US" altLang="zh-CN" sz="3200">
                <a:latin typeface="楷体"/>
              </a:rPr>
              <a:t>Font ABC 123</a:t>
            </a:r>
            <a:endParaRPr lang="zh-CN" altLang="en-US" sz="3200">
              <a:latin typeface="楷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C19B7-0C96-C99B-E1ED-765BFCDBD951}"/>
              </a:ext>
            </a:extLst>
          </p:cNvPr>
          <p:cNvSpPr txBox="1"/>
          <p:nvPr/>
        </p:nvSpPr>
        <p:spPr>
          <a:xfrm>
            <a:off x="508000" y="34925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latin typeface="Arial"/>
              </a:rPr>
              <a:t>汉字排版测试 </a:t>
            </a:r>
            <a:r>
              <a:rPr lang="en-US" altLang="zh-CN" sz="3200">
                <a:latin typeface="Arial"/>
              </a:rPr>
              <a:t>Font ABC 123</a:t>
            </a:r>
            <a:endParaRPr lang="zh-CN" altLang="en-US" sz="3200">
              <a:latin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1DB746-8EF4-25D8-8E4A-76CC43991B69}"/>
              </a:ext>
            </a:extLst>
          </p:cNvPr>
          <p:cNvSpPr txBox="1"/>
          <p:nvPr/>
        </p:nvSpPr>
        <p:spPr>
          <a:xfrm>
            <a:off x="508000" y="45720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latin typeface="黑体" pitchFamily="49" charset="-122"/>
                <a:ea typeface="楷体" pitchFamily="49" charset="-122"/>
              </a:rPr>
              <a:t>汉字排版测试 </a:t>
            </a:r>
            <a:r>
              <a:rPr lang="en-US" altLang="zh-CN" sz="3200">
                <a:latin typeface="黑体" pitchFamily="49" charset="-122"/>
                <a:ea typeface="楷体" pitchFamily="49" charset="-122"/>
              </a:rPr>
              <a:t>Font ABC 123</a:t>
            </a:r>
            <a:endParaRPr lang="zh-CN" altLang="en-US" sz="3200">
              <a:latin typeface="黑体" pitchFamily="49" charset="-122"/>
              <a:ea typeface="楷体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57CF6B-E2FF-BFB0-4DC0-0FB11FFCB0A7}"/>
              </a:ext>
            </a:extLst>
          </p:cNvPr>
          <p:cNvSpPr txBox="1"/>
          <p:nvPr/>
        </p:nvSpPr>
        <p:spPr>
          <a:xfrm>
            <a:off x="508000" y="56515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latin typeface="楷体_GB2312" pitchFamily="49" charset="-122"/>
                <a:ea typeface="宋体" pitchFamily="2" charset="-122"/>
              </a:rPr>
              <a:t>汉字排版测试 </a:t>
            </a:r>
            <a:r>
              <a:rPr lang="en-US" altLang="zh-CN" sz="3200">
                <a:latin typeface="楷体_GB2312" pitchFamily="49" charset="-122"/>
                <a:ea typeface="宋体" pitchFamily="2" charset="-122"/>
              </a:rPr>
              <a:t>Font ABC 123</a:t>
            </a:r>
            <a:endParaRPr lang="zh-CN" altLang="en-US" sz="3200">
              <a:latin typeface="楷体_GB2312" pitchFamily="49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15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MarkerFont0</vt:lpstr>
      <vt:lpstr>MarkerFont1</vt:lpstr>
      <vt:lpstr>MarkerFont2</vt:lpstr>
      <vt:lpstr>MarkerFont3</vt:lpstr>
      <vt:lpstr>MarkerFont4</vt:lpstr>
      <vt:lpstr>MarkerFont5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2026-10-15T13:33:18Z</dcterms:created>
  <dcterms:modified xsi:type="dcterms:W3CDTF">2026-10-15T13:33:18Z</dcterms:modified>
</cp:coreProperties>
</file>