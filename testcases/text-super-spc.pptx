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2032A-3A7C-490D-C5B8-3095CB752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5DBC34-0FC3-F2C1-5558-F9496291C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106A6-123D-B245-7A7E-64161A56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B2A5E3-886A-5FE6-47D1-A11F273A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C8EC12-875D-E64F-FDA7-76672A92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65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10B21-7650-537A-8112-903D34A0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89B89-7E2F-5064-6B54-E7CB67F1D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B8A03-BC65-0FC6-649B-1ADCD56B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A3CBA-2711-44FC-0BFE-FF2DE35D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C76FF-5388-6D59-0032-B73D66C3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4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1E5EA-8D91-C3FF-8179-FAE84BEA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AEA37C-B606-6849-31BA-4768CD829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9D7509-C588-569B-529F-7F5267C0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1887C-A4AF-CBBA-948B-4F26E2CE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FB9A1-3D47-E2FF-53A5-F0FA90A3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73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64A50-EA73-770D-4FEF-02AE857B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006D4E-E880-EE3A-DD0C-5E62441E8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10B259-BEE2-AB38-63DA-6DB52B546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DB5E05-195E-FE0F-3976-57E1816C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16BABC-5E49-5D2B-9A1B-C66B3600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81A871-504C-BB61-4CBC-1BAA62D2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91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B9EB7-5FFF-7A87-1BF7-8E2795CE0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5AF43D-5936-3B3F-C61E-09B6F6C9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7D9C4A-9E1B-77D4-7001-143BEADBF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B378CE-0DFA-D3DB-FE7C-AF1FF1B3B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6F1454-9497-C6EA-C387-3F7F86DD7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FC431A-24A9-3F64-50C1-A05AE0BF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1E3038-55A3-CF32-A195-0EDB594F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BB96F1-9301-DE9E-03B5-29AEBA9E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85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A88E4-52FB-928E-652B-56D19512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134362-E6D5-72C2-E782-C0506B36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4B2003-48FE-BD7F-FE39-59943DFA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B522B8-7395-2028-EC1A-D2A64173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56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1F5527-F69F-BF7C-B7BD-19E646DF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80FAEC-469D-F313-EE4C-8CC5E6A0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A37DC-22A1-5514-A22D-A10E20E1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80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34664-6B7D-43E9-BFCA-4B331A7F0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8BAEE-0494-A033-8C3D-62A00796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70BCA5-684E-11D6-E641-FB574F2A2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A4EA28-664F-C1E7-8862-6D998947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207A2F-0941-B7CC-6F3A-B869C4D0A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6B4BF-FDCF-C3FA-6AB7-CDEB3DFE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49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2F51B-23DF-D267-9EE3-12C22134B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DD977F-4FBC-84E3-E5C3-0D6383365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450E5A-3024-1C2C-6A5A-3C0845458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72D062-B27F-9409-AE95-5CFDF6F7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F3EB4C-66E2-0CB9-7885-0B2970B0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156997-35B3-2930-C594-6D649A93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80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D430D-9B5E-3341-36E5-8AB990FB8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4CD240-4F49-E292-2255-959099F6E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528580-D462-6560-9F7D-817AFE08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033723-19D7-FC55-5C51-5D667711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3F375-4B97-8CE4-E278-CE72BED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3CEFC3-C89B-C85E-30E6-93BDF0907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D31641-1348-A035-9E08-9E01CB938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A282A-18B0-E778-8C98-4D8D0B78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346BA-0B8A-80D6-6411-6971FA8C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901579-E1AA-8B45-ABC9-0EB9F2A2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25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4110A5-F181-7679-144C-D72910FF4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A996E-E640-9DDE-83DA-5823EAC4B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7C56F-AD85-65EE-EE24-52CC540D1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D2C09-3828-429B-9B06-967BFDBF3D3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71F19-3844-758B-372C-E9ECF9B4F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94D320-38AA-E2E6-3E68-9823BC31E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B682-8E84-4DCA-B133-A83B935B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23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9FFD30-57EB-7DC7-3872-CA15F2521C46}"/>
              </a:ext>
            </a:extLst>
          </p:cNvPr>
          <p:cNvSpPr txBox="1"/>
          <p:nvPr/>
        </p:nvSpPr>
        <p:spPr>
          <a:xfrm>
            <a:off x="254000" y="254000"/>
            <a:ext cx="1152880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-3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-3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-3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-3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-3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AB49B5-F089-B4E8-653A-D4FCA99058C9}"/>
              </a:ext>
            </a:extLst>
          </p:cNvPr>
          <p:cNvSpPr txBox="1"/>
          <p:nvPr/>
        </p:nvSpPr>
        <p:spPr>
          <a:xfrm>
            <a:off x="6223000" y="254000"/>
            <a:ext cx="1152880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6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6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6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6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  <a:r>
              <a:rPr lang="zh-CN" sz="3600" spc="600">
                <a:latin typeface="微软雅黑"/>
                <a:ea typeface="微软雅黑"/>
              </a:rPr>
              <a:t> </a:t>
            </a:r>
            <a:r>
              <a:rPr lang="zh-CN" sz="3600">
                <a:latin typeface="微软雅黑"/>
                <a:ea typeface="微软雅黑"/>
              </a:rPr>
              <a:t>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D342F7-C25C-97BC-B993-420F8BF1C5DB}"/>
              </a:ext>
            </a:extLst>
          </p:cNvPr>
          <p:cNvSpPr txBox="1"/>
          <p:nvPr/>
        </p:nvSpPr>
        <p:spPr>
          <a:xfrm>
            <a:off x="254000" y="2413000"/>
            <a:ext cx="1152880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-3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-3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-3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-3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-3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68F954-EE5A-13B4-68D4-C1E2CFDEE34E}"/>
              </a:ext>
            </a:extLst>
          </p:cNvPr>
          <p:cNvSpPr txBox="1"/>
          <p:nvPr/>
        </p:nvSpPr>
        <p:spPr>
          <a:xfrm>
            <a:off x="6223000" y="2413000"/>
            <a:ext cx="1152880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6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6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6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6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  <a:r>
              <a:rPr lang="zh-CN" sz="3600" baseline="30000" spc="600">
                <a:latin typeface="微软雅黑"/>
                <a:ea typeface="微软雅黑"/>
              </a:rPr>
              <a:t> </a:t>
            </a:r>
            <a:r>
              <a:rPr lang="zh-CN" sz="3600" baseline="30000">
                <a:latin typeface="微软雅黑"/>
                <a:ea typeface="微软雅黑"/>
              </a:rPr>
              <a:t>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579528-903C-DFFD-0825-6EC32F5116FB}"/>
              </a:ext>
            </a:extLst>
          </p:cNvPr>
          <p:cNvSpPr txBox="1"/>
          <p:nvPr/>
        </p:nvSpPr>
        <p:spPr>
          <a:xfrm>
            <a:off x="254000" y="4572000"/>
            <a:ext cx="1152880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-3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-3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-3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-3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-3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703275-3924-4304-F00B-CB03201265CD}"/>
              </a:ext>
            </a:extLst>
          </p:cNvPr>
          <p:cNvSpPr txBox="1"/>
          <p:nvPr/>
        </p:nvSpPr>
        <p:spPr>
          <a:xfrm>
            <a:off x="6223000" y="4572000"/>
            <a:ext cx="1152880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6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6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6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6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  <a:r>
              <a:rPr lang="zh-CN" sz="3600" baseline="-25000" spc="600">
                <a:latin typeface="微软雅黑"/>
                <a:ea typeface="微软雅黑"/>
              </a:rPr>
              <a:t> </a:t>
            </a:r>
            <a:r>
              <a:rPr lang="zh-CN" sz="3600" baseline="-25000">
                <a:latin typeface="微软雅黑"/>
                <a:ea typeface="微软雅黑"/>
              </a:rPr>
              <a:t>口</a:t>
            </a:r>
          </a:p>
        </p:txBody>
      </p:sp>
    </p:spTree>
    <p:extLst>
      <p:ext uri="{BB962C8B-B14F-4D97-AF65-F5344CB8AC3E}">
        <p14:creationId xmlns:p14="http://schemas.microsoft.com/office/powerpoint/2010/main" val="2807978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2026-10-19T07:27:51Z</dcterms:created>
  <dcterms:modified xsi:type="dcterms:W3CDTF">2026-10-19T07:27:51Z</dcterms:modified>
</cp:coreProperties>
</file>