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D90E8-2D6F-AB03-9D22-3263B706F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76F5A5-0172-B285-2BF4-AE8C46BF4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4E5A1C-E2C2-586F-84D2-5028DF15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12BAC-2159-3AE7-99FE-90548458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607E6-9581-96C6-E95D-671AA12D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70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C8332-B2CC-1656-5349-089C3405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18DA2-E32F-4251-266D-6DA38CE1C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87724-73B5-5053-321E-F46F7D18B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50AE13-9B77-C6A2-9F70-34B5F4B28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6B9F62-48A2-B9DD-7404-A8450D4E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309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BD706-1DED-4229-BBBB-70513F86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EAA662-9E2C-00C0-956A-2D766EABD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108A60-220F-A02D-0AB9-79E01D47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DCCA58-5BCE-045C-4341-7154057B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B8309-FE98-DE04-02D8-25990104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58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F9E4C-F281-7867-E4BA-4AB9E405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47A765-D064-4AE2-D8DC-4A95D16A7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D34E22-6B6D-0625-AC4A-78D620E82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F72A44-D196-7A1B-F0DC-3FCA2D7A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847CE1-EE95-602F-54AB-0D81BBFB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92B09D-0568-3045-9AF4-463BFCC5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91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12F62-27EE-881E-10CA-14A7D074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058C1-6622-516E-B608-4B22AA1A4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6CE9F8-5701-B5E2-4197-25C88D20B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849E9B-7BA3-E76B-4F42-C00D66E7B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AE0AAE-F3B4-9ECE-3FC8-4725B8F45F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AF93B4-3F24-9180-0B90-1339156D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6BBC22-CCB3-4CEE-FE52-E6EC6610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8F349F-C9EB-F817-0E4C-2E8B151D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16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70168-E574-9088-3072-4FF4FA9D0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8352E8-CA41-22D2-17CF-27B6ABCD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DA8F98-B554-7797-82F9-BC2C3B03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02810D-9D27-2D53-01CC-63442B65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5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FBB9F0-772C-3E87-6A9D-E3D1B4C5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FB9C61-951F-7DEC-752B-3CDAAD96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D4226B-F105-3B0A-9B04-461B7530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5400"/>
            </a:lvl1pPr>
          </a:lstStyle>
          <a:p>
            <a:fld id="{23CAB16D-DC3D-45BD-8F77-6C9EE38531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20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5AE05-C52D-2050-5038-4492E263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F392B-DD87-AA11-343D-BABBFAE1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A32064-0A9C-E8E0-D76E-357F78B1B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AB4704-B37F-86F3-C4C8-184332526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7F4EC7-296D-8090-45B1-E096CEC6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834DC8-73D2-6FDE-B727-BAB7BC18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07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60394-45E0-9739-1F6F-42EE461E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E27131-D1F9-548E-0D6F-C53C91F93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8EB0BD-6A95-395A-B4DD-00B0B0B5F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C025C0-BF85-0C44-14B9-ABFA87D2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A8779A-D53E-FB59-78EE-807782D4B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E44999-8E6B-8DAB-77C5-93780B244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71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FA3CA-49F8-C426-8615-39F7F25A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EAB72E-A658-D426-2FF6-C4DDAA1D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DA4CA-EEFE-C033-D8E9-DFBC59E7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C924F6-DD65-B127-8069-85EC81D0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249D7-5535-8579-60DB-F83DB23A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81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7819C0-F1FC-1579-E3D9-D94D4DF64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E70A8B-E4C9-6874-53C0-00072766F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BF2C37-F97C-A8C7-98C6-80F6816A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28414D-0929-FA03-C613-389D6272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B7D2BE-13C7-1ED1-93AE-904756CC4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25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00266F-C133-4013-EB7B-4FD1AC3B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D3DC22-8CEF-F23F-83AE-EF2ADDBCD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BFDC14-162C-B8AF-3C0C-482AFA01D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8B74A-B9FE-484B-A260-41FC5C51B617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4F5D3-A80A-6673-9DD0-C7E42E671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5508C-C7E8-2255-FE96-701636AC8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AB16D-DC3D-45BD-8F77-6C9EE3853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81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1215A3-4BEB-32A1-777F-D1FF5C959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71DECB-5DCF-937D-0631-9D3730955B10}"/>
              </a:ext>
            </a:extLst>
          </p:cNvPr>
          <p:cNvSpPr txBox="1"/>
          <p:nvPr/>
        </p:nvSpPr>
        <p:spPr>
          <a:xfrm>
            <a:off x="1016000" y="2794000"/>
            <a:ext cx="7620000" cy="101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空页码字段 </a:t>
            </a:r>
            <a:r>
              <a:rPr lang="en-US" altLang="zh-CN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3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64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7C09DF-AD91-99FF-5C67-02762A0D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B16D-DC3D-45BD-8F77-6C9EE38531DA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BAC9BD-EFA5-834B-4410-AD882B32AC3C}"/>
              </a:ext>
            </a:extLst>
          </p:cNvPr>
          <p:cNvSpPr txBox="1"/>
          <p:nvPr/>
        </p:nvSpPr>
        <p:spPr>
          <a:xfrm>
            <a:off x="1016000" y="2794000"/>
            <a:ext cx="7620000" cy="101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空页码字段 </a:t>
            </a:r>
            <a:r>
              <a:rPr lang="en-US" altLang="zh-CN" sz="360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3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565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自定义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2026-10-17T10:00:41Z</dcterms:created>
  <dcterms:modified xsi:type="dcterms:W3CDTF">2026-10-17T10:00:41Z</dcterms:modified>
</cp:coreProperties>
</file>