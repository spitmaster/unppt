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98B1B9-753A-3FDE-BA65-442637CA4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4B9D7E-0FCA-8815-6B4A-F57C7AD3E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1F4B0C-ADB3-7DD3-35F7-7883E07B5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97FE7A-6DF8-6406-2CB9-F17F972F4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12817B-6B32-89FB-CECB-BCEE407B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724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CDB30E-71A4-41C3-D942-12C0EF84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3FC51F-78EE-5070-62A0-AF96ED17D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1940F7-B367-B4CB-F4EA-E1D53D62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4F3C05-996F-A59C-8186-C75C12D8B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636AE0-63CA-4F47-1FD7-3501D836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76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11252-0892-E9BD-F3E6-0C68EB1B1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AD73F4-E5F1-C39A-9CA4-86166C038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ED872D-9235-DB9B-22D2-511B0CA4A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A5662A-CAC6-FDAD-2081-51DFD3AC4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86CAE-9747-3621-9398-1FE8289B7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7130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523666-AF7B-BBD1-D87D-3F232AEE2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0FC08F-9852-B819-755C-8E607642F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B19241-204D-8ED0-1424-4201BD74B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2A3DDA-15EB-1461-2B96-63CEA845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E17D29-4004-3259-3598-F99FD0498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F45930-B129-C05B-C607-CB53F65C8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88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07C0A8-C735-4FC0-887A-774E0E90B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4CF4DF-999F-E8D3-4DD2-C5EC6B3236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EDC0FE-0E0A-FA85-DDCB-973F927C0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648C055-9377-36CA-921E-705AC5D75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9C8556-72F3-BD7A-1F53-3CBCFE622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E8CDF06-9D3A-F528-3412-18CE0761A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7D73FE4-298C-2CB9-7C64-2B9EABAB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CC93C3-3317-16D5-71DC-3C349F16D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58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F9B14-DC3F-C860-063F-951792E8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6661706-EB7E-4E4E-D244-D8597674D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9116F64-6045-B667-0453-FAFE0C57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1A8032-F253-6AB7-B71D-BAE5FF20B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69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8707FA-FF7E-2EB7-7CCA-4C3BB248E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1B9A13-0CBC-DC0F-D4A9-548D676E1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356A56A-6892-BFB0-130F-D8D52DA25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3998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2D3178-9418-8536-0B8B-5C383AFB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39F4DE-7D99-CBB3-6C51-E6C30683D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84DF7C-D854-5284-5524-D1C5FFA786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1BAE04-5907-1E9E-EB71-111D3344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069E20-BD38-C7B0-9DFC-BF1570AB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9BD293-F833-41D9-79B6-DA49202F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721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646C5-B9A4-81F4-59EA-39C8AFC17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067A98-1AB0-C7F5-534C-773934A292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6C64508-6268-B80F-3FB6-8D90CA9FD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A4FF03-FC06-32C0-E83B-B24FA1750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38CD98-EB35-9DB2-321D-C8973CAE7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32C3E4-B70F-FA21-7C91-C70DDF94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37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5A3833-8721-C895-C14A-E370099BB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8F336DE-3FE1-32EC-5BC7-17562397E8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890407-0E6F-83C0-A8E7-8F29A882A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ADB726-A208-EAFA-45EC-A7EBE6920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792109C-410F-6BE4-8B1A-68787C9F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648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5CAA024-2A6C-A251-9526-70123396D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C2CF9E-E148-A17E-40E5-44F2A3A7B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B17864-C1B8-D88A-BAE9-041A04492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1805E-2353-45AB-DA87-674976323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891C6D-9C99-E3B5-9099-1814B6B76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36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AC178CD-EE03-38CD-D86C-19624838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4EC21A-09DF-DBAF-CB52-5B14E4CEE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71631F-DF1D-4915-80FB-210EE922D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BFC5C-FA37-4D6A-AA49-315326647622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410935-A29D-EC74-85D7-14D258C216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536D9C-3768-CEEE-C382-6C22978956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B12D10-8A40-4BA7-9C90-5F758515BB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265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A9E463DC-253B-A433-4B18-34227D797C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709965"/>
              </p:ext>
            </p:extLst>
          </p:nvPr>
        </p:nvGraphicFramePr>
        <p:xfrm>
          <a:off x="254000" y="381000"/>
          <a:ext cx="3810000" cy="2032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7640351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05236609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663234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06888410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523011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7467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92915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24979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DC741D7-254F-76BF-A2F6-565F87A1C2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75706"/>
              </p:ext>
            </p:extLst>
          </p:nvPr>
        </p:nvGraphicFramePr>
        <p:xfrm>
          <a:off x="4254500" y="381000"/>
          <a:ext cx="3810000" cy="2032000"/>
        </p:xfrm>
        <a:graphic>
          <a:graphicData uri="http://schemas.openxmlformats.org/drawingml/2006/table">
            <a:tbl>
              <a:tblPr firstRow="1" firstCol="1" lastRow="1" bandRow="1">
                <a:tableStyleId>{5940675A-B579-460E-94D1-54222C63F5DA}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61513882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9956231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71968649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10983450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100908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218638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184813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486678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92F73FB-13CC-F788-10B8-A3F44D01A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865281"/>
              </p:ext>
            </p:extLst>
          </p:nvPr>
        </p:nvGraphicFramePr>
        <p:xfrm>
          <a:off x="8255000" y="381000"/>
          <a:ext cx="3810000" cy="2032000"/>
        </p:xfrm>
        <a:graphic>
          <a:graphicData uri="http://schemas.openxmlformats.org/drawingml/2006/table">
            <a:tbl>
              <a:tblPr firstRow="1" lastCol="1" bandRow="1">
                <a:tableStyleId>{3C2FFA5D-87B4-456A-9821-1D502468CF0F}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635702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94452706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16183182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97493281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33291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053254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82151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823229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8FC7340-6B1B-CA8E-CD80-A99663A1C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0697990"/>
              </p:ext>
            </p:extLst>
          </p:nvPr>
        </p:nvGraphicFramePr>
        <p:xfrm>
          <a:off x="254000" y="3556000"/>
          <a:ext cx="3810000" cy="2032000"/>
        </p:xfrm>
        <a:graphic>
          <a:graphicData uri="http://schemas.openxmlformats.org/drawingml/2006/table">
            <a:tbl>
              <a:tblPr firstRow="1" firstCol="1" bandRow="1" bandCol="1">
                <a:tableStyleId>{D113A9D2-9D6B-4929-AA2D-F23B5EE8CBE7}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9743091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99935474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93926548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89574888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90809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676667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9508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851763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5881528-6FEB-1DB9-4157-ED2A8F0BD6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275682"/>
              </p:ext>
            </p:extLst>
          </p:nvPr>
        </p:nvGraphicFramePr>
        <p:xfrm>
          <a:off x="4254500" y="3556000"/>
          <a:ext cx="3810000" cy="2032000"/>
        </p:xfrm>
        <a:graphic>
          <a:graphicData uri="http://schemas.openxmlformats.org/drawingml/2006/table">
            <a:tbl>
              <a:tblPr firstRow="1" lastRow="1">
                <a:tableStyleId>{5C22544A-7EE6-4342-B048-85BDC9FD1C3A}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33230807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04686531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73574407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7607655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37469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67407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5069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141617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17705C7-5376-1F1B-1D2C-FDE1B8312F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329852"/>
              </p:ext>
            </p:extLst>
          </p:nvPr>
        </p:nvGraphicFramePr>
        <p:xfrm>
          <a:off x="8255000" y="3556000"/>
          <a:ext cx="3810000" cy="203200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400634387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65582222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11164679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73009665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37716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6011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5743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012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968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B0225C4A-3FFB-15E6-5986-C64E327928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348411"/>
              </p:ext>
            </p:extLst>
          </p:nvPr>
        </p:nvGraphicFramePr>
        <p:xfrm>
          <a:off x="254000" y="381000"/>
          <a:ext cx="3810000" cy="2032000"/>
        </p:xfrm>
        <a:graphic>
          <a:graphicData uri="http://schemas.openxmlformats.org/drawingml/2006/table">
            <a:tbl>
              <a:tblPr firstRow="1" lastCol="1" bandRow="1">
                <a:tableStyleId>{69012ECD-51FC-41F1-AA8D-1B2483CD663E}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86009984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39547482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919234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0627162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6805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32456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80095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96107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CC9066A-FAB6-1A89-B95C-6DFEC7CE7B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642309"/>
              </p:ext>
            </p:extLst>
          </p:nvPr>
        </p:nvGraphicFramePr>
        <p:xfrm>
          <a:off x="4254500" y="381000"/>
          <a:ext cx="3810000" cy="2032000"/>
        </p:xfrm>
        <a:graphic>
          <a:graphicData uri="http://schemas.openxmlformats.org/drawingml/2006/table">
            <a:tbl>
              <a:tblPr firstRow="1" firstCol="1" lastRow="1" bandRow="1">
                <a:tableStyleId>{BC89EF96-8CEA-46FF-86C4-4CE0E7609802}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74125737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8402773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43295348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7573872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4472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7570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279673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8975786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227D505-E956-6FA2-3C24-9548A8D6DD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933082"/>
              </p:ext>
            </p:extLst>
          </p:nvPr>
        </p:nvGraphicFramePr>
        <p:xfrm>
          <a:off x="8255000" y="381000"/>
          <a:ext cx="3810000" cy="2032000"/>
        </p:xfrm>
        <a:graphic>
          <a:graphicData uri="http://schemas.openxmlformats.org/drawingml/2006/table">
            <a:tbl>
              <a:tblPr firstRow="1" bandRow="1" bandCol="1">
                <a:tableStyleId>{B301B821-A1FF-4177-AEE7-76D212191A09}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195850150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49371474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98939217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26835896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01377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3442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368732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14248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EB2755A-F151-FF16-69B6-67952ECA8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605757"/>
              </p:ext>
            </p:extLst>
          </p:nvPr>
        </p:nvGraphicFramePr>
        <p:xfrm>
          <a:off x="254000" y="3556000"/>
          <a:ext cx="3810000" cy="2032000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01002469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74810398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5552965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845634187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557599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242113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9456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2411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6299043-E9EA-9550-C48D-2CF0DB1BEF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115430"/>
              </p:ext>
            </p:extLst>
          </p:nvPr>
        </p:nvGraphicFramePr>
        <p:xfrm>
          <a:off x="4254500" y="3556000"/>
          <a:ext cx="3810000" cy="2032000"/>
        </p:xfrm>
        <a:graphic>
          <a:graphicData uri="http://schemas.openxmlformats.org/drawingml/2006/table">
            <a:tbl>
              <a:tblPr firstRow="1" lastRow="1" lastCol="1">
                <a:tableStyleId>{F5AB1C69-6EDB-4FF4-983F-18BD219EF322}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18008845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6161560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91509536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2915242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68526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1659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149928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5745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6CD873F-D1D8-C938-9126-367B9D8A72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692649"/>
              </p:ext>
            </p:extLst>
          </p:nvPr>
        </p:nvGraphicFramePr>
        <p:xfrm>
          <a:off x="8255000" y="3556000"/>
          <a:ext cx="3810000" cy="2032000"/>
        </p:xfrm>
        <a:graphic>
          <a:graphicData uri="http://schemas.openxmlformats.org/drawingml/2006/table">
            <a:tbl>
              <a:tblPr firstRow="1" firstCol="1" bandRow="1">
                <a:tableStyleId>{8EC20E35-A176-4012-BC5E-935CFFF8708E}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69872604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60345315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24775279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594611900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05451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91812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17025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1265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58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EC2EBA43-66E4-5DA7-CD68-C0F85BFF1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668906"/>
              </p:ext>
            </p:extLst>
          </p:nvPr>
        </p:nvGraphicFramePr>
        <p:xfrm>
          <a:off x="254000" y="381000"/>
          <a:ext cx="3810000" cy="203200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58895257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8876378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36220637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19398128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324901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653363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0444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060786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B8C5EC96-6708-7D78-5042-CCC163F33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7557484"/>
              </p:ext>
            </p:extLst>
          </p:nvPr>
        </p:nvGraphicFramePr>
        <p:xfrm>
          <a:off x="4254500" y="381000"/>
          <a:ext cx="3810000" cy="2032000"/>
        </p:xfrm>
        <a:graphic>
          <a:graphicData uri="http://schemas.openxmlformats.org/drawingml/2006/table">
            <a:tbl>
              <a:tblPr firstRow="1" firstCol="1" lastRow="1" bandRow="1" bandCol="1">
                <a:tableStyleId>{D7AC3CCA-C797-4891-BE02-D94E43425B78}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18871729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71381021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681110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57984954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80112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18349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58731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50446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1FCC87-233B-417D-7EFD-28100C0F46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661730"/>
              </p:ext>
            </p:extLst>
          </p:nvPr>
        </p:nvGraphicFramePr>
        <p:xfrm>
          <a:off x="8255000" y="381000"/>
          <a:ext cx="3810000" cy="2032000"/>
        </p:xfrm>
        <a:graphic>
          <a:graphicData uri="http://schemas.openxmlformats.org/drawingml/2006/table">
            <a:tbl>
              <a:tblPr firstRow="1" lastCol="1" bandRow="1">
                <a:tableStyleId>{69CF1AB2-1976-4502-BF36-3FF5EA218861}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390611410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740840167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42435889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255850514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312185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43365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8462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24386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B6DCD52-9450-9B78-D752-D4C4499043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857362"/>
              </p:ext>
            </p:extLst>
          </p:nvPr>
        </p:nvGraphicFramePr>
        <p:xfrm>
          <a:off x="254000" y="3556000"/>
          <a:ext cx="3810000" cy="2032000"/>
        </p:xfrm>
        <a:graphic>
          <a:graphicData uri="http://schemas.openxmlformats.org/drawingml/2006/table">
            <a:tbl>
              <a:tblPr firstRow="1" firstCol="1" bandRow="1">
                <a:tableStyleId>{E8034E78-7F5D-4C2E-B375-FC64B27BC917}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401834449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33552809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10021753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100908925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913103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5611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939538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207568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9A36B45-921F-5ACD-0145-DE57E2C426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935461"/>
              </p:ext>
            </p:extLst>
          </p:nvPr>
        </p:nvGraphicFramePr>
        <p:xfrm>
          <a:off x="4254500" y="3556000"/>
          <a:ext cx="3810000" cy="2032000"/>
        </p:xfrm>
        <a:graphic>
          <a:graphicData uri="http://schemas.openxmlformats.org/drawingml/2006/table">
            <a:tbl>
              <a:tblPr firstRow="1" lastRow="1">
                <a:tableStyleId>{125E5076-3810-47DD-B79F-674D7AD40C01}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66183822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1450258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55399018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4154890126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17098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03651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24833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649397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37BA0A9-01F1-692E-2663-331BBB2DE5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7338687"/>
              </p:ext>
            </p:extLst>
          </p:nvPr>
        </p:nvGraphicFramePr>
        <p:xfrm>
          <a:off x="8255000" y="3556000"/>
          <a:ext cx="3810000" cy="203200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952500">
                  <a:extLst>
                    <a:ext uri="{9D8B030D-6E8A-4147-A177-3AD203B41FA5}">
                      <a16:colId xmlns:a16="http://schemas.microsoft.com/office/drawing/2014/main" val="2988952565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23509857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4075201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1325563159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/>
                        <a:t>表头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1260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21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24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225659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31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34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91240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altLang="zh-CN" sz="1200"/>
                        <a:t>41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42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43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/>
                        <a:t>44</a:t>
                      </a:r>
                      <a:endParaRPr lang="zh-CN" altLang="en-US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7858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650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360</Words>
  <Application>Microsoft Office PowerPoint</Application>
  <PresentationFormat>自定义</PresentationFormat>
  <Paragraphs>288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2026-10-14T07:47:33Z</dcterms:created>
  <dcterms:modified xsi:type="dcterms:W3CDTF">2026-10-14T07:47:33Z</dcterms:modified>
</cp:coreProperties>
</file>