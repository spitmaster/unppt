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AA2E80-7299-904F-76CB-E6045FE659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EE8221-5891-8DCA-9931-D1B522736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F8FD46-3CE7-8AAB-E1A1-70D4DA463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E235-F59F-4D36-9BCB-5783FB8E752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1E14E2-C3AE-ECAB-53F0-E9426590B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D608D9-8796-EFF7-4E86-DF0A7ED9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84A9D-F113-415E-ABD2-C542C37C6A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604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BDDE6-2845-CFA4-6174-2FCC8B5F6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05EF46-ECBC-81C6-706A-058403F01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244ACC-60AD-4BD5-DE04-B47213CD4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E235-F59F-4D36-9BCB-5783FB8E752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31BBEA-5535-29E4-AF85-62C85336B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8DF7B6-4723-1BB6-4203-FE2EE7285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84A9D-F113-415E-ABD2-C542C37C6A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012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A7C93-8F83-A037-8494-0C085FE55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7CBE98-1894-191B-8E15-133471DE9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F32283-9E8B-A980-5407-9273D4DD1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E235-F59F-4D36-9BCB-5783FB8E752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A7D052-A1BA-75EA-1287-73736A43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A01F05-06A4-F116-651C-F3AA02E8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84A9D-F113-415E-ABD2-C542C37C6A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349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6BEFA4-7486-CE4E-9FF9-ACFD99D46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6600BD-9EAD-C94A-5C27-993AFF2568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DCE92C-66A8-95B0-7DFA-82051DAF5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16136E-0BE3-24AA-47C7-D6CC26514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E235-F59F-4D36-9BCB-5783FB8E752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082785-DF40-1496-1BB1-E7CEECCFB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4AB2A4-F10C-66AF-C9D8-559A03F99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84A9D-F113-415E-ABD2-C542C37C6A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96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A3D1E-2188-C934-CB42-9E8CA92BB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FBB15E-7F40-5E02-045D-B42B20919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C33A60-98ED-BB4A-8F78-4DA167EBD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B153C1-1BA5-AF5B-7199-6F7E32ABCB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48A88F-6766-2DB7-E69C-E2872A79C0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C95701-ACBC-C2A7-0564-EE65D4A14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E235-F59F-4D36-9BCB-5783FB8E752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6113C2-94C0-65BA-28AF-8618A70B3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87DCFA-0C85-2B29-3E89-AD0C63C7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84A9D-F113-415E-ABD2-C542C37C6A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547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656F7F-F6D4-80B4-D07A-6FFD69A40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9F2785-EE71-725E-50F8-B8A71E98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E235-F59F-4D36-9BCB-5783FB8E752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5D6503-892C-32A6-C935-E6328AA0F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3C4680-EDFB-E8D1-2620-0BA73441B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84A9D-F113-415E-ABD2-C542C37C6A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254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8383253-E151-5D91-8DBA-FA6B7B640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E235-F59F-4D36-9BCB-5783FB8E752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2EA671E-60D4-4E2E-02C3-D8B681524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DB3BC4-B32E-473C-2A25-099FBC67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84A9D-F113-415E-ABD2-C542C37C6A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388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40DCDC-B02D-3045-2949-67F6C75BF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D7F70D-BAA4-073F-5F43-1BDEBA904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66C7F4-D8A4-A832-5D1B-EAF036E69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B32200-F7E1-A28E-1A81-5531AE87D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E235-F59F-4D36-9BCB-5783FB8E752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5EDEF1-33B8-9AC9-57F0-E3A539056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788B1E-C899-814F-C304-651894D06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84A9D-F113-415E-ABD2-C542C37C6A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953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59C6F3-F4A4-B1D3-2E35-A7267DFF2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9525FE3-F8BE-D7A0-7EC5-957E4FD37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7376AD-56CB-136E-D44D-F79205C84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D9B4E7-04A8-54CF-85F6-2C5A081AE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E235-F59F-4D36-9BCB-5783FB8E752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A0240D-7F24-7BA4-8C38-37E6E8983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F263C8-7942-39BA-7C69-59CAF82B1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84A9D-F113-415E-ABD2-C542C37C6A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5061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585A99-94F8-C9E9-776E-392A0AAC5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5AC6BD-B887-87DB-D111-9B578D1D0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C8927B-70DD-1B3C-3E69-8B7A38258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E235-F59F-4D36-9BCB-5783FB8E752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584687-BC8E-2FCA-4EE5-CF0043A92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214CA9-9062-8D39-98A1-9A69F2973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84A9D-F113-415E-ABD2-C542C37C6A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782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FD8221-121E-316F-160D-75B7930A3C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F8B347-3E46-165A-069F-3FE0080EA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833D1A-06F2-861D-9457-AEF3047C7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E235-F59F-4D36-9BCB-5783FB8E752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965590-F10B-4E31-850F-38901636C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5D4880-36EB-E2F9-E120-82FC0FB82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84A9D-F113-415E-ABD2-C542C37C6A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896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DAE0BA-9ADF-6FD8-C33B-6B9228D82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0CA0FC-1A8E-9037-5D67-85416F75E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DDCB09-FF86-2AA8-9B0B-089869A195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F0E235-F59F-4D36-9BCB-5783FB8E7524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DFB04C-3524-FB7C-3E8F-6643CBD665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109BB9-A7D0-1E85-3864-669AAE302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C84A9D-F113-415E-ABD2-C542C37C6A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768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0">
            <a:extLst>
              <a:ext uri="{FF2B5EF4-FFF2-40B4-BE49-F238E27FC236}">
                <a16:creationId xmlns:a16="http://schemas.microsoft.com/office/drawing/2014/main" id="{2224908D-39FE-5485-10AA-D2A1A058CDFB}"/>
              </a:ext>
            </a:extLst>
          </p:cNvPr>
          <p:cNvSpPr/>
          <p:nvPr/>
        </p:nvSpPr>
        <p:spPr>
          <a:xfrm>
            <a:off x="508000" y="508000"/>
            <a:ext cx="5080000" cy="2540000"/>
          </a:xfrm>
          <a:prstGeom prst="rect">
            <a:avLst/>
          </a:prstGeom>
          <a:blipFill>
            <a:blip r:embed="rId2"/>
            <a:stretch>
              <a:fillRect l="-20000" t="-20000" r="-20000" b="-20000"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1">
            <a:extLst>
              <a:ext uri="{FF2B5EF4-FFF2-40B4-BE49-F238E27FC236}">
                <a16:creationId xmlns:a16="http://schemas.microsoft.com/office/drawing/2014/main" id="{E3DA09FC-2FBC-FAD7-48C8-AE2FEE6F6130}"/>
              </a:ext>
            </a:extLst>
          </p:cNvPr>
          <p:cNvSpPr/>
          <p:nvPr/>
        </p:nvSpPr>
        <p:spPr>
          <a:xfrm>
            <a:off x="6350000" y="508000"/>
            <a:ext cx="5080000" cy="2540000"/>
          </a:xfrm>
          <a:prstGeom prst="ellipse">
            <a:avLst/>
          </a:prstGeom>
          <a:blipFill>
            <a:blip r:embed="rId2"/>
            <a:stretch>
              <a:fillRect l="15000" t="10000" r="15000" b="10000"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2">
            <a:extLst>
              <a:ext uri="{FF2B5EF4-FFF2-40B4-BE49-F238E27FC236}">
                <a16:creationId xmlns:a16="http://schemas.microsoft.com/office/drawing/2014/main" id="{C73A9B4F-BE8E-1F2A-9F64-180BEAF34370}"/>
              </a:ext>
            </a:extLst>
          </p:cNvPr>
          <p:cNvSpPr/>
          <p:nvPr/>
        </p:nvSpPr>
        <p:spPr>
          <a:xfrm>
            <a:off x="508000" y="3683000"/>
            <a:ext cx="5080000" cy="2540000"/>
          </a:xfrm>
          <a:prstGeom prst="rect">
            <a:avLst/>
          </a:prstGeom>
          <a:blipFill>
            <a:blip r:embed="rId2"/>
            <a:stretch>
              <a:fillRect l="-5000" t="0" r="-40000" b="0"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FR3">
            <a:extLst>
              <a:ext uri="{FF2B5EF4-FFF2-40B4-BE49-F238E27FC236}">
                <a16:creationId xmlns:a16="http://schemas.microsoft.com/office/drawing/2014/main" id="{5AE0074C-E266-C680-C6FC-9978F88263C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25000" t="-25000" r="0" b="0"/>
          </a:stretch>
        </p:blipFill>
        <p:spPr>
          <a:xfrm>
            <a:off x="6350000" y="3683000"/>
            <a:ext cx="508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4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2026-10-15T12:31:57Z</dcterms:created>
  <dcterms:modified xsi:type="dcterms:W3CDTF">2026-10-15T12:31:57Z</dcterms:modified>
</cp:coreProperties>
</file>