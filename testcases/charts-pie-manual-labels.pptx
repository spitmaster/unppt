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3636363636363636"/>
          <c:y val="0.21"/>
          <c:w val="0.54545454545454541"/>
          <c:h val="0.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3F-465D-A863-0CC11E42D6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甲乙</c:v>
                </c:pt>
                <c:pt idx="1">
                  <c:v>丙丁</c:v>
                </c:pt>
                <c:pt idx="2">
                  <c:v>戊己</c:v>
                </c:pt>
                <c:pt idx="3">
                  <c:v>庚辛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8A-4118-937F-68FD3DF627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F1F0B-84C1-7608-C841-578B26DB3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A7728C-AB97-59C5-BB3D-3F823FA73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D205C0-1102-0DE4-F3D7-6E7C136CB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175608-D204-4886-EB2B-2F5E0A9C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E2D056-37A1-39CC-9314-1FD6BB73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153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EA14FD-5723-DC37-2772-E8D67CBB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1A7162-EB98-004D-7708-503395CA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F61FD2-EC49-91CA-A193-8C717BFDC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3AA310-C024-F2D4-8050-B9FE0DDE0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F752-6552-3DFD-418E-C5B0FC7D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38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6EFE3-3ED6-1635-2B5D-30DA0207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EBA737-BE7C-AE67-2C45-9505B3DD1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EA473-431D-FEF1-93AD-5B25C9DD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FF88D-0D1C-00C3-0C57-1207C9618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936A28-B460-2EFA-BCA4-813A9368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26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40BEE-3E3C-4A40-3B04-99B4F84D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B1CFFA-772A-A0DF-B467-5F222EE31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006699-234C-C5FD-7144-B8E7DB27C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FF9E23-CBF6-7301-01ED-981C5032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A7938C-EBAA-7AC7-CC97-D01D0A949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1D4A99-684A-8D74-4A5C-8C7BAAE56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854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0E284-E6A6-2464-827A-E02CB3CED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3F68C8-7FE2-15EA-EA22-CED0A3D1A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9974BE-05CD-FC60-7C12-70D32A9BD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247DBD-C73B-E902-38CE-DD7785BA7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52A74D7-536D-C09F-8946-8FE0CEF9F0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651E259-584F-2493-E874-1290B6E98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8AE92B-D7DB-EDDA-1AB1-653E3AFE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354642-11EE-24E3-3D68-9371418E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495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5C110D-6AA5-5EC8-69F4-D917DE52E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E85700-FC51-A696-F583-714FA903C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07878E-9E21-EE05-C9DC-B159A3BC6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49C2610-D865-893E-FB91-39A722181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0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E767DA-556F-B9C1-42CB-6D7463C6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E208903-C1CD-4493-7661-C808F73F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B585C5-A0D2-75BF-F7E3-EC0CE8A28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893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14F7C-15E6-7766-4428-210B6740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4B0486-60EF-9FA3-4512-C27EF371A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B24410-AB44-803A-D5E8-5605DAAEE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D28FEF-0A65-8E00-99C4-BDF3E93CE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36EEBB-812B-E257-3B06-3ED624F2A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4170BA-4AA1-1B5C-072D-A49C0BD8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92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FB7C4F-999C-93C5-A687-BC17D94BC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DAAE740-A8BB-E9B3-7C75-06A1FC6B2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E274BD-1BC7-679D-4A05-D4B852270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6D6176-4E34-9478-5628-1C4101708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275DBF-B187-DC4B-17C4-1AACB697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E925D0-9197-D39A-22ED-BF319DEF0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517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BD62AF-2B86-E7DC-04CF-C1919E12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A05642-6876-DAFA-475B-8B99A81CA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F0C830-869D-433E-9009-2DBF980E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22995-12F1-2E78-3352-1F0230F3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009114-6086-F854-7A32-407ED0C9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73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25340A-0D8A-5E87-F2CB-70E9FCCC66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216283-0CE7-11C5-9E90-C58AE8EA9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373439-F616-00CE-95C6-8C190508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F1F010-8A26-C76B-E856-B8DC78CEE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A0F1B1-0E89-D0FD-8CF9-0E9A867A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719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105DCF-A056-9664-C5DE-D8CADD52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15D819-B6A8-9DC1-7035-37687761C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B3AD9B-712D-9F05-10CD-DF6C6E3A6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26357-50F6-4717-9835-B3313C657F2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77285-8023-969E-8F62-08826B1428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7B83D-8235-00C7-3C35-210A87E0A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7B7CA-F6F8-49A4-A662-255B1BE727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52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FC1B12C7-CDF9-F5E9-686D-9D32A8DC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523458"/>
              </p:ext>
            </p:extLst>
          </p:nvPr>
        </p:nvGraphicFramePr>
        <p:xfrm>
          <a:off x="127000" y="508000"/>
          <a:ext cx="5588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A5D7A8BB-1C50-24C8-57E8-EF5C84083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681965"/>
              </p:ext>
            </p:extLst>
          </p:nvPr>
        </p:nvGraphicFramePr>
        <p:xfrm>
          <a:off x="6096000" y="508000"/>
          <a:ext cx="5588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73187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2026-10-19T03:45:06Z</dcterms:created>
  <dcterms:modified xsi:type="dcterms:W3CDTF">2026-10-19T03:45:06Z</dcterms:modified>
</cp:coreProperties>
</file>