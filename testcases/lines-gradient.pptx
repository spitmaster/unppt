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5D3FC-0F1D-E1EA-56E4-7D802F29F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169428-C285-7E6E-319B-5F328A41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E4C9B-205D-4787-431F-E98F0115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1DA328-A27F-D334-7C2C-01DF0A04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5C609C-9BBA-025A-B963-FD550FE4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17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EABBE-F91F-F61A-D692-C77F13CE9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A005CA-2279-D46D-BF94-7DA1A3FD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271B88-2A8F-F41A-4393-EB20BEAAC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93BDA-A392-99A1-8EC2-73C8301F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AFD73-9531-3F33-3983-6CCD56C0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30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F2894-778D-D63B-83B5-26D80B6A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AFA6B7-6304-D02A-00F0-DBDC154B5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D6168D-2BD8-9FB6-BF24-ED476112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F6D70-C26C-1824-E3BC-AEB9D1F2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218B9F-A360-DE4A-F813-DBFE51CF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8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D9346-3080-28A7-DC54-479DFCEE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C34AA-56BE-E703-EE10-97E784485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B342ED-745B-F5DF-5A82-8AC508188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F4766E-0B94-08D8-0E18-B3991CDD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E59DED-D555-1FE4-B822-98171DBE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395C6D-5401-68F8-845D-90A6B3A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32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7ED4B-48C7-090D-B6C0-A86252C8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93E07E-80D1-6E33-2F67-656A973B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A8A12D-7CFE-36C8-02F9-A22CD8213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7816B1-4C21-70E3-D29A-7B3D40F62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7025FC-4BB2-FC0B-7A6D-FF179769C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7ADF4D-B633-4484-839C-6965F17C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120CF0-D527-C417-505C-E1B1BE2E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5635BA-3415-28B9-7408-FF98A1E7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52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73021-D745-35E7-FF83-75D6739C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0597AA-0A31-18D8-4196-9EED012F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54A90E-A301-2DF8-DF08-B7347F03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EC3AF-07B7-409D-6BA8-5F1D1EF2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404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B6C463-CC9A-E0C9-DF30-502072011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BACC26-4945-CD02-8BDF-3781B5E1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56AFA2-9DEF-DDD0-1699-89263D8E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E3141-2509-C105-3B7B-C1138A2A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CA8B59-1649-E56A-EF61-072D78A2C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43174B-8E6F-6399-935F-AAF40CE03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C01B8-C994-EAD4-17C3-829168A4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855EC5-2B75-85EA-7F73-A36ACF21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C9110-798B-349B-FF00-EE70F163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67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FB04C-699E-59C2-41D6-4E331EB9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BE3C01-58F3-B52E-D8AB-DA2B26C72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C572F6-9E83-2889-6AA9-2738F5F17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92DC8F-35E4-87DB-7C74-66684C82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66294F-75DF-6B69-CC4F-C33E8E680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D9D27C-D64F-57F1-F8D6-72174C2E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02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4CEE6-5895-23BA-63CE-5819FCF2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129393-DF24-86DA-5405-33019E9E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3A4F45-E647-1A37-C9EA-CBB89464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B74614-6CFE-900D-8B52-666D80C2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9D406C-E693-2239-ACF8-E248705E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57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405257-ABF5-B39B-4F50-C84AB8F37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685C7D-67D2-7C85-FBC0-237CBB691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66867F-5A6F-6EFA-3E2A-AB7D0E4A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F5E4BB-36E0-F73C-6DBF-1367D2F4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4F1B5-47A4-D702-83E0-686D6BF6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68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C8521E-9C7E-889D-327E-72E35EFB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2AFD38-6BCD-5433-E2EB-43BE0A978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DE68D-370B-AB76-9B66-90CCF2357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1D109-8152-4BD9-A5D4-E5A2FF94E751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A87F56-50F3-5D53-CC28-FE72107C4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F485E-6588-5EB1-62A4-15A230B86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C72F2-F980-4957-9A0E-6E99667791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2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80F030-5BCE-77DB-4EAA-BED04138927D}"/>
              </a:ext>
            </a:extLst>
          </p:cNvPr>
          <p:cNvSpPr/>
          <p:nvPr/>
        </p:nvSpPr>
        <p:spPr>
          <a:xfrm>
            <a:off x="762000" y="762000"/>
            <a:ext cx="3302000" cy="2286000"/>
          </a:xfrm>
          <a:prstGeom prst="rect">
            <a:avLst/>
          </a:prstGeom>
          <a:solidFill>
            <a:srgbClr val="F2F2F2"/>
          </a:solidFill>
          <a:ln w="127000">
            <a:gradFill>
              <a:gsLst>
                <a:gs pos="0">
                  <a:srgbClr val="FF0000"/>
                </a:gs>
                <a:gs pos="100000">
                  <a:srgbClr val="0070C0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82A4F4E-B341-AA8C-2548-DAC5E5408D7D}"/>
              </a:ext>
            </a:extLst>
          </p:cNvPr>
          <p:cNvSpPr/>
          <p:nvPr/>
        </p:nvSpPr>
        <p:spPr>
          <a:xfrm>
            <a:off x="4826000" y="762000"/>
            <a:ext cx="3302000" cy="2286000"/>
          </a:xfrm>
          <a:prstGeom prst="ellipse">
            <a:avLst/>
          </a:prstGeom>
          <a:solidFill>
            <a:srgbClr val="F2F2F2"/>
          </a:solidFill>
          <a:ln w="127000">
            <a:gradFill>
              <a:gsLst>
                <a:gs pos="0">
                  <a:srgbClr val="FFC000"/>
                </a:gs>
                <a:gs pos="50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19257BB-97AF-698E-4E3B-1A2BBD9BDE8E}"/>
              </a:ext>
            </a:extLst>
          </p:cNvPr>
          <p:cNvSpPr/>
          <p:nvPr/>
        </p:nvSpPr>
        <p:spPr>
          <a:xfrm>
            <a:off x="8890000" y="762000"/>
            <a:ext cx="2540000" cy="2286000"/>
          </a:xfrm>
          <a:prstGeom prst="roundRect">
            <a:avLst/>
          </a:prstGeom>
          <a:solidFill>
            <a:srgbClr val="F2F2F2"/>
          </a:solidFill>
          <a:ln w="127000">
            <a:gradFill>
              <a:gsLst>
                <a:gs pos="0">
                  <a:srgbClr val="002060"/>
                </a:gs>
                <a:gs pos="100000">
                  <a:srgbClr val="00B0F0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266ABD1-6B17-DCE4-3E7B-3E93DB4B45ED}"/>
              </a:ext>
            </a:extLst>
          </p:cNvPr>
          <p:cNvCxnSpPr/>
          <p:nvPr/>
        </p:nvCxnSpPr>
        <p:spPr>
          <a:xfrm>
            <a:off x="1016000" y="5080000"/>
            <a:ext cx="10160000" cy="0"/>
          </a:xfrm>
          <a:prstGeom prst="line">
            <a:avLst/>
          </a:prstGeom>
          <a:ln w="177800">
            <a:gradFill>
              <a:gsLst>
                <a:gs pos="0">
                  <a:srgbClr val="C00000"/>
                </a:gs>
                <a:gs pos="100000">
                  <a:srgbClr val="FFC000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852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2026-10-13T07:37:19Z</dcterms:created>
  <dcterms:modified xsi:type="dcterms:W3CDTF">2026-10-13T07:37:19Z</dcterms:modified>
</cp:coreProperties>
</file>