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9D337-69D3-75D1-6062-1245A7BFD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AEE442-199C-C963-28CE-9CA16219C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B17F3-2122-5977-06FC-E03EA432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05DAF-2491-B09B-565E-8ACADCD8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213C43-436E-6FEF-4462-BE3F3AF4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5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DEBB4-3E68-838F-345A-8C3B3457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44B44-062B-5203-7A53-19681603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AA78C-D958-1BB1-EA12-30860797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44A0A8-F715-D716-5F45-B521C0AD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471AE-EFA2-D256-6798-5E4B52A7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68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2689D-D012-D0FF-90E3-FDA38D63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26C658-6216-B976-4A91-461B4F033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2E458-EC22-F647-B769-65D642DC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7D5EE-6738-56CA-B90A-2AC98D39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5B49C-3F99-603B-11B9-4C077895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37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7966C-ACEF-4D20-D68C-155757CC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C7694-4131-DFD0-4DDC-CD6B30254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10104E-4CD4-A332-F1E8-47446880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415585-A264-82BA-51F7-0E870FBC5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6B1E7D-1F62-79F0-4AE9-D9715E3F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76155B-D8D9-B888-152C-4D3C232D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1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FBAAA-20C6-B3A7-C7CB-3104BC19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CA54F-80C3-DE0B-78D5-7F13B120F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A93A06-8A24-7131-A14C-A6484EC4E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26C694-80DA-D4F8-3023-41EBDE01B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1238AA-8E31-C2FE-57D9-0C6DA2356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044A02-FA24-42C8-C75A-396A6B3D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DD4C14-CB07-737B-AED8-0E0138AC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C936CF-D496-34A9-FE7B-C14FAA2A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3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863BF-46FB-105F-B7B4-6959A600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AFF22B-E36C-86F7-277C-8DB2686C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86B183-8215-9D7B-B3A2-C6B59BA4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008C7B-1ABF-B067-EF50-33B895E6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60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8A9015-3E34-B6B7-03A1-5180FA50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79DB76-6ECB-8AB6-706B-20C8CFB0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B990A8-FBCB-B6B7-19A5-DE3CFEF3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45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1DBD4-E79D-522B-AB37-ED6A17E45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E2C57-BDB3-60C7-620F-95084DF7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CC3CC9-9ADD-56D8-3530-13083B075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EF656F-4EF0-ED63-7100-2FD8B57E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1B5A80-B388-DCCB-D929-F91DFA6F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3A5B5A-C3E5-3D7A-EE87-5A4F3A80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5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C995E-305C-FAEA-7C66-B49C8DFE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2AFD84-5444-8094-8223-619EF9DD4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B4AB74-C6B0-B3AD-E740-F97F88DF3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DE182A-C775-81DB-D2C9-E9465349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5D5CB-26F9-E5C5-4A1D-423CD6F1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49EF31-A994-AA95-7311-360E731A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75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2A755-73FF-F519-51AF-7DDACA77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C377D3-475A-2071-0D73-4F49AE1F8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CFA2F0-BE6E-1397-F76F-383A429A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8D51F8-3034-4EB5-5862-9CDBD50B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8AD6D-9C38-109A-6B67-E63BCC48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54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5EC164-006A-4FE6-4D7E-8CC8D7F71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577283-37BC-53D3-F8B8-B23D4AD1B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78E0F-DED1-FBE0-336B-2835964F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9BBB3C-BF71-81A4-D1F5-5740CC43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88F5E-D64B-B60E-C03C-B50E6455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78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F9ADF6-0ECA-D836-3E95-E271BCAC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F89952-AFD0-01AB-0302-7AFD486F8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A0974-E57E-9D22-88E6-4CA8C0C08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9A1C9-F520-425E-A33F-BAA41F3D939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3D47A-AC39-869D-C62C-789D26BB3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8BD67-A50D-2FFD-53DE-5AC7CA0CA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566FF-2373-48EA-9B8D-F2EA9A40DA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8557D2-A310-353E-3065-EBA50695F926}"/>
              </a:ext>
            </a:extLst>
          </p:cNvPr>
          <p:cNvSpPr txBox="1"/>
          <p:nvPr userDrawn="1"/>
        </p:nvSpPr>
        <p:spPr>
          <a:xfrm>
            <a:off x="7620000" y="254000"/>
            <a:ext cx="381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/>
              <a:t>第 </a:t>
            </a:r>
            <a:fld id="{FDE4F36F-8C6D-40BA-80DA-F8F2FF1DB69C}" type="slidenum">
              <a:rPr lang="zh-CN" altLang="en-US" sz="2800" smtClean="0"/>
              <a:t>‹#›</a:t>
            </a:fld>
            <a:r>
              <a:rPr lang="zh-CN" altLang="en-US" sz="2800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74021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9EE885-0396-2A7B-435F-EB10D6E6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358781-807D-316F-A36C-762AEE7C6127}"/>
              </a:ext>
            </a:extLst>
          </p:cNvPr>
          <p:cNvSpPr txBox="1"/>
          <p:nvPr/>
        </p:nvSpPr>
        <p:spPr>
          <a:xfrm>
            <a:off x="1016000" y="2794000"/>
            <a:ext cx="762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页码字段 </a:t>
            </a:r>
            <a:r>
              <a:rPr lang="en-US" altLang="zh-CN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3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90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7D3838-9387-29DF-A3BB-4AF0CC5A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36C6F-0AE5-9EC6-0153-FF0127CC521E}"/>
              </a:ext>
            </a:extLst>
          </p:cNvPr>
          <p:cNvSpPr txBox="1"/>
          <p:nvPr/>
        </p:nvSpPr>
        <p:spPr>
          <a:xfrm>
            <a:off x="1016000" y="2794000"/>
            <a:ext cx="762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页码字段 </a:t>
            </a:r>
            <a:r>
              <a:rPr lang="en-US" altLang="zh-CN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3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94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4F5CE3-6107-B966-1A9A-3DA8BAEE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66FF-2373-48EA-9B8D-F2EA9A40DAA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1281E6-DD22-6E2C-6481-BB36877B67F0}"/>
              </a:ext>
            </a:extLst>
          </p:cNvPr>
          <p:cNvSpPr txBox="1"/>
          <p:nvPr/>
        </p:nvSpPr>
        <p:spPr>
          <a:xfrm>
            <a:off x="1016000" y="2794000"/>
            <a:ext cx="762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页码字段 </a:t>
            </a:r>
            <a:r>
              <a:rPr lang="en-US" altLang="zh-CN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3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560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2026-10-15T12:38:05Z</dcterms:created>
  <dcterms:modified xsi:type="dcterms:W3CDTF">2026-10-15T12:38:05Z</dcterms:modified>
</cp:coreProperties>
</file>