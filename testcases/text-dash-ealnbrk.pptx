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534ED-488E-C280-23FA-AB1541108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27F6BB-35C9-8BC8-74A2-DAD97365D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4B8AC1-9468-716F-A136-72D591D0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9BF81-636B-66B6-3C15-845EE60F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49979-8918-EAEA-C8AC-5A8F967C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21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C4302-61D1-4EF1-A88A-57D72806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CC4EA-821A-CDA3-34CC-22DDFFF0B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E19575-3A01-0DAC-5482-FC3B04AD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EA558D-0626-79CC-E327-8D0FEDA9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5E7D3-47C8-62AD-75EF-4A0FC9E3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3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44095-7D77-7C24-8C6F-1E36C561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3C65A8-630A-910E-9E0C-1F91608E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4BB60-9ED8-30EA-6B30-4FBDCA90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48AB7C-96AA-8699-ACCC-46C86168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6B918-6897-95FD-F648-0ED95706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08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FD916-63B3-4D8C-092C-5779621B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98F48-988D-4213-A67D-3A26F819F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CAA50A-D4C7-3DD2-87BE-29F937900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7893DD-3B6F-5256-FCBB-57225F50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C412F7-844D-5C5A-CA92-5AFCBF6C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B6613-B607-0CF4-1774-EF437B43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15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8C7F6-1C31-0832-FC9E-D6300C08E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37ACC0-5DCE-E24C-87B5-5E65EC051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7785EF-BA64-391C-DE1B-44AF51B6F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0ECAAD-3911-3689-0D3C-54D4D304B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759DDA-C497-C07D-F666-69E38581B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6DE82C-6EBB-7274-A80A-B5BC935A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0EC999-D52C-FE41-2FE8-932F8411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404DB7-8549-C046-00C6-614345ED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49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537EF-BCC7-7538-B48C-E3A0A83F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0D4618-907F-1D8F-8D67-5738993C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C509CE-452C-ADDA-B308-4E64BB59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53CE01-6A49-8F24-AA56-4B5D0C90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96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C86583-C438-EFAE-3724-B712E92C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02B6E2-5EBD-BAD9-5DCC-FCB91183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20E478-F2A2-7172-7F74-B88570A9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39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1A34D-F12F-17C1-3FAE-880FDAC5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0E995-7EE9-2805-0D4D-26E74DDE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19BBB-6BDF-28F8-9366-40EB1DA55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F0FCF5-8122-CF5A-3EBC-EA6E239D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690F56-1B14-66AC-FE45-B15B3995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A7831D-D090-45AA-CE6D-B2D7A0B6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77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64512-C09D-6E39-01B7-AF1CB8C4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BA590D-2857-37D5-CF03-DEA382AFD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54C6FC-1506-5DFE-F9C4-A1A7A1A5F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C2AC96-1C1F-2BAF-1291-D5C8975C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2FF4F5-4736-5A91-992D-24CDEE87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BFCBEB-E66C-075F-47E4-41013E77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20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751FF-B706-DB96-E7F2-A4E63A45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A5F7CA-32DC-4C1A-6F61-BCB9982E4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737AD-B8D8-462D-9F77-A2B58E2C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16C7F4-6539-B644-6755-707CB86D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C39A6-A799-371A-BE69-C4C1B66F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3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353486-B8D1-22D8-F386-FA1678A03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D8BC84-9C1C-CA52-5B5B-0B09F932C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7B202-8477-86F8-D7E0-09689625C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0B8D1-DC04-6A75-AE58-07605E85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7CC49-6880-AF5B-DA4B-B05ECE71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35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A115BE-B597-41B2-6623-26E982B5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F16685-D844-D2B9-4195-632D49C53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78C49-C505-84D3-B10B-603A1603C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F0B43-E23B-4DCF-839C-2B9B69A6D38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B36043-77FB-2985-7F81-543AAB994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A27B7-A972-4ECF-CBE6-FA8A3369C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6751F-4EFC-4B92-B599-AF5DFFC15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56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 ea=0 hang=0 latin=- lang=zh">
            <a:extLst>
              <a:ext uri="{FF2B5EF4-FFF2-40B4-BE49-F238E27FC236}">
                <a16:creationId xmlns:a16="http://schemas.microsoft.com/office/drawing/2014/main" id="{6E709E3B-DB24-7ACD-7F50-5F611B599744}"/>
              </a:ext>
            </a:extLst>
          </p:cNvPr>
          <p:cNvSpPr txBox="1"/>
          <p:nvPr/>
        </p:nvSpPr>
        <p:spPr>
          <a:xfrm>
            <a:off x="254000" y="253999"/>
            <a:ext cx="3054350" cy="1270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一二三四五六七八（九十）。</a:t>
            </a:r>
          </a:p>
        </p:txBody>
      </p:sp>
      <p:sp>
        <p:nvSpPr>
          <p:cNvPr id="3" name="LB ea=0 hang=0 latin=- lang=en">
            <a:extLst>
              <a:ext uri="{FF2B5EF4-FFF2-40B4-BE49-F238E27FC236}">
                <a16:creationId xmlns:a16="http://schemas.microsoft.com/office/drawing/2014/main" id="{FEBAF57A-048D-C7E7-8160-2EA4D77D581D}"/>
              </a:ext>
            </a:extLst>
          </p:cNvPr>
          <p:cNvSpPr txBox="1"/>
          <p:nvPr/>
        </p:nvSpPr>
        <p:spPr>
          <a:xfrm>
            <a:off x="254000" y="1777999"/>
            <a:ext cx="3054350" cy="1270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一二三四五六七八（九十）。</a:t>
            </a:r>
          </a:p>
        </p:txBody>
      </p:sp>
      <p:sp>
        <p:nvSpPr>
          <p:cNvPr id="4" name="LB ea=0 hang=0 latin=- lang=zh">
            <a:extLst>
              <a:ext uri="{FF2B5EF4-FFF2-40B4-BE49-F238E27FC236}">
                <a16:creationId xmlns:a16="http://schemas.microsoft.com/office/drawing/2014/main" id="{AABA82C3-3F2A-A584-F8D0-02304B136C5F}"/>
              </a:ext>
            </a:extLst>
          </p:cNvPr>
          <p:cNvSpPr txBox="1"/>
          <p:nvPr/>
        </p:nvSpPr>
        <p:spPr>
          <a:xfrm>
            <a:off x="254000" y="3301999"/>
            <a:ext cx="3054350" cy="1270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 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一二三四五六七（八九）。</a:t>
            </a:r>
          </a:p>
        </p:txBody>
      </p:sp>
      <p:sp>
        <p:nvSpPr>
          <p:cNvPr id="5" name="LB ea=0 hang=0 latin=- lang=all-en">
            <a:extLst>
              <a:ext uri="{FF2B5EF4-FFF2-40B4-BE49-F238E27FC236}">
                <a16:creationId xmlns:a16="http://schemas.microsoft.com/office/drawing/2014/main" id="{9ADDBCC5-CEC7-5994-C8D4-59A896B59622}"/>
              </a:ext>
            </a:extLst>
          </p:cNvPr>
          <p:cNvSpPr txBox="1"/>
          <p:nvPr/>
        </p:nvSpPr>
        <p:spPr>
          <a:xfrm>
            <a:off x="254000" y="4825999"/>
            <a:ext cx="1219200" cy="1524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en-US" altLang="zh-CN" sz="2000">
                <a:latin typeface="Arial" panose="020B0604020202020204" pitchFamily="34" charset="0"/>
              </a:rPr>
              <a:t>word word —— word word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6" name="LB ea=1 hang=0 latin=- lang=zh">
            <a:extLst>
              <a:ext uri="{FF2B5EF4-FFF2-40B4-BE49-F238E27FC236}">
                <a16:creationId xmlns:a16="http://schemas.microsoft.com/office/drawing/2014/main" id="{05608524-57E0-F505-A11E-4FEBB439D851}"/>
              </a:ext>
            </a:extLst>
          </p:cNvPr>
          <p:cNvSpPr txBox="1"/>
          <p:nvPr/>
        </p:nvSpPr>
        <p:spPr>
          <a:xfrm>
            <a:off x="6223000" y="253999"/>
            <a:ext cx="3054350" cy="1270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1" hangingPunct="0"/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一二三四五六七八（九十）。</a:t>
            </a:r>
          </a:p>
        </p:txBody>
      </p:sp>
      <p:sp>
        <p:nvSpPr>
          <p:cNvPr id="7" name="LB ea=1 hang=0 latin=- lang=en">
            <a:extLst>
              <a:ext uri="{FF2B5EF4-FFF2-40B4-BE49-F238E27FC236}">
                <a16:creationId xmlns:a16="http://schemas.microsoft.com/office/drawing/2014/main" id="{A56C97EE-6258-CAFA-93F3-AA605F831A6B}"/>
              </a:ext>
            </a:extLst>
          </p:cNvPr>
          <p:cNvSpPr txBox="1"/>
          <p:nvPr/>
        </p:nvSpPr>
        <p:spPr>
          <a:xfrm>
            <a:off x="6223000" y="1777999"/>
            <a:ext cx="3054350" cy="1270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1" hangingPunct="0"/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一二三四五六七八（九十）。</a:t>
            </a:r>
          </a:p>
        </p:txBody>
      </p:sp>
      <p:sp>
        <p:nvSpPr>
          <p:cNvPr id="8" name="LB ea=1 hang=0 latin=- lang=zh">
            <a:extLst>
              <a:ext uri="{FF2B5EF4-FFF2-40B4-BE49-F238E27FC236}">
                <a16:creationId xmlns:a16="http://schemas.microsoft.com/office/drawing/2014/main" id="{1C1CB53E-2F77-5855-E59E-C00D080FF6AE}"/>
              </a:ext>
            </a:extLst>
          </p:cNvPr>
          <p:cNvSpPr txBox="1"/>
          <p:nvPr/>
        </p:nvSpPr>
        <p:spPr>
          <a:xfrm>
            <a:off x="6223000" y="3301999"/>
            <a:ext cx="3054350" cy="1270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1" hangingPunct="0"/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 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一二三四五六七（八九）。</a:t>
            </a:r>
          </a:p>
        </p:txBody>
      </p:sp>
      <p:sp>
        <p:nvSpPr>
          <p:cNvPr id="9" name="LB ea=1 hang=0 latin=- lang=all-en">
            <a:extLst>
              <a:ext uri="{FF2B5EF4-FFF2-40B4-BE49-F238E27FC236}">
                <a16:creationId xmlns:a16="http://schemas.microsoft.com/office/drawing/2014/main" id="{3E6DF29D-5B56-14A4-9054-E419FFF78DB0}"/>
              </a:ext>
            </a:extLst>
          </p:cNvPr>
          <p:cNvSpPr txBox="1"/>
          <p:nvPr/>
        </p:nvSpPr>
        <p:spPr>
          <a:xfrm>
            <a:off x="6223000" y="4825999"/>
            <a:ext cx="1219200" cy="1524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1" hangingPunct="0"/>
            <a:r>
              <a:rPr lang="en-US" altLang="zh-CN" sz="2000">
                <a:latin typeface="Arial" panose="020B0604020202020204" pitchFamily="34" charset="0"/>
              </a:rPr>
              <a:t>word word —— word word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89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2026-10-26T02:51:53Z</dcterms:created>
  <dcterms:modified xsi:type="dcterms:W3CDTF">2026-10-26T02:51:53Z</dcterms:modified>
</cp:coreProperties>
</file>