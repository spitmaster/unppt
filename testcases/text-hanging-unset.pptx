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61CB9-5F48-5D95-47D3-59F34826E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03A15C-F497-7C92-044B-49084B3B8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1AE64-B5B4-576F-0A4C-28ADA84D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F4B5C-FC05-B514-CCB5-5BBFD7DE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394C2-4C86-6A1D-2929-AA57C322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976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AF13D-391E-8862-5025-8D50C3C0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F8738-4C7D-A203-3FD9-6DB6E51C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14310-39C0-9063-CCEC-DD0B51A9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F22F4-13E3-9884-2BBF-8DCED0BB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56618-D1F4-0789-682E-C0807CDF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79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156D3-2C6C-3880-AB6E-101EF1F6D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7DA708-C768-DB91-4310-3F3499D25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B435A5-C04E-749A-6CA1-EAD99863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4DB9C5-61D9-30C6-E4EA-CF2535F1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3FF4-047B-C4E5-5BF8-11DFFA53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0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DDDC8-9CE6-6CA3-7612-E9EDA08A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37EC2-6C0D-6E74-BF6D-8EC4BE48A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4B31F4-EB9C-057E-9DF3-21A0A433F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23C310-FFEE-B567-4729-1292A73E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C5FE2-A1DA-9B15-57AD-2BDA1370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72E70A-4B2B-2D7B-F783-178FBA80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C9450-91C7-AC0B-D7CB-B04FEFB02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60C78-630B-E459-8FEE-62C3D3DF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737AE2-42DE-F76A-643E-BAC475C39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F38ADC-5048-D217-F390-6B93C423D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0A05C1-8C0C-E6F5-4EA9-E79CF7E09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F6160A-9E54-C7A5-2684-0AF89958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9A9012-BABC-1922-DE1B-EE3F5401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AA1E53-337B-AA0B-3D55-054E1273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7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A5CA8-D32C-87A2-EBCD-92660AF0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CA5DC7-0B7B-D31C-9BAE-0C50C0C0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48B282-4ACC-C886-CBD4-EB47B4FD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43A8F9-2892-6575-98BF-E86D775D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08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861DF5-CDD2-1443-B022-5087685E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BBA8F2-C46B-C00F-7A67-7F056360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1B9E5E-1FEB-92CA-B0B2-2FD76F25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04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69B6F-5419-7E8A-0427-0505ECE8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1E044-AF43-3EEF-6F0E-146BE54D7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5B36E5-E2F9-1358-92EC-1634E11E3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0CC40B-6A2C-FCB4-15B6-60D0DB73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E77606-0DF5-9847-E310-C2BFE5B7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6439ED-FBA9-4449-6FB7-5C8A9529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10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BB22A-C6DC-498A-4B0B-15175C36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86C9BA-B105-C952-1F6D-BC001F5F3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B8F255-B8E7-CC9F-6807-AEE7E2976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6A0F7F-F337-9F41-2161-7B21D796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35B1E-036A-DF3F-0448-44CCF4E3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87AC36-7F85-38AB-0B52-91571C0B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71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ECB6D-8C9A-D9D3-1B66-0E1995D3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CA9EC0-22D7-A76D-CDB6-3F3156290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8C396-2A15-C5B9-59FB-11715FD7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6A9E3-4DFF-694D-A68F-F1C232C1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41247-0348-E933-6318-4B3FF4CF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9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4F0E4B-6019-32DA-5F59-2ED314E38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CDD31E-39AA-6CDB-AC35-3808EFB60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09E23-B1E6-E653-2BD5-B1B40973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CF756-EEB7-24E4-ECDA-ADD47BFA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DFA7F-D869-307B-D263-D96D368C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4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AEAD7B-C7D0-0CF5-4230-AA8AA2ED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7340E-9E3B-FB12-766C-7B0C0B815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6D42F-E108-206F-C4D6-E61015F23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62D4C-36B3-483C-BC77-7B992A0D76B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2F9AF-B0B9-A62C-C45F-8B318AB9F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481EB-FDA1-6227-E4FA-4CCA6D4CC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47A60-DF9B-403B-A172-51AC6FFC6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14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94F64-3A19-9FB6-532B-28A4AB56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54000"/>
            <a:ext cx="3282950" cy="5080000"/>
          </a:xfrm>
        </p:spPr>
        <p:txBody>
          <a:bodyPr lIns="0" rIns="0">
            <a:normAutofit/>
          </a:bodyPr>
          <a:lstStyle/>
          <a:p>
            <a:pPr marL="0" indent="0">
              <a:buNone/>
            </a:pPr>
            <a:r>
              <a:rPr lang="zh-CN" altLang="en-US" sz="2400">
                <a:latin typeface="Microsoft YaHei" panose="020B0503020204020204" pitchFamily="34" charset="-122"/>
              </a:rPr>
              <a:t>一二三四五六七八九十，后续</a:t>
            </a:r>
          </a:p>
          <a:p>
            <a:pPr marL="0" indent="0">
              <a:buNone/>
            </a:pPr>
            <a:r>
              <a:rPr lang="zh-CN" altLang="en-US" sz="2400">
                <a:latin typeface="Microsoft YaHei" panose="020B0503020204020204" pitchFamily="34" charset="-122"/>
              </a:rPr>
              <a:t>一二三四五六七八九十。后续</a:t>
            </a:r>
          </a:p>
          <a:p>
            <a:pPr marL="0" indent="0">
              <a:buNone/>
            </a:pPr>
            <a:r>
              <a:rPr lang="zh-CN" altLang="en-US" sz="2400">
                <a:latin typeface="Microsoft YaHei" panose="020B0503020204020204" pitchFamily="34" charset="-122"/>
              </a:rPr>
              <a:t>一二三四五六七八九十；后续</a:t>
            </a:r>
          </a:p>
          <a:p>
            <a:pPr marL="0" indent="0">
              <a:buNone/>
            </a:pPr>
            <a:r>
              <a:rPr lang="zh-CN" altLang="en-US" sz="2400">
                <a:latin typeface="Microsoft YaHei" panose="020B0503020204020204" pitchFamily="34" charset="-122"/>
              </a:rPr>
              <a:t>一二三四五六七八九十）后续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0BFF70-C12A-C315-5A33-4A864440392C}"/>
              </a:ext>
            </a:extLst>
          </p:cNvPr>
          <p:cNvSpPr txBox="1"/>
          <p:nvPr/>
        </p:nvSpPr>
        <p:spPr>
          <a:xfrm>
            <a:off x="254000" y="254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</a:rPr>
              <a:t>一二三四五六七八九十，后续文字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428B1-7663-8F38-EFA4-BF2170971A16}"/>
              </a:ext>
            </a:extLst>
          </p:cNvPr>
          <p:cNvSpPr txBox="1"/>
          <p:nvPr/>
        </p:nvSpPr>
        <p:spPr>
          <a:xfrm>
            <a:off x="254000" y="1270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</a:rPr>
              <a:t>一二三四五六七八九十。后续文字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82C758-B4F3-4DB6-FE18-94677641407E}"/>
              </a:ext>
            </a:extLst>
          </p:cNvPr>
          <p:cNvSpPr txBox="1"/>
          <p:nvPr/>
        </p:nvSpPr>
        <p:spPr>
          <a:xfrm>
            <a:off x="254000" y="2286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</a:rPr>
              <a:t>一二三四五六七八九十；后续文字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B4297A-955A-73DF-16DB-2B3A7F4CD09C}"/>
              </a:ext>
            </a:extLst>
          </p:cNvPr>
          <p:cNvSpPr txBox="1"/>
          <p:nvPr/>
        </p:nvSpPr>
        <p:spPr>
          <a:xfrm>
            <a:off x="254000" y="3302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</a:rPr>
              <a:t>一二三四五六七八九十）后续文字</a:t>
            </a:r>
          </a:p>
        </p:txBody>
      </p:sp>
    </p:spTree>
    <p:extLst>
      <p:ext uri="{BB962C8B-B14F-4D97-AF65-F5344CB8AC3E}">
        <p14:creationId xmlns:p14="http://schemas.microsoft.com/office/powerpoint/2010/main" val="235469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2026-10-17T08:20:07Z</dcterms:created>
  <dcterms:modified xsi:type="dcterms:W3CDTF">2026-10-17T08:20:07Z</dcterms:modified>
</cp:coreProperties>
</file>