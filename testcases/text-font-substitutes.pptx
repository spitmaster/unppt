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FC7249-E7B5-F9E2-5E4F-AAC7709C6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68B8E9-7315-7B0C-E125-DFF5B66E1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F28BE5-173C-2053-D1F7-607B5C25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3069E-5407-4596-8B1C-72B99C4A836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EEF8C4-A89A-CFDC-FA9B-892A61A98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692327-E0BE-00A5-C705-9D84B32FF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9C6F-E81D-4DA0-BAE0-810F8622D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3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CDAD0F-9E2D-B39E-B23F-10499D31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6937ED-DD0E-8DDF-19C1-A1AAD40C4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228381-2FA8-60B5-16B2-1F687407B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3069E-5407-4596-8B1C-72B99C4A836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8F5383-7066-6205-8402-2AF322CC9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0685D7-2C50-5980-2F8C-1B6C45965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9C6F-E81D-4DA0-BAE0-810F8622D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302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7D40C-E44E-E628-C0D4-4A35D6F1F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ADA83C-897B-0362-9272-ADD136519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5C8CF5-2C8B-1A0B-AF6B-5D91A7277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3069E-5407-4596-8B1C-72B99C4A836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C3235D-729A-0512-812A-38E4B4D2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1E57CD-EDD2-A401-C564-6193379DE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9C6F-E81D-4DA0-BAE0-810F8622D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336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B8DD3-2FFD-CB03-C721-4E2E329DD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B982D6-188D-83AC-2E67-B2078C7B54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DD5CD3-5A00-696F-888A-874B36507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D0073B-81BB-10F0-4EBD-7997858F4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3069E-5407-4596-8B1C-72B99C4A836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95C13D-64A1-3664-05BC-78F85CAC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B8CB23-4A7B-3AB1-DBDC-BC2EDFEE5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9C6F-E81D-4DA0-BAE0-810F8622D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235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C6AA1E-D1D3-FF4D-FAFB-0AD4FE929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6CBC04-11FE-0EAE-8096-E7FC4C925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B8DFAB-F776-ED48-684D-F3A8291F8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CAD290-2A7A-57B2-FDDC-5D481F30C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1D2F8C-6401-BFE8-881A-1CD7580312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8E034EE-0728-8776-1B37-A1489C2A4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3069E-5407-4596-8B1C-72B99C4A836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B5A323-EF8E-1589-1074-89B2B49D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AA78D3-0773-78FA-A981-364470F2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9C6F-E81D-4DA0-BAE0-810F8622D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704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36D2F-52AC-8F0A-FE0D-F0F23D155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AEAFF-1E7C-4AE8-80D9-FE55B628C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3069E-5407-4596-8B1C-72B99C4A836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BEFC03-E192-E508-7392-5B77DA056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226117-F689-4457-FC37-1E5F4E920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9C6F-E81D-4DA0-BAE0-810F8622D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67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135026-C9D7-7663-C546-D5D6DDDEA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3069E-5407-4596-8B1C-72B99C4A836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41864E-4E02-DD6A-ED15-DFC99F3B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6EAFAD-A0E3-3F1B-F8D2-C36DEE62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9C6F-E81D-4DA0-BAE0-810F8622D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977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15A2F-CD39-44D2-5CB0-29DABBB10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7D5500-2532-C15C-99D7-CD29CF4AE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74C70A-9F1C-51A7-25AB-B03FE896C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AFEAAE-7020-9E27-EA8E-18056C8E2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3069E-5407-4596-8B1C-72B99C4A836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7ECACB-E500-D874-A2F1-F44E5B984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C5D98F-666E-7B84-F9F0-EDAE25405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9C6F-E81D-4DA0-BAE0-810F8622D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198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DA42E-086A-7428-7866-5BEEB2AE6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CA872B-D09E-AE6D-D4B0-167AC97453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D996CF-9087-CB99-9740-559497A2A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C9A349-C433-ACCC-738E-4BE635901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3069E-5407-4596-8B1C-72B99C4A836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5CF279-7307-96BD-2B21-B5C725DAD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1B7C6C-7C4F-CE95-1348-44D2EBB2F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9C6F-E81D-4DA0-BAE0-810F8622D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766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F3C334-3D2A-E951-6303-C6CF4504E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192FB5-6371-D9AD-E5D8-5B27520C2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BF6C64-BD24-0421-5776-C2D22CC1A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3069E-5407-4596-8B1C-72B99C4A836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E78F4D-EF7B-20A5-FE65-19AFEB530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C19020-6A43-4B50-2C44-2CC5C6C1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9C6F-E81D-4DA0-BAE0-810F8622D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63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C2F861-86B2-F7D2-F94B-AE807FD4E6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C6EC92-D8FE-B08E-68D3-EC9FE4E5F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98DEE8-E0B6-204E-6606-1A0790892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3069E-5407-4596-8B1C-72B99C4A836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E666C0-5076-C32E-1DAA-B60ACFE9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2D9EBF-8978-CE59-60E2-2DF668D67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9C6F-E81D-4DA0-BAE0-810F8622D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41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0632829-F378-D27A-D4B5-E4191F2B8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3135E2-1622-C2B4-BCDF-690FF343C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1C64EB-F90B-B124-E995-51E5EF933A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03069E-5407-4596-8B1C-72B99C4A836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5EF091-9F13-4DD4-CAB0-078B954D09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246E9D-0AF0-521A-D06F-73B7B80CF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D9C6F-E81D-4DA0-BAE0-810F8622D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06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CDF2ED7-72E2-4B33-E2D0-DF7E359EC49B}"/>
              </a:ext>
            </a:extLst>
          </p:cNvPr>
          <p:cNvSpPr txBox="1"/>
          <p:nvPr/>
        </p:nvSpPr>
        <p:spPr>
          <a:xfrm>
            <a:off x="127000" y="1270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Helvetica"/>
                <a:ea typeface="Helvetica"/>
              </a:rPr>
              <a:t>汉字永和 ABCDabcd 0123 (WMQ)</a:t>
            </a:r>
          </a:p>
          <a:p>
            <a:r>
              <a:rPr lang="zh-CN" altLang="en-US" sz="2000">
                <a:latin typeface="Helvetica"/>
                <a:ea typeface="Helvetica"/>
              </a:rPr>
              <a:t>Hamburgefonstiv 测试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847279-A80B-E86D-1685-DB66861B08BF}"/>
              </a:ext>
            </a:extLst>
          </p:cNvPr>
          <p:cNvSpPr txBox="1"/>
          <p:nvPr/>
        </p:nvSpPr>
        <p:spPr>
          <a:xfrm>
            <a:off x="4127500" y="1270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Helvetica Neue"/>
                <a:ea typeface="Helvetica Neue"/>
              </a:rPr>
              <a:t>汉字永和 ABCDabcd 0123 (WMQ)</a:t>
            </a:r>
          </a:p>
          <a:p>
            <a:r>
              <a:rPr lang="zh-CN" altLang="en-US" sz="2000">
                <a:latin typeface="Helvetica Neue"/>
                <a:ea typeface="Helvetica Neue"/>
              </a:rPr>
              <a:t>Hamburgefonstiv 测试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9B2ABE-DB07-AB0D-2D83-3ACA75C3EB68}"/>
              </a:ext>
            </a:extLst>
          </p:cNvPr>
          <p:cNvSpPr txBox="1"/>
          <p:nvPr/>
        </p:nvSpPr>
        <p:spPr>
          <a:xfrm>
            <a:off x="8128000" y="1270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Times"/>
                <a:ea typeface="Times"/>
              </a:rPr>
              <a:t>汉字永和 ABCDabcd 0123 (WMQ)</a:t>
            </a:r>
          </a:p>
          <a:p>
            <a:r>
              <a:rPr lang="zh-CN" altLang="en-US" sz="2000">
                <a:latin typeface="Times"/>
                <a:ea typeface="Times"/>
              </a:rPr>
              <a:t>Hamburgefonstiv 测试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042A20-A250-DB9C-8721-9D1C72D1B323}"/>
              </a:ext>
            </a:extLst>
          </p:cNvPr>
          <p:cNvSpPr txBox="1"/>
          <p:nvPr/>
        </p:nvSpPr>
        <p:spPr>
          <a:xfrm>
            <a:off x="127000" y="14605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Tms Rmn"/>
                <a:ea typeface="Tms Rmn"/>
              </a:rPr>
              <a:t>汉字永和 ABCDabcd 0123 (WMQ)</a:t>
            </a:r>
          </a:p>
          <a:p>
            <a:r>
              <a:rPr lang="zh-CN" altLang="en-US" sz="2000">
                <a:latin typeface="Tms Rmn"/>
                <a:ea typeface="Tms Rmn"/>
              </a:rPr>
              <a:t>Hamburgefonstiv 测试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024560-C95F-9863-B715-A7034BD151BD}"/>
              </a:ext>
            </a:extLst>
          </p:cNvPr>
          <p:cNvSpPr txBox="1"/>
          <p:nvPr/>
        </p:nvSpPr>
        <p:spPr>
          <a:xfrm>
            <a:off x="4127500" y="14605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Helv"/>
                <a:ea typeface="Helv"/>
              </a:rPr>
              <a:t>汉字永和 ABCDabcd 0123 (WMQ)</a:t>
            </a:r>
          </a:p>
          <a:p>
            <a:r>
              <a:rPr lang="zh-CN" altLang="en-US" sz="2000">
                <a:latin typeface="Helv"/>
                <a:ea typeface="Helv"/>
              </a:rPr>
              <a:t>Hamburgefonstiv 测试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82ABC4-AFA7-3BBE-6B96-75591FF510AF}"/>
              </a:ext>
            </a:extLst>
          </p:cNvPr>
          <p:cNvSpPr txBox="1"/>
          <p:nvPr/>
        </p:nvSpPr>
        <p:spPr>
          <a:xfrm>
            <a:off x="8128000" y="14605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Courier"/>
                <a:ea typeface="Courier"/>
              </a:rPr>
              <a:t>汉字永和 ABCDabcd 0123 (WMQ)</a:t>
            </a:r>
          </a:p>
          <a:p>
            <a:r>
              <a:rPr lang="zh-CN" altLang="en-US" sz="2000">
                <a:latin typeface="Courier"/>
                <a:ea typeface="Courier"/>
              </a:rPr>
              <a:t>Hamburgefonstiv 测试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045F199-FAC8-C2D9-C3EE-4C5965B2556C}"/>
              </a:ext>
            </a:extLst>
          </p:cNvPr>
          <p:cNvSpPr txBox="1"/>
          <p:nvPr/>
        </p:nvSpPr>
        <p:spPr>
          <a:xfrm>
            <a:off x="127000" y="27940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楷体_GB2312"/>
                <a:ea typeface="楷体_GB2312"/>
              </a:rPr>
              <a:t>汉字永和 ABCDabcd 0123 (WMQ)</a:t>
            </a:r>
          </a:p>
          <a:p>
            <a:r>
              <a:rPr lang="zh-CN" altLang="en-US" sz="2000">
                <a:latin typeface="楷体_GB2312"/>
                <a:ea typeface="楷体_GB2312"/>
              </a:rPr>
              <a:t>Hamburgefonstiv 测试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76791B-7A00-C29E-2262-40A51DB52087}"/>
              </a:ext>
            </a:extLst>
          </p:cNvPr>
          <p:cNvSpPr txBox="1"/>
          <p:nvPr/>
        </p:nvSpPr>
        <p:spPr>
          <a:xfrm>
            <a:off x="4127500" y="27940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仿宋_GB2312"/>
                <a:ea typeface="仿宋_GB2312"/>
              </a:rPr>
              <a:t>汉字永和 ABCDabcd 0123 (WMQ)</a:t>
            </a:r>
          </a:p>
          <a:p>
            <a:r>
              <a:rPr lang="zh-CN" altLang="en-US" sz="2000">
                <a:latin typeface="仿宋_GB2312"/>
                <a:ea typeface="仿宋_GB2312"/>
              </a:rPr>
              <a:t>Hamburgefonstiv 测试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CB8BB4-751B-D7BD-53AD-34A100F6E406}"/>
              </a:ext>
            </a:extLst>
          </p:cNvPr>
          <p:cNvSpPr txBox="1"/>
          <p:nvPr/>
        </p:nvSpPr>
        <p:spPr>
          <a:xfrm>
            <a:off x="8128000" y="27940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KaiTi_GB2312"/>
                <a:ea typeface="KaiTi_GB2312"/>
              </a:rPr>
              <a:t>汉字永和 ABCDabcd 0123 (WMQ)</a:t>
            </a:r>
          </a:p>
          <a:p>
            <a:r>
              <a:rPr lang="zh-CN" altLang="en-US" sz="2000">
                <a:latin typeface="KaiTi_GB2312"/>
                <a:ea typeface="KaiTi_GB2312"/>
              </a:rPr>
              <a:t>Hamburgefonstiv 测试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D880C3-CBB1-2D8B-6F1D-2639A4A1CFF7}"/>
              </a:ext>
            </a:extLst>
          </p:cNvPr>
          <p:cNvSpPr txBox="1"/>
          <p:nvPr/>
        </p:nvSpPr>
        <p:spPr>
          <a:xfrm>
            <a:off x="127000" y="41275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FangSong_GB2312"/>
                <a:ea typeface="FangSong_GB2312"/>
              </a:rPr>
              <a:t>汉字永和 ABCDabcd 0123 (WMQ)</a:t>
            </a:r>
          </a:p>
          <a:p>
            <a:r>
              <a:rPr lang="zh-CN" altLang="en-US" sz="2000">
                <a:latin typeface="FangSong_GB2312"/>
                <a:ea typeface="FangSong_GB2312"/>
              </a:rPr>
              <a:t>Hamburgefonstiv 测试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A955B17-350D-3E6C-391A-305032C56719}"/>
              </a:ext>
            </a:extLst>
          </p:cNvPr>
          <p:cNvSpPr txBox="1"/>
          <p:nvPr/>
        </p:nvSpPr>
        <p:spPr>
          <a:xfrm>
            <a:off x="4127500" y="41275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Arial"/>
                <a:ea typeface="Arial"/>
              </a:rPr>
              <a:t>汉字永和 ABCDabcd 0123 (WMQ)</a:t>
            </a:r>
          </a:p>
          <a:p>
            <a:r>
              <a:rPr lang="zh-CN" altLang="en-US" sz="2000">
                <a:latin typeface="Arial"/>
                <a:ea typeface="Arial"/>
              </a:rPr>
              <a:t>Hamburgefonstiv 测试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BCE0F6-7DA0-1973-832F-0F0A67FEF5E6}"/>
              </a:ext>
            </a:extLst>
          </p:cNvPr>
          <p:cNvSpPr txBox="1"/>
          <p:nvPr/>
        </p:nvSpPr>
        <p:spPr>
          <a:xfrm>
            <a:off x="8128000" y="41275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Calibri"/>
                <a:ea typeface="Calibri"/>
              </a:rPr>
              <a:t>汉字永和 ABCDabcd 0123 (WMQ)</a:t>
            </a:r>
          </a:p>
          <a:p>
            <a:r>
              <a:rPr lang="zh-CN" altLang="en-US" sz="2000">
                <a:latin typeface="Calibri"/>
                <a:ea typeface="Calibri"/>
              </a:rPr>
              <a:t>Hamburgefonstiv 测试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B9E2630-24E8-5862-A073-CB9CABAF8DF8}"/>
              </a:ext>
            </a:extLst>
          </p:cNvPr>
          <p:cNvSpPr txBox="1"/>
          <p:nvPr/>
        </p:nvSpPr>
        <p:spPr>
          <a:xfrm>
            <a:off x="127000" y="54610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楷体"/>
                <a:ea typeface="楷体"/>
              </a:rPr>
              <a:t>汉字永和 ABCDabcd 0123 (WMQ)</a:t>
            </a:r>
          </a:p>
          <a:p>
            <a:r>
              <a:rPr lang="zh-CN" altLang="en-US" sz="2000">
                <a:latin typeface="楷体"/>
                <a:ea typeface="楷体"/>
              </a:rPr>
              <a:t>Hamburgefonstiv 测试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EE9C17C-4057-909B-2C35-4EDDD17F3362}"/>
              </a:ext>
            </a:extLst>
          </p:cNvPr>
          <p:cNvSpPr txBox="1"/>
          <p:nvPr/>
        </p:nvSpPr>
        <p:spPr>
          <a:xfrm>
            <a:off x="4127500" y="54610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仿宋"/>
                <a:ea typeface="仿宋"/>
              </a:rPr>
              <a:t>汉字永和 ABCDabcd 0123 (WMQ)</a:t>
            </a:r>
          </a:p>
          <a:p>
            <a:r>
              <a:rPr lang="zh-CN" altLang="en-US" sz="2000">
                <a:latin typeface="仿宋"/>
                <a:ea typeface="仿宋"/>
              </a:rPr>
              <a:t>Hamburgefonstiv 测试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CDA5F82-0F0D-D9E9-FF61-2C6DF4504C36}"/>
              </a:ext>
            </a:extLst>
          </p:cNvPr>
          <p:cNvSpPr txBox="1"/>
          <p:nvPr/>
        </p:nvSpPr>
        <p:spPr>
          <a:xfrm>
            <a:off x="8128000" y="5461000"/>
            <a:ext cx="3873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NoSuchFontXyz"/>
                <a:ea typeface="NoSuchFontXyz"/>
              </a:rPr>
              <a:t>汉字永和 ABCDabcd 0123 (WMQ)</a:t>
            </a:r>
          </a:p>
          <a:p>
            <a:r>
              <a:rPr lang="zh-CN" altLang="en-US" sz="2000">
                <a:latin typeface="NoSuchFontXyz"/>
                <a:ea typeface="NoSuchFontXyz"/>
              </a:rPr>
              <a:t>Hamburgefonstiv 测试</a:t>
            </a:r>
          </a:p>
        </p:txBody>
      </p:sp>
    </p:spTree>
    <p:extLst>
      <p:ext uri="{BB962C8B-B14F-4D97-AF65-F5344CB8AC3E}">
        <p14:creationId xmlns:p14="http://schemas.microsoft.com/office/powerpoint/2010/main" val="3781346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自定义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2026-10-19T05:44:35Z</dcterms:created>
  <dcterms:modified xsi:type="dcterms:W3CDTF">2026-10-19T05:44:35Z</dcterms:modified>
</cp:coreProperties>
</file>