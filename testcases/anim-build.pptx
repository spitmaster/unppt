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8" d="100"/>
          <a:sy n="38" d="100"/>
        </p:scale>
        <p:origin x="6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A9-408E-AA0F-B34BDAE904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A9-408E-AA0F-B34BDAE904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A9-408E-AA0F-B34BDAE904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68794943"/>
        <c:axId val="968797343"/>
      </c:barChart>
      <c:catAx>
        <c:axId val="968794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8797343"/>
        <c:crosses val="autoZero"/>
        <c:auto val="1"/>
        <c:lblAlgn val="ctr"/>
        <c:lblOffset val="100"/>
        <c:noMultiLvlLbl val="0"/>
      </c:catAx>
      <c:valAx>
        <c:axId val="9687973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8794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5D-4859-9EAA-EB440A3F58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D5D-4859-9EAA-EB440A3F58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D5D-4859-9EAA-EB440A3F58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70484783"/>
        <c:axId val="970488143"/>
      </c:barChart>
      <c:catAx>
        <c:axId val="9704847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70488143"/>
        <c:crosses val="autoZero"/>
        <c:auto val="1"/>
        <c:lblAlgn val="ctr"/>
        <c:lblOffset val="100"/>
        <c:noMultiLvlLbl val="0"/>
      </c:catAx>
      <c:valAx>
        <c:axId val="970488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70484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81F685-4E6B-401D-B0DF-8DD090C41A36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87D0C682-218B-459A-84A9-6E5C1460E3EB}">
      <dgm:prSet phldrT="[文本]"/>
      <dgm:spPr/>
      <dgm:t>
        <a:bodyPr/>
        <a:lstStyle/>
        <a:p>
          <a:r>
            <a:rPr lang="zh-CN" altLang="en-US"/>
            <a:t>项目 </a:t>
          </a:r>
          <a:r>
            <a:rPr lang="en-US" altLang="zh-CN"/>
            <a:t>1</a:t>
          </a:r>
          <a:endParaRPr lang="zh-CN" altLang="en-US"/>
        </a:p>
      </dgm:t>
    </dgm:pt>
    <dgm:pt modelId="{8147F584-7698-452F-96B3-90E922EB3772}" type="parTrans" cxnId="{94B188A0-C82D-4918-A377-398E575C83DB}">
      <dgm:prSet/>
      <dgm:spPr/>
      <dgm:t>
        <a:bodyPr/>
        <a:lstStyle/>
        <a:p>
          <a:endParaRPr lang="zh-CN" altLang="en-US"/>
        </a:p>
      </dgm:t>
    </dgm:pt>
    <dgm:pt modelId="{083B6E12-240E-42D8-914B-ADC0908A17AB}" type="sibTrans" cxnId="{94B188A0-C82D-4918-A377-398E575C83DB}">
      <dgm:prSet/>
      <dgm:spPr/>
      <dgm:t>
        <a:bodyPr/>
        <a:lstStyle/>
        <a:p>
          <a:endParaRPr lang="zh-CN" altLang="en-US"/>
        </a:p>
      </dgm:t>
    </dgm:pt>
    <dgm:pt modelId="{9D4D23BC-4240-4F15-977F-6103A7A10FB2}">
      <dgm:prSet phldrT="[文本]"/>
      <dgm:spPr/>
      <dgm:t>
        <a:bodyPr/>
        <a:lstStyle/>
        <a:p>
          <a:r>
            <a:rPr lang="zh-CN" altLang="en-US"/>
            <a:t>项目 </a:t>
          </a:r>
          <a:r>
            <a:rPr lang="en-US" altLang="zh-CN"/>
            <a:t>2</a:t>
          </a:r>
          <a:endParaRPr lang="zh-CN" altLang="en-US"/>
        </a:p>
      </dgm:t>
    </dgm:pt>
    <dgm:pt modelId="{D7DF6BC9-1207-45E4-89AF-48A68E967E71}" type="parTrans" cxnId="{0A56B8EC-4D86-4DBE-934C-F144691711B9}">
      <dgm:prSet/>
      <dgm:spPr/>
      <dgm:t>
        <a:bodyPr/>
        <a:lstStyle/>
        <a:p>
          <a:endParaRPr lang="zh-CN" altLang="en-US"/>
        </a:p>
      </dgm:t>
    </dgm:pt>
    <dgm:pt modelId="{B568A5CE-CA8A-48D5-9B2E-434651496262}" type="sibTrans" cxnId="{0A56B8EC-4D86-4DBE-934C-F144691711B9}">
      <dgm:prSet/>
      <dgm:spPr/>
      <dgm:t>
        <a:bodyPr/>
        <a:lstStyle/>
        <a:p>
          <a:endParaRPr lang="zh-CN" altLang="en-US"/>
        </a:p>
      </dgm:t>
    </dgm:pt>
    <dgm:pt modelId="{AFD7CD7F-46E4-4954-B8AE-50ABB6D6822A}">
      <dgm:prSet phldrT="[文本]"/>
      <dgm:spPr/>
      <dgm:t>
        <a:bodyPr/>
        <a:lstStyle/>
        <a:p>
          <a:r>
            <a:rPr lang="zh-CN" altLang="en-US"/>
            <a:t>项目 </a:t>
          </a:r>
          <a:r>
            <a:rPr lang="en-US" altLang="zh-CN"/>
            <a:t>3</a:t>
          </a:r>
          <a:endParaRPr lang="zh-CN" altLang="en-US"/>
        </a:p>
      </dgm:t>
    </dgm:pt>
    <dgm:pt modelId="{D9A8E820-9AF4-4DAE-8793-BAC1341E0ADC}" type="parTrans" cxnId="{0C3E33B1-5FA8-4DF8-BA99-7D357BA5A098}">
      <dgm:prSet/>
      <dgm:spPr/>
      <dgm:t>
        <a:bodyPr/>
        <a:lstStyle/>
        <a:p>
          <a:endParaRPr lang="zh-CN" altLang="en-US"/>
        </a:p>
      </dgm:t>
    </dgm:pt>
    <dgm:pt modelId="{879ADB0D-F85E-42A5-9D7A-6DA25E31C4DC}" type="sibTrans" cxnId="{0C3E33B1-5FA8-4DF8-BA99-7D357BA5A098}">
      <dgm:prSet/>
      <dgm:spPr/>
      <dgm:t>
        <a:bodyPr/>
        <a:lstStyle/>
        <a:p>
          <a:endParaRPr lang="zh-CN" altLang="en-US"/>
        </a:p>
      </dgm:t>
    </dgm:pt>
    <dgm:pt modelId="{24A5EF02-7451-480E-B994-8E31E8D02AEF}">
      <dgm:prSet phldrT="[文本]"/>
      <dgm:spPr/>
      <dgm:t>
        <a:bodyPr/>
        <a:lstStyle/>
        <a:p>
          <a:r>
            <a:rPr lang="zh-CN" altLang="en-US"/>
            <a:t>项目 </a:t>
          </a:r>
          <a:r>
            <a:rPr lang="en-US" altLang="zh-CN"/>
            <a:t>4</a:t>
          </a:r>
          <a:endParaRPr lang="zh-CN" altLang="en-US"/>
        </a:p>
      </dgm:t>
    </dgm:pt>
    <dgm:pt modelId="{5E19518B-4D6C-47C8-AB77-9ECFA69F472A}" type="parTrans" cxnId="{AED29EAD-ADAC-4AD2-A925-E04812945DAB}">
      <dgm:prSet/>
      <dgm:spPr/>
      <dgm:t>
        <a:bodyPr/>
        <a:lstStyle/>
        <a:p>
          <a:endParaRPr lang="zh-CN" altLang="en-US"/>
        </a:p>
      </dgm:t>
    </dgm:pt>
    <dgm:pt modelId="{C0211326-09D0-46ED-993C-242F89E9312B}" type="sibTrans" cxnId="{AED29EAD-ADAC-4AD2-A925-E04812945DAB}">
      <dgm:prSet/>
      <dgm:spPr/>
      <dgm:t>
        <a:bodyPr/>
        <a:lstStyle/>
        <a:p>
          <a:endParaRPr lang="zh-CN" altLang="en-US"/>
        </a:p>
      </dgm:t>
    </dgm:pt>
    <dgm:pt modelId="{0BF13D10-100E-47FA-8212-1F2C138322FF}">
      <dgm:prSet phldrT="[文本]"/>
      <dgm:spPr/>
      <dgm:t>
        <a:bodyPr/>
        <a:lstStyle/>
        <a:p>
          <a:r>
            <a:rPr lang="zh-CN" altLang="en-US"/>
            <a:t>项目 </a:t>
          </a:r>
          <a:r>
            <a:rPr lang="en-US" altLang="zh-CN"/>
            <a:t>5</a:t>
          </a:r>
          <a:endParaRPr lang="zh-CN" altLang="en-US"/>
        </a:p>
      </dgm:t>
    </dgm:pt>
    <dgm:pt modelId="{080663D5-49DA-45B1-85CA-E3106B64EEF5}" type="parTrans" cxnId="{997EBDFB-3603-41AF-A0C9-F3C4545D3AFD}">
      <dgm:prSet/>
      <dgm:spPr/>
      <dgm:t>
        <a:bodyPr/>
        <a:lstStyle/>
        <a:p>
          <a:endParaRPr lang="zh-CN" altLang="en-US"/>
        </a:p>
      </dgm:t>
    </dgm:pt>
    <dgm:pt modelId="{714C61D9-0E89-4CCF-93B6-2DB53CCC34F3}" type="sibTrans" cxnId="{997EBDFB-3603-41AF-A0C9-F3C4545D3AFD}">
      <dgm:prSet/>
      <dgm:spPr/>
      <dgm:t>
        <a:bodyPr/>
        <a:lstStyle/>
        <a:p>
          <a:endParaRPr lang="zh-CN" altLang="en-US"/>
        </a:p>
      </dgm:t>
    </dgm:pt>
    <dgm:pt modelId="{F61ED76C-44E3-4D77-942D-B84799E093F8}" type="pres">
      <dgm:prSet presAssocID="{7D81F685-4E6B-401D-B0DF-8DD090C41A36}" presName="diagram" presStyleCnt="0">
        <dgm:presLayoutVars>
          <dgm:dir/>
          <dgm:resizeHandles val="exact"/>
        </dgm:presLayoutVars>
      </dgm:prSet>
      <dgm:spPr/>
    </dgm:pt>
    <dgm:pt modelId="{AAE580DE-C5E4-4045-9684-E3E9F2D01897}" type="pres">
      <dgm:prSet presAssocID="{87D0C682-218B-459A-84A9-6E5C1460E3EB}" presName="node" presStyleLbl="node1" presStyleIdx="0" presStyleCnt="5">
        <dgm:presLayoutVars>
          <dgm:bulletEnabled val="1"/>
        </dgm:presLayoutVars>
      </dgm:prSet>
      <dgm:spPr/>
    </dgm:pt>
    <dgm:pt modelId="{422211F7-EB43-405C-9FCB-F2BCD9DB4CEB}" type="pres">
      <dgm:prSet presAssocID="{083B6E12-240E-42D8-914B-ADC0908A17AB}" presName="sibTrans" presStyleCnt="0"/>
      <dgm:spPr/>
    </dgm:pt>
    <dgm:pt modelId="{B3C8E17D-1927-4927-AE81-5C1968CAD583}" type="pres">
      <dgm:prSet presAssocID="{9D4D23BC-4240-4F15-977F-6103A7A10FB2}" presName="node" presStyleLbl="node1" presStyleIdx="1" presStyleCnt="5">
        <dgm:presLayoutVars>
          <dgm:bulletEnabled val="1"/>
        </dgm:presLayoutVars>
      </dgm:prSet>
      <dgm:spPr/>
    </dgm:pt>
    <dgm:pt modelId="{79DEC9F9-4EC5-496D-8920-DECE4CF0EA32}" type="pres">
      <dgm:prSet presAssocID="{B568A5CE-CA8A-48D5-9B2E-434651496262}" presName="sibTrans" presStyleCnt="0"/>
      <dgm:spPr/>
    </dgm:pt>
    <dgm:pt modelId="{58663AE0-1B97-4DB5-8A19-8C642E36D303}" type="pres">
      <dgm:prSet presAssocID="{AFD7CD7F-46E4-4954-B8AE-50ABB6D6822A}" presName="node" presStyleLbl="node1" presStyleIdx="2" presStyleCnt="5">
        <dgm:presLayoutVars>
          <dgm:bulletEnabled val="1"/>
        </dgm:presLayoutVars>
      </dgm:prSet>
      <dgm:spPr/>
    </dgm:pt>
    <dgm:pt modelId="{24E72752-2822-4D13-A206-AF91504CA15C}" type="pres">
      <dgm:prSet presAssocID="{879ADB0D-F85E-42A5-9D7A-6DA25E31C4DC}" presName="sibTrans" presStyleCnt="0"/>
      <dgm:spPr/>
    </dgm:pt>
    <dgm:pt modelId="{AF1DF682-0665-4F0A-9D85-6BE8F2987DE7}" type="pres">
      <dgm:prSet presAssocID="{24A5EF02-7451-480E-B994-8E31E8D02AEF}" presName="node" presStyleLbl="node1" presStyleIdx="3" presStyleCnt="5">
        <dgm:presLayoutVars>
          <dgm:bulletEnabled val="1"/>
        </dgm:presLayoutVars>
      </dgm:prSet>
      <dgm:spPr/>
    </dgm:pt>
    <dgm:pt modelId="{41934A92-7912-496A-BF5C-A8897D3CC768}" type="pres">
      <dgm:prSet presAssocID="{C0211326-09D0-46ED-993C-242F89E9312B}" presName="sibTrans" presStyleCnt="0"/>
      <dgm:spPr/>
    </dgm:pt>
    <dgm:pt modelId="{239D47AE-0ED6-4909-A1F2-8C9100A0363A}" type="pres">
      <dgm:prSet presAssocID="{0BF13D10-100E-47FA-8212-1F2C138322FF}" presName="node" presStyleLbl="node1" presStyleIdx="4" presStyleCnt="5">
        <dgm:presLayoutVars>
          <dgm:bulletEnabled val="1"/>
        </dgm:presLayoutVars>
      </dgm:prSet>
      <dgm:spPr/>
    </dgm:pt>
  </dgm:ptLst>
  <dgm:cxnLst>
    <dgm:cxn modelId="{6A684973-2F67-4E3B-916B-086B1DB6B908}" type="presOf" srcId="{24A5EF02-7451-480E-B994-8E31E8D02AEF}" destId="{AF1DF682-0665-4F0A-9D85-6BE8F2987DE7}" srcOrd="0" destOrd="0" presId="urn:microsoft.com/office/officeart/2005/8/layout/default"/>
    <dgm:cxn modelId="{94B188A0-C82D-4918-A377-398E575C83DB}" srcId="{7D81F685-4E6B-401D-B0DF-8DD090C41A36}" destId="{87D0C682-218B-459A-84A9-6E5C1460E3EB}" srcOrd="0" destOrd="0" parTransId="{8147F584-7698-452F-96B3-90E922EB3772}" sibTransId="{083B6E12-240E-42D8-914B-ADC0908A17AB}"/>
    <dgm:cxn modelId="{AED29EAD-ADAC-4AD2-A925-E04812945DAB}" srcId="{7D81F685-4E6B-401D-B0DF-8DD090C41A36}" destId="{24A5EF02-7451-480E-B994-8E31E8D02AEF}" srcOrd="3" destOrd="0" parTransId="{5E19518B-4D6C-47C8-AB77-9ECFA69F472A}" sibTransId="{C0211326-09D0-46ED-993C-242F89E9312B}"/>
    <dgm:cxn modelId="{0C3E33B1-5FA8-4DF8-BA99-7D357BA5A098}" srcId="{7D81F685-4E6B-401D-B0DF-8DD090C41A36}" destId="{AFD7CD7F-46E4-4954-B8AE-50ABB6D6822A}" srcOrd="2" destOrd="0" parTransId="{D9A8E820-9AF4-4DAE-8793-BAC1341E0ADC}" sibTransId="{879ADB0D-F85E-42A5-9D7A-6DA25E31C4DC}"/>
    <dgm:cxn modelId="{560FF1C3-64B9-4AA5-A132-236B11201E47}" type="presOf" srcId="{9D4D23BC-4240-4F15-977F-6103A7A10FB2}" destId="{B3C8E17D-1927-4927-AE81-5C1968CAD583}" srcOrd="0" destOrd="0" presId="urn:microsoft.com/office/officeart/2005/8/layout/default"/>
    <dgm:cxn modelId="{04A9ACDD-7C96-4E4A-964C-2257740EFB44}" type="presOf" srcId="{7D81F685-4E6B-401D-B0DF-8DD090C41A36}" destId="{F61ED76C-44E3-4D77-942D-B84799E093F8}" srcOrd="0" destOrd="0" presId="urn:microsoft.com/office/officeart/2005/8/layout/default"/>
    <dgm:cxn modelId="{88DAF3EB-96C0-4576-A279-F7DA92E54E80}" type="presOf" srcId="{87D0C682-218B-459A-84A9-6E5C1460E3EB}" destId="{AAE580DE-C5E4-4045-9684-E3E9F2D01897}" srcOrd="0" destOrd="0" presId="urn:microsoft.com/office/officeart/2005/8/layout/default"/>
    <dgm:cxn modelId="{0A56B8EC-4D86-4DBE-934C-F144691711B9}" srcId="{7D81F685-4E6B-401D-B0DF-8DD090C41A36}" destId="{9D4D23BC-4240-4F15-977F-6103A7A10FB2}" srcOrd="1" destOrd="0" parTransId="{D7DF6BC9-1207-45E4-89AF-48A68E967E71}" sibTransId="{B568A5CE-CA8A-48D5-9B2E-434651496262}"/>
    <dgm:cxn modelId="{8B9E0FF5-64D7-4DF3-8EFE-E511D6A7FECC}" type="presOf" srcId="{AFD7CD7F-46E4-4954-B8AE-50ABB6D6822A}" destId="{58663AE0-1B97-4DB5-8A19-8C642E36D303}" srcOrd="0" destOrd="0" presId="urn:microsoft.com/office/officeart/2005/8/layout/default"/>
    <dgm:cxn modelId="{00E134F6-45E7-49C0-B0EE-169F570CC29B}" type="presOf" srcId="{0BF13D10-100E-47FA-8212-1F2C138322FF}" destId="{239D47AE-0ED6-4909-A1F2-8C9100A0363A}" srcOrd="0" destOrd="0" presId="urn:microsoft.com/office/officeart/2005/8/layout/default"/>
    <dgm:cxn modelId="{997EBDFB-3603-41AF-A0C9-F3C4545D3AFD}" srcId="{7D81F685-4E6B-401D-B0DF-8DD090C41A36}" destId="{0BF13D10-100E-47FA-8212-1F2C138322FF}" srcOrd="4" destOrd="0" parTransId="{080663D5-49DA-45B1-85CA-E3106B64EEF5}" sibTransId="{714C61D9-0E89-4CCF-93B6-2DB53CCC34F3}"/>
    <dgm:cxn modelId="{DA3784B4-AFB4-4AE4-A824-AF116E966A6D}" type="presParOf" srcId="{F61ED76C-44E3-4D77-942D-B84799E093F8}" destId="{AAE580DE-C5E4-4045-9684-E3E9F2D01897}" srcOrd="0" destOrd="0" presId="urn:microsoft.com/office/officeart/2005/8/layout/default"/>
    <dgm:cxn modelId="{1F6A9AAE-E55B-4506-B280-CD6CBEE0DC58}" type="presParOf" srcId="{F61ED76C-44E3-4D77-942D-B84799E093F8}" destId="{422211F7-EB43-405C-9FCB-F2BCD9DB4CEB}" srcOrd="1" destOrd="0" presId="urn:microsoft.com/office/officeart/2005/8/layout/default"/>
    <dgm:cxn modelId="{2827DCBE-49E8-4C08-B3AF-1756465C7445}" type="presParOf" srcId="{F61ED76C-44E3-4D77-942D-B84799E093F8}" destId="{B3C8E17D-1927-4927-AE81-5C1968CAD583}" srcOrd="2" destOrd="0" presId="urn:microsoft.com/office/officeart/2005/8/layout/default"/>
    <dgm:cxn modelId="{62FC4F2D-0490-47A2-A993-BC837BFCFADD}" type="presParOf" srcId="{F61ED76C-44E3-4D77-942D-B84799E093F8}" destId="{79DEC9F9-4EC5-496D-8920-DECE4CF0EA32}" srcOrd="3" destOrd="0" presId="urn:microsoft.com/office/officeart/2005/8/layout/default"/>
    <dgm:cxn modelId="{533CD366-1A4E-4F4C-8216-8FF252D2EB3D}" type="presParOf" srcId="{F61ED76C-44E3-4D77-942D-B84799E093F8}" destId="{58663AE0-1B97-4DB5-8A19-8C642E36D303}" srcOrd="4" destOrd="0" presId="urn:microsoft.com/office/officeart/2005/8/layout/default"/>
    <dgm:cxn modelId="{BF85464D-9E20-44B5-9458-54B217C396E0}" type="presParOf" srcId="{F61ED76C-44E3-4D77-942D-B84799E093F8}" destId="{24E72752-2822-4D13-A206-AF91504CA15C}" srcOrd="5" destOrd="0" presId="urn:microsoft.com/office/officeart/2005/8/layout/default"/>
    <dgm:cxn modelId="{44943C94-B0F9-4298-BA19-4BAFB980714E}" type="presParOf" srcId="{F61ED76C-44E3-4D77-942D-B84799E093F8}" destId="{AF1DF682-0665-4F0A-9D85-6BE8F2987DE7}" srcOrd="6" destOrd="0" presId="urn:microsoft.com/office/officeart/2005/8/layout/default"/>
    <dgm:cxn modelId="{B8E95347-EB14-49A3-8F02-2A719DA4DF7F}" type="presParOf" srcId="{F61ED76C-44E3-4D77-942D-B84799E093F8}" destId="{41934A92-7912-496A-BF5C-A8897D3CC768}" srcOrd="7" destOrd="0" presId="urn:microsoft.com/office/officeart/2005/8/layout/default"/>
    <dgm:cxn modelId="{945BA24A-C28B-4398-ABF7-5D82C6ABEB4D}" type="presParOf" srcId="{F61ED76C-44E3-4D77-942D-B84799E093F8}" destId="{239D47AE-0ED6-4909-A1F2-8C9100A0363A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E580DE-C5E4-4045-9684-E3E9F2D01897}">
      <dsp:nvSpPr>
        <dsp:cNvPr id="0" name=""/>
        <dsp:cNvSpPr/>
      </dsp:nvSpPr>
      <dsp:spPr>
        <a:xfrm>
          <a:off x="0" y="754062"/>
          <a:ext cx="3333749" cy="20002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6500" kern="1200"/>
            <a:t>项目 </a:t>
          </a:r>
          <a:r>
            <a:rPr lang="en-US" altLang="zh-CN" sz="6500" kern="1200"/>
            <a:t>1</a:t>
          </a:r>
          <a:endParaRPr lang="zh-CN" altLang="en-US" sz="6500" kern="1200"/>
        </a:p>
      </dsp:txBody>
      <dsp:txXfrm>
        <a:off x="0" y="754062"/>
        <a:ext cx="3333749" cy="2000250"/>
      </dsp:txXfrm>
    </dsp:sp>
    <dsp:sp modelId="{B3C8E17D-1927-4927-AE81-5C1968CAD583}">
      <dsp:nvSpPr>
        <dsp:cNvPr id="0" name=""/>
        <dsp:cNvSpPr/>
      </dsp:nvSpPr>
      <dsp:spPr>
        <a:xfrm>
          <a:off x="3667124" y="754062"/>
          <a:ext cx="3333749" cy="20002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6500" kern="1200"/>
            <a:t>项目 </a:t>
          </a:r>
          <a:r>
            <a:rPr lang="en-US" altLang="zh-CN" sz="6500" kern="1200"/>
            <a:t>2</a:t>
          </a:r>
          <a:endParaRPr lang="zh-CN" altLang="en-US" sz="6500" kern="1200"/>
        </a:p>
      </dsp:txBody>
      <dsp:txXfrm>
        <a:off x="3667124" y="754062"/>
        <a:ext cx="3333749" cy="2000250"/>
      </dsp:txXfrm>
    </dsp:sp>
    <dsp:sp modelId="{58663AE0-1B97-4DB5-8A19-8C642E36D303}">
      <dsp:nvSpPr>
        <dsp:cNvPr id="0" name=""/>
        <dsp:cNvSpPr/>
      </dsp:nvSpPr>
      <dsp:spPr>
        <a:xfrm>
          <a:off x="7334250" y="754062"/>
          <a:ext cx="3333749" cy="20002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6500" kern="1200"/>
            <a:t>项目 </a:t>
          </a:r>
          <a:r>
            <a:rPr lang="en-US" altLang="zh-CN" sz="6500" kern="1200"/>
            <a:t>3</a:t>
          </a:r>
          <a:endParaRPr lang="zh-CN" altLang="en-US" sz="6500" kern="1200"/>
        </a:p>
      </dsp:txBody>
      <dsp:txXfrm>
        <a:off x="7334250" y="754062"/>
        <a:ext cx="3333749" cy="2000250"/>
      </dsp:txXfrm>
    </dsp:sp>
    <dsp:sp modelId="{AF1DF682-0665-4F0A-9D85-6BE8F2987DE7}">
      <dsp:nvSpPr>
        <dsp:cNvPr id="0" name=""/>
        <dsp:cNvSpPr/>
      </dsp:nvSpPr>
      <dsp:spPr>
        <a:xfrm>
          <a:off x="1833562" y="3087687"/>
          <a:ext cx="3333749" cy="20002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6500" kern="1200"/>
            <a:t>项目 </a:t>
          </a:r>
          <a:r>
            <a:rPr lang="en-US" altLang="zh-CN" sz="6500" kern="1200"/>
            <a:t>4</a:t>
          </a:r>
          <a:endParaRPr lang="zh-CN" altLang="en-US" sz="6500" kern="1200"/>
        </a:p>
      </dsp:txBody>
      <dsp:txXfrm>
        <a:off x="1833562" y="3087687"/>
        <a:ext cx="3333749" cy="2000250"/>
      </dsp:txXfrm>
    </dsp:sp>
    <dsp:sp modelId="{239D47AE-0ED6-4909-A1F2-8C9100A0363A}">
      <dsp:nvSpPr>
        <dsp:cNvPr id="0" name=""/>
        <dsp:cNvSpPr/>
      </dsp:nvSpPr>
      <dsp:spPr>
        <a:xfrm>
          <a:off x="5500687" y="3087687"/>
          <a:ext cx="3333749" cy="20002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6500" kern="1200"/>
            <a:t>项目 </a:t>
          </a:r>
          <a:r>
            <a:rPr lang="en-US" altLang="zh-CN" sz="6500" kern="1200"/>
            <a:t>5</a:t>
          </a:r>
          <a:endParaRPr lang="zh-CN" altLang="en-US" sz="6500" kern="1200"/>
        </a:p>
      </dsp:txBody>
      <dsp:txXfrm>
        <a:off x="5500687" y="3087687"/>
        <a:ext cx="3333749" cy="20002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65428-8773-AB43-69BB-17A6EFD26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A70F38F-712A-2A93-4F4D-AEBDBF07B2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3F3A2C-FBC2-F87A-B543-7C462376B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26C80C-34E7-960E-4287-CA8F1F39A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336F31-5C62-6235-6237-442F99EEB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5906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2CA1CA-4543-E95B-3DDF-02ADDDA69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8DF6BC-32C8-5C68-97BB-58D672944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5ECFA4-3FA8-B428-C323-AD5431EE3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ED394A-960F-8F28-AED1-81A48F46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86F848-4C95-C840-5696-92F420943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01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71C0D5-BA44-90C3-CCD2-206767DB8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9F1131-63A3-C349-6631-B0241289C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FA2C0B-6043-59F4-A3EC-7DA8DE60A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E0195B-CA24-28FC-F812-AE7D10E1A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9B22CAC-D804-4BCA-0FFD-D02DB507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3788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1FE42D-49B1-293F-345F-5FECD4430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74E646-706A-087C-8796-0D5FDB15BE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0B847-7A12-0810-4640-8A13804C7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F8B564-AC9F-45AF-27D2-9AB21179A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26B8FE8-8CED-EC10-6188-F4EC26EBB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E884F1-CD97-B8AF-251E-40A7C2FE6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714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FBE97-007E-B490-189F-97A111DA4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1AFF30-AD1A-E2AB-E09D-36700E9CC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58B49B7-158B-2760-F214-F6FF13B68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E995E80-5095-1E16-736F-4BF3654BF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77FECB2-2198-F72E-4416-E95C6CFFC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5A5AAE5-1637-944B-80EA-BFC877FF7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BBE6674-EEBF-8F12-7940-7542C8C7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178761-EA45-27AD-3FE7-3CC7CE951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605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DCD17B-82F7-CC0C-91C7-96F4A641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D7B33DB-7308-E77B-B380-41CC0389E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B4D026A-56BE-86E9-5B95-2299BBD49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430B4D9-DCF5-17B4-DBF0-CE2E7DF0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7851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2F5D62-8331-AAE2-FFDD-E136A7570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9F56A16-1D42-652F-2E2F-77C868A29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2BA2F7-24CE-9DD6-AABD-BCC8E844E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705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959111-463E-5218-208E-530F22A8A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0DEE8-9855-8CB2-2262-9FC3F4AB0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0096FD-4829-126D-AD78-7D5B7AE946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4F8F09-5353-785A-DADD-E28E09E7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3C4AD1-E44D-3635-851B-A10F16AC6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702C80-429E-5082-2B79-8AB3CDA67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3431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DE9CFB-86BA-99C7-4517-B6EDF9C04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48F4908-BB07-4D58-8541-49CC7C8A51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21A009-5FDC-2122-E03C-AFA72C5C4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7ADB8F-EAC2-7A35-65B5-A6F9D5DC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723DF-89EF-E7FF-20D0-F97FFF6F1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90B4BD-D386-2B30-D6CC-4A18981DE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4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D407F5-3496-3340-C4C1-EBD3DD0C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1ECC05-7729-DB6B-260F-1BC9B844F4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9389E1-2458-E267-7F12-AF073BC3B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5A3310-850D-18AD-47C6-627ED385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70925D-328D-4799-7ED8-A8B52711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6980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C69D7AD-6F0B-7DEE-8F23-05E68BE234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EEDAC4-EB68-E00D-BA59-4B63BEC9B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6A3DC8-A6AA-327E-5F70-FA66BD189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01E396-6E6C-8C13-14AB-D4D2CDB4A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42270B-9BA3-66B1-EEF6-15A9D5899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7954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F954367-6794-ADF4-D090-0D6E4DC92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6DFC7B-77EA-4721-90D2-2A638B7EC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174974-AD03-ABCC-077C-55C93222B8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5EA8C-A5F6-4D14-9EE3-F54867C5780F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94642C-D7DE-9ED4-F3FD-900D8BB5C4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A17B1F-8DEB-2A71-D717-DDA0E72F6B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AC4BB8-FA70-4F42-80C8-87D87CE0B4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167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4D043534-DA81-46E4-99BA-7744879F11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0499267"/>
              </p:ext>
            </p:extLst>
          </p:nvPr>
        </p:nvGraphicFramePr>
        <p:xfrm>
          <a:off x="762000" y="508000"/>
          <a:ext cx="10668000" cy="584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991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AE580DE-C5E4-4045-9684-E3E9F2D0189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2">
                                            <p:graphicEl>
                                              <a:dgm id="{AAE580DE-C5E4-4045-9684-E3E9F2D0189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B3C8E17D-1927-4927-AE81-5C1968CAD5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graphicEl>
                                              <a:dgm id="{B3C8E17D-1927-4927-AE81-5C1968CAD5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58663AE0-1B97-4DB5-8A19-8C642E36D30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graphicEl>
                                              <a:dgm id="{58663AE0-1B97-4DB5-8A19-8C642E36D30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F1DF682-0665-4F0A-9D85-6BE8F2987D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dgm id="{AF1DF682-0665-4F0A-9D85-6BE8F2987D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39D47AE-0ED6-4909-A1F2-8C9100A0363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graphicEl>
                                              <a:dgm id="{239D47AE-0ED6-4909-A1F2-8C9100A0363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Dgm bld="one"/>
        </p:bldSub>
      </p:bldGraphic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6EE3928A-07D8-A28A-C4E1-51E7A7DFFF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3437533"/>
              </p:ext>
            </p:extLst>
          </p:nvPr>
        </p:nvGraphicFramePr>
        <p:xfrm>
          <a:off x="1016000" y="508000"/>
          <a:ext cx="10160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30252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" dur="500"/>
                                        <p:tgtEl>
                                          <p:spTgt spid="2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Chart bld="series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003C8901-5DBE-089D-4B6C-4A4016645F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7655755"/>
              </p:ext>
            </p:extLst>
          </p:nvPr>
        </p:nvGraphicFramePr>
        <p:xfrm>
          <a:off x="1016000" y="508000"/>
          <a:ext cx="10160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5899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" dur="500"/>
                                        <p:tgtEl>
                                          <p:spTgt spid="2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" grpId="0">
        <p:bldSub>
          <a:bldChart bld="category"/>
        </p:bldSub>
      </p:bldGraphic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自定义</PresentationFormat>
  <Paragraphs>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2026-10-13T11:52:28Z</dcterms:created>
  <dcterms:modified xsi:type="dcterms:W3CDTF">2026-10-13T11:52:28Z</dcterms:modified>
</cp:coreProperties>
</file>