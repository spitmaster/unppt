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74C917-9D07-45F0-991C-45AD4C2FF7C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4F1FC79-315D-4B85-91B0-15AF9862199D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1</a:t>
          </a:r>
          <a:endParaRPr lang="zh-CN" altLang="en-US"/>
        </a:p>
      </dgm:t>
    </dgm:pt>
    <dgm:pt modelId="{7552C116-45E2-440D-9F86-F64BE8153837}" type="parTrans" cxnId="{EFACBA9B-549C-424E-9983-24D408A3E888}">
      <dgm:prSet/>
      <dgm:spPr/>
      <dgm:t>
        <a:bodyPr/>
        <a:lstStyle/>
        <a:p>
          <a:endParaRPr lang="zh-CN" altLang="en-US"/>
        </a:p>
      </dgm:t>
    </dgm:pt>
    <dgm:pt modelId="{DA372E09-9D8B-4204-9675-232D73B8720A}" type="sibTrans" cxnId="{EFACBA9B-549C-424E-9983-24D408A3E888}">
      <dgm:prSet/>
      <dgm:spPr/>
      <dgm:t>
        <a:bodyPr/>
        <a:lstStyle/>
        <a:p>
          <a:endParaRPr lang="zh-CN" altLang="en-US"/>
        </a:p>
      </dgm:t>
    </dgm:pt>
    <dgm:pt modelId="{5A76E1FA-9E76-4123-8314-326EFD1680D9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2</a:t>
          </a:r>
          <a:endParaRPr lang="zh-CN" altLang="en-US"/>
        </a:p>
      </dgm:t>
    </dgm:pt>
    <dgm:pt modelId="{3D3E7756-FC52-4076-805C-33CA417ACACB}" type="parTrans" cxnId="{1EBA4F04-C246-4F58-A24A-1C8E7F0CA755}">
      <dgm:prSet/>
      <dgm:spPr/>
      <dgm:t>
        <a:bodyPr/>
        <a:lstStyle/>
        <a:p>
          <a:endParaRPr lang="zh-CN" altLang="en-US"/>
        </a:p>
      </dgm:t>
    </dgm:pt>
    <dgm:pt modelId="{18E18A1B-A1E1-46F1-BD03-B0964F04A5DB}" type="sibTrans" cxnId="{1EBA4F04-C246-4F58-A24A-1C8E7F0CA755}">
      <dgm:prSet/>
      <dgm:spPr/>
      <dgm:t>
        <a:bodyPr/>
        <a:lstStyle/>
        <a:p>
          <a:endParaRPr lang="zh-CN" altLang="en-US"/>
        </a:p>
      </dgm:t>
    </dgm:pt>
    <dgm:pt modelId="{08841FA0-E2D8-4E61-9565-93CC5E312AE9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3</a:t>
          </a:r>
          <a:endParaRPr lang="zh-CN" altLang="en-US"/>
        </a:p>
      </dgm:t>
    </dgm:pt>
    <dgm:pt modelId="{BAE0B844-49C3-40DE-B5FE-246FCEADF118}" type="parTrans" cxnId="{DB9C30EB-8821-40BF-B199-736FFFBA689F}">
      <dgm:prSet/>
      <dgm:spPr/>
      <dgm:t>
        <a:bodyPr/>
        <a:lstStyle/>
        <a:p>
          <a:endParaRPr lang="zh-CN" altLang="en-US"/>
        </a:p>
      </dgm:t>
    </dgm:pt>
    <dgm:pt modelId="{A1E3295C-19FF-48EB-8BEC-ADFFD12BA8C2}" type="sibTrans" cxnId="{DB9C30EB-8821-40BF-B199-736FFFBA689F}">
      <dgm:prSet/>
      <dgm:spPr/>
      <dgm:t>
        <a:bodyPr/>
        <a:lstStyle/>
        <a:p>
          <a:endParaRPr lang="zh-CN" altLang="en-US"/>
        </a:p>
      </dgm:t>
    </dgm:pt>
    <dgm:pt modelId="{C310D818-D588-4934-AC58-2DB0A654FC86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4</a:t>
          </a:r>
          <a:endParaRPr lang="zh-CN" altLang="en-US"/>
        </a:p>
      </dgm:t>
    </dgm:pt>
    <dgm:pt modelId="{BFE8927D-C0AA-44B4-8D78-1A18B8BDFCF8}" type="parTrans" cxnId="{5A1C1D8D-F1F0-4DB0-ABAB-EB0FC0E8CB43}">
      <dgm:prSet/>
      <dgm:spPr/>
      <dgm:t>
        <a:bodyPr/>
        <a:lstStyle/>
        <a:p>
          <a:endParaRPr lang="zh-CN" altLang="en-US"/>
        </a:p>
      </dgm:t>
    </dgm:pt>
    <dgm:pt modelId="{B56EAF06-17E8-4402-BA96-37B3DC9992CC}" type="sibTrans" cxnId="{5A1C1D8D-F1F0-4DB0-ABAB-EB0FC0E8CB43}">
      <dgm:prSet/>
      <dgm:spPr/>
      <dgm:t>
        <a:bodyPr/>
        <a:lstStyle/>
        <a:p>
          <a:endParaRPr lang="zh-CN" altLang="en-US"/>
        </a:p>
      </dgm:t>
    </dgm:pt>
    <dgm:pt modelId="{2A86B391-E444-4FEA-8357-E17D4894B1BB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5</a:t>
          </a:r>
          <a:endParaRPr lang="zh-CN" altLang="en-US"/>
        </a:p>
      </dgm:t>
    </dgm:pt>
    <dgm:pt modelId="{FED78686-7C24-4B3E-99AC-0BF1D3419695}" type="parTrans" cxnId="{C9C7C388-331A-4C2F-BAF6-841BC142B8C6}">
      <dgm:prSet/>
      <dgm:spPr/>
      <dgm:t>
        <a:bodyPr/>
        <a:lstStyle/>
        <a:p>
          <a:endParaRPr lang="zh-CN" altLang="en-US"/>
        </a:p>
      </dgm:t>
    </dgm:pt>
    <dgm:pt modelId="{F8758026-7284-4A9A-AFF4-E73EEBB061BC}" type="sibTrans" cxnId="{C9C7C388-331A-4C2F-BAF6-841BC142B8C6}">
      <dgm:prSet/>
      <dgm:spPr/>
      <dgm:t>
        <a:bodyPr/>
        <a:lstStyle/>
        <a:p>
          <a:endParaRPr lang="zh-CN" altLang="en-US"/>
        </a:p>
      </dgm:t>
    </dgm:pt>
    <dgm:pt modelId="{AEE9AB6F-209E-4CFC-9AF4-9C0889F465AA}" type="pres">
      <dgm:prSet presAssocID="{3674C917-9D07-45F0-991C-45AD4C2FF7C6}" presName="diagram" presStyleCnt="0">
        <dgm:presLayoutVars>
          <dgm:dir/>
          <dgm:resizeHandles val="exact"/>
        </dgm:presLayoutVars>
      </dgm:prSet>
      <dgm:spPr/>
    </dgm:pt>
    <dgm:pt modelId="{FFE21CBA-CCDD-4281-9C8A-E232B67A3A2F}" type="pres">
      <dgm:prSet presAssocID="{84F1FC79-315D-4B85-91B0-15AF9862199D}" presName="node" presStyleLbl="node1" presStyleIdx="0" presStyleCnt="5">
        <dgm:presLayoutVars>
          <dgm:bulletEnabled val="1"/>
        </dgm:presLayoutVars>
      </dgm:prSet>
      <dgm:spPr/>
    </dgm:pt>
    <dgm:pt modelId="{1B49789C-C5F1-4FA8-B916-EB07CB825A99}" type="pres">
      <dgm:prSet presAssocID="{DA372E09-9D8B-4204-9675-232D73B8720A}" presName="sibTrans" presStyleCnt="0"/>
      <dgm:spPr/>
    </dgm:pt>
    <dgm:pt modelId="{AC3437E1-3F1B-4B83-B80E-8914EB101AE2}" type="pres">
      <dgm:prSet presAssocID="{5A76E1FA-9E76-4123-8314-326EFD1680D9}" presName="node" presStyleLbl="node1" presStyleIdx="1" presStyleCnt="5">
        <dgm:presLayoutVars>
          <dgm:bulletEnabled val="1"/>
        </dgm:presLayoutVars>
      </dgm:prSet>
      <dgm:spPr/>
    </dgm:pt>
    <dgm:pt modelId="{26DAD59C-AF48-42D9-BC98-83A1BA199D23}" type="pres">
      <dgm:prSet presAssocID="{18E18A1B-A1E1-46F1-BD03-B0964F04A5DB}" presName="sibTrans" presStyleCnt="0"/>
      <dgm:spPr/>
    </dgm:pt>
    <dgm:pt modelId="{8654F531-9870-4D4A-AE3A-D40F2A145AD2}" type="pres">
      <dgm:prSet presAssocID="{08841FA0-E2D8-4E61-9565-93CC5E312AE9}" presName="node" presStyleLbl="node1" presStyleIdx="2" presStyleCnt="5">
        <dgm:presLayoutVars>
          <dgm:bulletEnabled val="1"/>
        </dgm:presLayoutVars>
      </dgm:prSet>
      <dgm:spPr/>
    </dgm:pt>
    <dgm:pt modelId="{B522B1EB-B72C-484E-A8A2-64833AE3F61B}" type="pres">
      <dgm:prSet presAssocID="{A1E3295C-19FF-48EB-8BEC-ADFFD12BA8C2}" presName="sibTrans" presStyleCnt="0"/>
      <dgm:spPr/>
    </dgm:pt>
    <dgm:pt modelId="{B940C21E-C49E-4650-9981-58BB44CE2F42}" type="pres">
      <dgm:prSet presAssocID="{C310D818-D588-4934-AC58-2DB0A654FC86}" presName="node" presStyleLbl="node1" presStyleIdx="3" presStyleCnt="5">
        <dgm:presLayoutVars>
          <dgm:bulletEnabled val="1"/>
        </dgm:presLayoutVars>
      </dgm:prSet>
      <dgm:spPr/>
    </dgm:pt>
    <dgm:pt modelId="{13E7C454-B51D-4C76-8D24-359D2D5BDC13}" type="pres">
      <dgm:prSet presAssocID="{B56EAF06-17E8-4402-BA96-37B3DC9992CC}" presName="sibTrans" presStyleCnt="0"/>
      <dgm:spPr/>
    </dgm:pt>
    <dgm:pt modelId="{59ABCD57-F696-4E4E-AFA1-F4E16B6ED0D7}" type="pres">
      <dgm:prSet presAssocID="{2A86B391-E444-4FEA-8357-E17D4894B1BB}" presName="node" presStyleLbl="node1" presStyleIdx="4" presStyleCnt="5">
        <dgm:presLayoutVars>
          <dgm:bulletEnabled val="1"/>
        </dgm:presLayoutVars>
      </dgm:prSet>
      <dgm:spPr/>
    </dgm:pt>
  </dgm:ptLst>
  <dgm:cxnLst>
    <dgm:cxn modelId="{1EBA4F04-C246-4F58-A24A-1C8E7F0CA755}" srcId="{3674C917-9D07-45F0-991C-45AD4C2FF7C6}" destId="{5A76E1FA-9E76-4123-8314-326EFD1680D9}" srcOrd="1" destOrd="0" parTransId="{3D3E7756-FC52-4076-805C-33CA417ACACB}" sibTransId="{18E18A1B-A1E1-46F1-BD03-B0964F04A5DB}"/>
    <dgm:cxn modelId="{00B59C0F-3AD2-4233-B2F0-FE0EF96F9989}" type="presOf" srcId="{2A86B391-E444-4FEA-8357-E17D4894B1BB}" destId="{59ABCD57-F696-4E4E-AFA1-F4E16B6ED0D7}" srcOrd="0" destOrd="0" presId="urn:microsoft.com/office/officeart/2005/8/layout/default"/>
    <dgm:cxn modelId="{92988836-BB95-4E13-B181-9CAA553BDDA2}" type="presOf" srcId="{08841FA0-E2D8-4E61-9565-93CC5E312AE9}" destId="{8654F531-9870-4D4A-AE3A-D40F2A145AD2}" srcOrd="0" destOrd="0" presId="urn:microsoft.com/office/officeart/2005/8/layout/default"/>
    <dgm:cxn modelId="{6CE3384A-1EE2-4F2F-B8E7-297FEB8CDA1E}" type="presOf" srcId="{C310D818-D588-4934-AC58-2DB0A654FC86}" destId="{B940C21E-C49E-4650-9981-58BB44CE2F42}" srcOrd="0" destOrd="0" presId="urn:microsoft.com/office/officeart/2005/8/layout/default"/>
    <dgm:cxn modelId="{A152DC7A-5EFD-4117-9F5A-3863625F1F10}" type="presOf" srcId="{3674C917-9D07-45F0-991C-45AD4C2FF7C6}" destId="{AEE9AB6F-209E-4CFC-9AF4-9C0889F465AA}" srcOrd="0" destOrd="0" presId="urn:microsoft.com/office/officeart/2005/8/layout/default"/>
    <dgm:cxn modelId="{C9C7C388-331A-4C2F-BAF6-841BC142B8C6}" srcId="{3674C917-9D07-45F0-991C-45AD4C2FF7C6}" destId="{2A86B391-E444-4FEA-8357-E17D4894B1BB}" srcOrd="4" destOrd="0" parTransId="{FED78686-7C24-4B3E-99AC-0BF1D3419695}" sibTransId="{F8758026-7284-4A9A-AFF4-E73EEBB061BC}"/>
    <dgm:cxn modelId="{5A1C1D8D-F1F0-4DB0-ABAB-EB0FC0E8CB43}" srcId="{3674C917-9D07-45F0-991C-45AD4C2FF7C6}" destId="{C310D818-D588-4934-AC58-2DB0A654FC86}" srcOrd="3" destOrd="0" parTransId="{BFE8927D-C0AA-44B4-8D78-1A18B8BDFCF8}" sibTransId="{B56EAF06-17E8-4402-BA96-37B3DC9992CC}"/>
    <dgm:cxn modelId="{EFACBA9B-549C-424E-9983-24D408A3E888}" srcId="{3674C917-9D07-45F0-991C-45AD4C2FF7C6}" destId="{84F1FC79-315D-4B85-91B0-15AF9862199D}" srcOrd="0" destOrd="0" parTransId="{7552C116-45E2-440D-9F86-F64BE8153837}" sibTransId="{DA372E09-9D8B-4204-9675-232D73B8720A}"/>
    <dgm:cxn modelId="{D2F4F9DD-719C-4AEF-BA11-BB619EB6C53F}" type="presOf" srcId="{5A76E1FA-9E76-4123-8314-326EFD1680D9}" destId="{AC3437E1-3F1B-4B83-B80E-8914EB101AE2}" srcOrd="0" destOrd="0" presId="urn:microsoft.com/office/officeart/2005/8/layout/default"/>
    <dgm:cxn modelId="{7D0E4FE4-A415-4C71-BA83-140721A37CEE}" type="presOf" srcId="{84F1FC79-315D-4B85-91B0-15AF9862199D}" destId="{FFE21CBA-CCDD-4281-9C8A-E232B67A3A2F}" srcOrd="0" destOrd="0" presId="urn:microsoft.com/office/officeart/2005/8/layout/default"/>
    <dgm:cxn modelId="{DB9C30EB-8821-40BF-B199-736FFFBA689F}" srcId="{3674C917-9D07-45F0-991C-45AD4C2FF7C6}" destId="{08841FA0-E2D8-4E61-9565-93CC5E312AE9}" srcOrd="2" destOrd="0" parTransId="{BAE0B844-49C3-40DE-B5FE-246FCEADF118}" sibTransId="{A1E3295C-19FF-48EB-8BEC-ADFFD12BA8C2}"/>
    <dgm:cxn modelId="{111CB68E-DA82-4F23-847D-CE8BA78EBA44}" type="presParOf" srcId="{AEE9AB6F-209E-4CFC-9AF4-9C0889F465AA}" destId="{FFE21CBA-CCDD-4281-9C8A-E232B67A3A2F}" srcOrd="0" destOrd="0" presId="urn:microsoft.com/office/officeart/2005/8/layout/default"/>
    <dgm:cxn modelId="{F3657FD4-6E59-404B-A1A1-2C18FCEB6CA7}" type="presParOf" srcId="{AEE9AB6F-209E-4CFC-9AF4-9C0889F465AA}" destId="{1B49789C-C5F1-4FA8-B916-EB07CB825A99}" srcOrd="1" destOrd="0" presId="urn:microsoft.com/office/officeart/2005/8/layout/default"/>
    <dgm:cxn modelId="{39C0EBBE-526D-4203-ABC0-709A2B6325F0}" type="presParOf" srcId="{AEE9AB6F-209E-4CFC-9AF4-9C0889F465AA}" destId="{AC3437E1-3F1B-4B83-B80E-8914EB101AE2}" srcOrd="2" destOrd="0" presId="urn:microsoft.com/office/officeart/2005/8/layout/default"/>
    <dgm:cxn modelId="{33ADEB65-CEFF-411C-B6CB-B39FFBC09405}" type="presParOf" srcId="{AEE9AB6F-209E-4CFC-9AF4-9C0889F465AA}" destId="{26DAD59C-AF48-42D9-BC98-83A1BA199D23}" srcOrd="3" destOrd="0" presId="urn:microsoft.com/office/officeart/2005/8/layout/default"/>
    <dgm:cxn modelId="{CC690AAC-3843-4823-83C4-8449ACA908C8}" type="presParOf" srcId="{AEE9AB6F-209E-4CFC-9AF4-9C0889F465AA}" destId="{8654F531-9870-4D4A-AE3A-D40F2A145AD2}" srcOrd="4" destOrd="0" presId="urn:microsoft.com/office/officeart/2005/8/layout/default"/>
    <dgm:cxn modelId="{C9F74C17-7043-4681-B44A-8457F0AB96F8}" type="presParOf" srcId="{AEE9AB6F-209E-4CFC-9AF4-9C0889F465AA}" destId="{B522B1EB-B72C-484E-A8A2-64833AE3F61B}" srcOrd="5" destOrd="0" presId="urn:microsoft.com/office/officeart/2005/8/layout/default"/>
    <dgm:cxn modelId="{D9477944-3480-4786-9433-907A0E06B7B1}" type="presParOf" srcId="{AEE9AB6F-209E-4CFC-9AF4-9C0889F465AA}" destId="{B940C21E-C49E-4650-9981-58BB44CE2F42}" srcOrd="6" destOrd="0" presId="urn:microsoft.com/office/officeart/2005/8/layout/default"/>
    <dgm:cxn modelId="{16B03C34-A3D8-49B5-BD7B-ADD8B8E5BB65}" type="presParOf" srcId="{AEE9AB6F-209E-4CFC-9AF4-9C0889F465AA}" destId="{13E7C454-B51D-4C76-8D24-359D2D5BDC13}" srcOrd="7" destOrd="0" presId="urn:microsoft.com/office/officeart/2005/8/layout/default"/>
    <dgm:cxn modelId="{8D67F41E-FB21-41CD-BF51-F866EBB9C1AF}" type="presParOf" srcId="{AEE9AB6F-209E-4CFC-9AF4-9C0889F465AA}" destId="{59ABCD57-F696-4E4E-AFA1-F4E16B6ED0D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E21CBA-CCDD-4281-9C8A-E232B67A3A2F}">
      <dsp:nvSpPr>
        <dsp:cNvPr id="0" name=""/>
        <dsp:cNvSpPr/>
      </dsp:nvSpPr>
      <dsp:spPr>
        <a:xfrm>
          <a:off x="0" y="754062"/>
          <a:ext cx="3333749" cy="2000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6500" kern="1200"/>
            <a:t>项目 </a:t>
          </a:r>
          <a:r>
            <a:rPr lang="en-US" altLang="zh-CN" sz="6500" kern="1200"/>
            <a:t>1</a:t>
          </a:r>
          <a:endParaRPr lang="zh-CN" altLang="en-US" sz="6500" kern="1200"/>
        </a:p>
      </dsp:txBody>
      <dsp:txXfrm>
        <a:off x="0" y="754062"/>
        <a:ext cx="3333749" cy="2000250"/>
      </dsp:txXfrm>
    </dsp:sp>
    <dsp:sp modelId="{AC3437E1-3F1B-4B83-B80E-8914EB101AE2}">
      <dsp:nvSpPr>
        <dsp:cNvPr id="0" name=""/>
        <dsp:cNvSpPr/>
      </dsp:nvSpPr>
      <dsp:spPr>
        <a:xfrm>
          <a:off x="3667124" y="754062"/>
          <a:ext cx="3333749" cy="2000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6500" kern="1200"/>
            <a:t>项目 </a:t>
          </a:r>
          <a:r>
            <a:rPr lang="en-US" altLang="zh-CN" sz="6500" kern="1200"/>
            <a:t>2</a:t>
          </a:r>
          <a:endParaRPr lang="zh-CN" altLang="en-US" sz="6500" kern="1200"/>
        </a:p>
      </dsp:txBody>
      <dsp:txXfrm>
        <a:off x="3667124" y="754062"/>
        <a:ext cx="3333749" cy="2000250"/>
      </dsp:txXfrm>
    </dsp:sp>
    <dsp:sp modelId="{8654F531-9870-4D4A-AE3A-D40F2A145AD2}">
      <dsp:nvSpPr>
        <dsp:cNvPr id="0" name=""/>
        <dsp:cNvSpPr/>
      </dsp:nvSpPr>
      <dsp:spPr>
        <a:xfrm>
          <a:off x="7334250" y="754062"/>
          <a:ext cx="3333749" cy="2000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6500" kern="1200"/>
            <a:t>项目 </a:t>
          </a:r>
          <a:r>
            <a:rPr lang="en-US" altLang="zh-CN" sz="6500" kern="1200"/>
            <a:t>3</a:t>
          </a:r>
          <a:endParaRPr lang="zh-CN" altLang="en-US" sz="6500" kern="1200"/>
        </a:p>
      </dsp:txBody>
      <dsp:txXfrm>
        <a:off x="7334250" y="754062"/>
        <a:ext cx="3333749" cy="2000250"/>
      </dsp:txXfrm>
    </dsp:sp>
    <dsp:sp modelId="{B940C21E-C49E-4650-9981-58BB44CE2F42}">
      <dsp:nvSpPr>
        <dsp:cNvPr id="0" name=""/>
        <dsp:cNvSpPr/>
      </dsp:nvSpPr>
      <dsp:spPr>
        <a:xfrm>
          <a:off x="1833562" y="3087687"/>
          <a:ext cx="3333749" cy="2000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6500" kern="1200"/>
            <a:t>项目 </a:t>
          </a:r>
          <a:r>
            <a:rPr lang="en-US" altLang="zh-CN" sz="6500" kern="1200"/>
            <a:t>4</a:t>
          </a:r>
          <a:endParaRPr lang="zh-CN" altLang="en-US" sz="6500" kern="1200"/>
        </a:p>
      </dsp:txBody>
      <dsp:txXfrm>
        <a:off x="1833562" y="3087687"/>
        <a:ext cx="3333749" cy="2000250"/>
      </dsp:txXfrm>
    </dsp:sp>
    <dsp:sp modelId="{59ABCD57-F696-4E4E-AFA1-F4E16B6ED0D7}">
      <dsp:nvSpPr>
        <dsp:cNvPr id="0" name=""/>
        <dsp:cNvSpPr/>
      </dsp:nvSpPr>
      <dsp:spPr>
        <a:xfrm>
          <a:off x="5500687" y="3087687"/>
          <a:ext cx="3333749" cy="2000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6500" kern="1200"/>
            <a:t>项目 </a:t>
          </a:r>
          <a:r>
            <a:rPr lang="en-US" altLang="zh-CN" sz="6500" kern="1200"/>
            <a:t>5</a:t>
          </a:r>
          <a:endParaRPr lang="zh-CN" altLang="en-US" sz="6500" kern="1200"/>
        </a:p>
      </dsp:txBody>
      <dsp:txXfrm>
        <a:off x="5500687" y="3087687"/>
        <a:ext cx="3333749" cy="2000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C29DDA-3B30-7782-BBB1-8B64FB393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4C7407-E2B2-BE28-1AB7-CDFF05C02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6A1896-199E-8EEE-42DF-9B7AA624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5B3C-5007-4530-8716-49195C2E46F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107055-61BF-2D18-2B49-290517A1E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12ABD2-F7B0-0B0F-B1BF-549120453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FB4F2-CD24-4476-8476-8C8525217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19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296580-1F41-1E99-93F1-1000F6F1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13DCAE-1DB8-7080-DC9F-61417033C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13B22C-A8AA-2CE6-0BDC-034803867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5B3C-5007-4530-8716-49195C2E46F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43EECC-369E-2D05-5F16-147FA5F1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18581D-C1C7-B166-3B94-0EB9336DD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FB4F2-CD24-4476-8476-8C8525217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17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227A29-6264-235B-9564-1D18B492E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B44FA9-F253-7371-DD6F-E4B341F68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5F997-CCC9-C929-84B9-01DD41058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5B3C-5007-4530-8716-49195C2E46F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12CD4E-DF75-7677-9130-19F57956D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12A901-3CC9-F9A0-2D69-1FF813749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FB4F2-CD24-4476-8476-8C8525217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814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CD7649-E42B-5764-1D34-F5D79E37D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9ADE1D-CEFF-0044-D1DB-69F1790D2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74C2CF-C88E-1B8B-C1F7-C9A583996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D006A7-C3A5-90F5-26EE-C20AE9B22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5B3C-5007-4530-8716-49195C2E46F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83E788-AF66-F13B-3039-1F7C2FB4A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B6B77C-910B-2641-EA5F-FC921601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FB4F2-CD24-4476-8476-8C8525217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06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A5622-26F7-BC36-B68F-6A8EFA6BA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C009FC-61F3-A2DD-D2EF-83161DB48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FBB0AE-FAB9-5EA9-2EBE-658C26CC5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C397906-9C4A-AF35-E97E-FD8F3DA16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87B500-6EA9-8229-C493-141CA72195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E2C8B57-A6A9-1FBA-BADE-91A095F7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5B3C-5007-4530-8716-49195C2E46F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4F3E3A-5856-2C46-36D0-93E2CFCD9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1AB307-86EE-5704-307D-8E96C45C3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FB4F2-CD24-4476-8476-8C8525217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190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C098E7-1327-B271-2FD5-1AB120A67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C90282-04E4-F433-5112-21FFCAF18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5B3C-5007-4530-8716-49195C2E46F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874C7D-ABC3-DF4C-AC56-4E64E3CEA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D609B4-2E20-11EA-5D7F-7E776C1E4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FB4F2-CD24-4476-8476-8C8525217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246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1F61EE-8408-EAB5-7C4D-589A2C181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5B3C-5007-4530-8716-49195C2E46F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D13EBC-5277-1065-940F-6BE9F9AD6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61C4C3-9559-A949-291C-205A03A9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FB4F2-CD24-4476-8476-8C8525217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075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37EC4-4E8A-5B46-F1D1-622DD4CD8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BC896D-04D0-218F-4DFB-FAA8F24CE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E259D8-F79A-D306-C33A-F49885FBF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A83A23-CF2C-86D9-A7AE-222C30201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5B3C-5007-4530-8716-49195C2E46F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E70161-76B7-4296-3A27-11EC0D2CD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C2D642-89B3-BAD2-25A6-3CE8941D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FB4F2-CD24-4476-8476-8C8525217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10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913FE-161F-69C6-BE85-93A0755F1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1C3A508-4F8B-4C07-F16F-0C2FA5794F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58DA0C-FEC4-F597-693E-9E5365BD0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1D1A53-0FC4-2286-79B0-8824FE8F9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5B3C-5007-4530-8716-49195C2E46F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3FF7CB-83AB-1739-8F33-6F92720EA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8E4663-6D19-3097-06DD-80E2C85C1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FB4F2-CD24-4476-8476-8C8525217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289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B6EEAB-2867-30FD-078D-187A76B5A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F5E178-417C-D795-9E14-0F57CEF66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3E0E2E-2EAD-2513-76B8-456D88E70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5B3C-5007-4530-8716-49195C2E46F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9A7BC7-745A-185F-EB85-0F18DC78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205AAC-6501-F7A4-89CA-934DDFB19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FB4F2-CD24-4476-8476-8C8525217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791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A35F90-F683-B011-787E-3FF650F5F4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B7B818-5279-21BA-41B9-6CD255950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9ED693-1641-987E-D60A-3805779A8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5B3C-5007-4530-8716-49195C2E46F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3235F1-B637-B176-E8C0-D7BAED433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EB5860-4186-9396-AEF9-2AC34C04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FB4F2-CD24-4476-8476-8C8525217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9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5DC14DA-01D5-E1D1-31CF-A324BC07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DFAAC2-4C82-F62E-5539-A7940A464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CB5E46-ACAA-EE52-E2C6-7450B128E9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B75B3C-5007-4530-8716-49195C2E46F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74361E-A1B4-91BB-A37E-23153762F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93BF3E-32A7-13DA-7868-4734C0620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2FB4F2-CD24-4476-8476-8C8525217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39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4E4B3BE7-EA7D-C8B3-1A79-124C373800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663579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282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FE21CBA-CCDD-4281-9C8A-E232B67A3A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2">
                                            <p:graphicEl>
                                              <a:dgm id="{FFE21CBA-CCDD-4281-9C8A-E232B67A3A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C3437E1-3F1B-4B83-B80E-8914EB101A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graphicEl>
                                              <a:dgm id="{AC3437E1-3F1B-4B83-B80E-8914EB101A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654F531-9870-4D4A-AE3A-D40F2A145A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graphicEl>
                                              <a:dgm id="{8654F531-9870-4D4A-AE3A-D40F2A145A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940C21E-C49E-4650-9981-58BB44CE2F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graphicEl>
                                              <a:dgm id="{B940C21E-C49E-4650-9981-58BB44CE2F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9ABCD57-F696-4E4E-AFA1-F4E16B6ED0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graphicEl>
                                              <a:dgm id="{59ABCD57-F696-4E4E-AFA1-F4E16B6ED0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自定义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2026-10-13T11:37:20Z</dcterms:created>
  <dcterms:modified xsi:type="dcterms:W3CDTF">2026-10-13T11:37:20Z</dcterms:modified>
</cp:coreProperties>
</file>