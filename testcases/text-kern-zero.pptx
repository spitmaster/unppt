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C5C1-0379-387A-193F-D521451BB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60B9B0-0D5F-711A-A36D-55E6B9B4B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6A3DE-8FF2-A7A8-E11D-C2966D64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0FC36-F818-11D1-47DC-CBBB8A34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07326-8167-DBB3-BDAE-5174E4B2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8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BAC10-B79A-1733-D25A-7EFE1345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3FF36-C342-F3FD-B1B9-0194B68EE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84816-5D5C-1AEB-B058-06AC4116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50350-213A-63DC-96CA-D32B7556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25E45C-E90F-4258-0F77-44BA7F4A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75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37B55-39CD-5702-7656-E4F42BD6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46B742-D0B1-FB73-BCCE-6B6CFB9CD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D28BA4-A0E5-54EF-07E1-B9825301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15387-31EE-3E5D-A6CD-1A6323A6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73A7DC-0A1E-C49E-902F-D261142F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6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64694-1631-7BB9-CB1F-A0B310D3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FB2D8-0C89-526C-CA9D-6B9391A50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E10D30-C113-5DC8-B411-23410E2EF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014521-652B-82EB-1597-C57F7B01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DD21CF-555B-D3ED-E47B-BE764CEB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A2497-66B1-1E9E-83F8-6B0516A0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6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28456-D636-3A2B-9746-B7E4D5F2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E8435-ADEB-04E5-0508-A98B62FBD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EAF3C7-BADD-A626-F411-972D0766F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F692A5-128A-E0A9-3144-36DD47FC2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BE6037-85E5-C316-831F-BB7209176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17420D-DDB3-DF9D-EFAA-A935ABD4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11939B-E630-78FB-D2E3-16A52CCB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FCEF1D-703D-DB38-CDDD-C57A6241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53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EE776-9CD3-6511-A0C2-D5CA2223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F7865D-7BD9-3659-B18B-A34B6B30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52DA9E-E502-C444-318C-0A0A7D3E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5AA7E6-B6AF-3960-7143-67B389BB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25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0E3F0D-B71A-CC18-9615-8159C762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AF0083-F5D0-C40E-8171-12B0686E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3F966-4CFC-BD84-7065-486B7E01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59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D03C6-2D28-04EE-AFCB-575951A1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73EE8-E878-61E5-5F64-E40FAD62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417FA1-342D-41F0-5A8F-0757E0EE9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28AD7-EF47-B180-1FB4-8FA3C075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98D677-5F3F-03B8-48FB-D347B646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5A697C-D915-A792-5D2B-707317AF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27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BE771-8E26-E87B-6A77-D6949A1B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CFC0A2-554C-76EE-B9DE-16820BA9D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B6D03D-0D0A-1E8E-8E95-884A6DB89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646DE-B178-5FAD-CBD4-945454AB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4A2500-F4EB-2C55-ECBA-44320195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4BC73F-2CAF-7637-DF0D-11870BF9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6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DAA4F-1CA6-E4D2-9FC6-B0265E2E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F95036-051D-1744-7707-F16392B90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3C685B-422A-5F1D-53FF-D57F74B8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85EA95-C004-58F5-340D-E9CDBFF2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A8043B-7152-FA80-FD54-7FCC0E1D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08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C1881A-3601-C18D-0F25-5DE978815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0C31E6-8EEF-988F-1812-F8C291278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213D0-4EA7-8BA2-6630-2643DF08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9D1A3-23DF-7AC2-EA23-185CEB19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B47A5-1E03-565E-3A61-AF9C7EF8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40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4E17FA-7C70-315D-3A06-BD382768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DE21B4-2F97-B0DA-E67E-02792F96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FB765-AF36-3147-37AB-669427B3C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21873-24DD-4FF0-965A-46179758978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14836-0BCD-26FB-2AC1-09DD2A38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F471BC-7CDC-1EB0-417F-0FF145D7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1C959-C10E-4B83-A81E-AE44AEDF4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09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2614FA-BFC1-1F01-3306-61F3B2BBEB63}"/>
              </a:ext>
            </a:extLst>
          </p:cNvPr>
          <p:cNvSpPr txBox="1"/>
          <p:nvPr/>
        </p:nvSpPr>
        <p:spPr>
          <a:xfrm>
            <a:off x="381000" y="381000"/>
            <a:ext cx="11430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kern="0">
                <a:latin typeface="Calibri" panose="020F0502020204030204" pitchFamily="34" charset="0"/>
              </a:rPr>
              <a:t>AVATAR TAVERN WAVY LT VALLEY TOYOTA AWAY YAWN VAT AVE AVATAR TAVERN WAVY LT VALLEY TOYOTA AWAY YAWN VAT AVE </a:t>
            </a:r>
            <a:endParaRPr lang="zh-CN" altLang="en-US" sz="2400" kern="0">
              <a:latin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E00C65-1CBA-437D-EC9A-919FA1559EA2}"/>
              </a:ext>
            </a:extLst>
          </p:cNvPr>
          <p:cNvSpPr txBox="1"/>
          <p:nvPr/>
        </p:nvSpPr>
        <p:spPr>
          <a:xfrm>
            <a:off x="381000" y="2286000"/>
            <a:ext cx="11430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>
                <a:latin typeface="Calibri" panose="020F0502020204030204" pitchFamily="34" charset="0"/>
              </a:rPr>
              <a:t>AVATAR TAVERN WAVY LT VALLEY TOYOTA AWAY YAWN VAT AVE AVATAR TAVERN WAVY LT VALLEY TOYOTA AWAY YAWN VAT AVE </a:t>
            </a:r>
            <a:endParaRPr lang="zh-CN" altLang="en-US" sz="2400">
              <a:latin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6BB1C9-5AD8-8076-4AA0-756C5CAB7CA8}"/>
              </a:ext>
            </a:extLst>
          </p:cNvPr>
          <p:cNvSpPr txBox="1"/>
          <p:nvPr/>
        </p:nvSpPr>
        <p:spPr>
          <a:xfrm>
            <a:off x="381000" y="4191000"/>
            <a:ext cx="11430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kern="100">
                <a:latin typeface="Calibri" panose="020F0502020204030204" pitchFamily="34" charset="0"/>
              </a:rPr>
              <a:t>AVATAR TAVERN WAVY LT VALLEY TOYOTA AWAY YAWN VAT AVE AVATAR TAVERN WAVY LT VALLEY TOYOTA AWAY YAWN VAT AVE </a:t>
            </a:r>
            <a:endParaRPr lang="zh-CN" altLang="en-US" sz="2400" kern="1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10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2026-10-20T14:39:46Z</dcterms:created>
  <dcterms:modified xsi:type="dcterms:W3CDTF">2026-10-20T14:39:46Z</dcterms:modified>
</cp:coreProperties>
</file>