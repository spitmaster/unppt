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60-49C5-A431-2C92D25FA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E3-4746-818C-425E219153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D7-48DE-92F6-2A8B9C503D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39-44C4-9725-F6CDB4D4F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D8-4F48-9FCF-2F348105E3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97-45CA-8CFC-0DACF487B5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18-42A1-AB70-2450BA43AD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33-4E61-895B-DE40B0C47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CB-41F0-B2E8-24B3CCFCD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08-4BBF-A19D-D95848CAA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AF-4FEB-9C19-F712FE623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5A-468B-BA8C-3808593D81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94FC7-810C-CDF5-596A-4F3D9F35E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4B73B8-9675-AA95-30B2-C5EEF101D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FA3059-0698-F6F0-EBFE-33704B08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BA1FC-EFE8-0D46-B5AD-BCF4FDB8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64360C-2E89-21FD-825B-BD5B2E01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851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58DB2-0976-8BEF-B793-E70576795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20631-4436-3F0D-7642-A1EF13128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D838D3-FED2-488F-D671-F0BAB05EB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3A4E2-A2B2-0F9A-B74A-2F1F7597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47C0AF-4871-16A2-C2A9-E712B13F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79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728C5-DD6D-280D-7874-6B4A491C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65EDFB-EFE7-2428-14E5-A7523C6D8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27CD88-F583-A02C-5BD7-507E2524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400C2E-53C2-8052-F72E-A2C5845DD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7EC43F-F954-5BBB-6FD1-AF7593D0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23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EB642C-5FB5-AF28-84DB-FA6EC449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30D83F-D475-C121-1C25-AED502934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A3C52A-B9B8-2202-ECC8-D0E22739A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C46772-18A5-79FF-C2F0-98C45760F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C5111A-E2C6-2D7F-F13D-5992CAA9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D7FDEC-8CD1-3DD9-E786-8FD34504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01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C98A3-A75A-9A5B-9E27-62E71A361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951B58-9185-FA69-79E7-CEDC0BD2F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856EF8-1CD3-2392-9E21-F37B7C0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EE4FBF-8A7E-7B74-34D3-592F26383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83EB90-FCFF-2EC3-EE5D-63CCF6BE3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7B3C50-43A7-61DE-28A8-DF4B6998E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255565-8CB3-8071-EEBF-3E920509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3C368F-DDB0-DEC1-DA81-717BBB8D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07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2F0E5-C695-B9B3-CFA7-D856F8A4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18AFC4-F4CF-7437-F4C5-3C2999EF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67835D-6586-E6FC-FAA5-9DAF5F17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1F7F6C-6B96-BC77-092A-8635AC70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54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5121F9-A7C6-BCAD-DC81-5C860233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60BD2F-C025-263F-C0AE-6FF19F34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8BAD38-A4C0-7C72-7A4B-A9FF52FB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11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607B3-85B3-E842-E669-2077408E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5080D-38E1-B199-A2FC-775EF0800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3656DB-7C83-674E-8F2C-2D6654F4F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6ECE47-BA61-0DA1-73F7-B7620A2C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996A2A-EBAD-B0C5-3C4B-D7120E61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2FEF60-B1D2-E342-152B-F9943523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10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E2DCD-9652-E43B-4CA7-07182E02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95B4FE-DF5C-985D-D580-2DFFF4618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9DCDBC-14AA-EC81-0FE3-67683D01B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536E3F-8EB2-60D4-B782-A7CA6BCB5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402442-0A54-6BCA-DAD7-04D235D9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5260F3-CE53-2DE2-122F-BF9335C7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09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421A9-3E7D-D8FE-07BF-9475C1403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737E11-C4F1-167B-82FA-6A1876CC5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E4D76-882B-6E89-C728-7E05F655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875A58-C044-A61E-A366-94F3D31A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04E2EF-72EF-7C7D-E913-9C3451EA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7709F1-7209-1D59-EC95-B372634C3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3293A3-869A-48A7-7675-CF46E8DDB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7880E1-9826-0050-8A9C-64AF223B7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8DB17-1A14-9006-699A-7F162FE0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BAB5DB-27CF-D3D4-A3F8-39CF0EC7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0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758FAE-87CE-1DCB-1612-77CC1E66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20A9B8-44FB-BC79-E9DC-D779D43CC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B700D9-7FA6-B051-CC55-CEBDE7E65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E3A59-315F-45EF-8573-3AD97DF439E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C13A36-BDB5-7FAB-D159-F49AEA21A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4974D3-F64D-3CD0-73F8-76881E01C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E206F-B578-4595-BB93-3F9125330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38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2D03E95F-7DC0-8B00-2908-7F731F9C09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4409192"/>
              </p:ext>
            </p:extLst>
          </p:nvPr>
        </p:nvGraphicFramePr>
        <p:xfrm>
          <a:off x="127000" y="1270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0CD45A0-A823-9F12-4043-5754240246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540823"/>
              </p:ext>
            </p:extLst>
          </p:nvPr>
        </p:nvGraphicFramePr>
        <p:xfrm>
          <a:off x="6096000" y="1270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48541FF7-254D-19D2-821C-FAD835EA43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2210060"/>
              </p:ext>
            </p:extLst>
          </p:nvPr>
        </p:nvGraphicFramePr>
        <p:xfrm>
          <a:off x="127000" y="34925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7070EDCE-6ADE-827D-EAB9-A187E5004C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0069508"/>
              </p:ext>
            </p:extLst>
          </p:nvPr>
        </p:nvGraphicFramePr>
        <p:xfrm>
          <a:off x="6096000" y="34925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85639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B935474B-F9DE-3F7B-7BBC-0FC6F04CC7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3279533"/>
              </p:ext>
            </p:extLst>
          </p:nvPr>
        </p:nvGraphicFramePr>
        <p:xfrm>
          <a:off x="127000" y="1270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077ADDA-C6FD-AD12-6ECE-DE405F5164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5785040"/>
              </p:ext>
            </p:extLst>
          </p:nvPr>
        </p:nvGraphicFramePr>
        <p:xfrm>
          <a:off x="6096000" y="1270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4A3561A0-2C40-BB93-FC92-5A5D4453E0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407027"/>
              </p:ext>
            </p:extLst>
          </p:nvPr>
        </p:nvGraphicFramePr>
        <p:xfrm>
          <a:off x="127000" y="34925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6E5FEDA6-08B3-B888-0A60-81AB3C9778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4965916"/>
              </p:ext>
            </p:extLst>
          </p:nvPr>
        </p:nvGraphicFramePr>
        <p:xfrm>
          <a:off x="6096000" y="34925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1367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19AB029D-EF4A-5859-90BF-2BDEF64DB3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0853937"/>
              </p:ext>
            </p:extLst>
          </p:nvPr>
        </p:nvGraphicFramePr>
        <p:xfrm>
          <a:off x="127000" y="1270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A70487AD-D95F-7745-984E-8BCA1B51A6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325338"/>
              </p:ext>
            </p:extLst>
          </p:nvPr>
        </p:nvGraphicFramePr>
        <p:xfrm>
          <a:off x="6096000" y="1270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77983694-F06E-6A8E-688E-4D4CCEBF7B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5379565"/>
              </p:ext>
            </p:extLst>
          </p:nvPr>
        </p:nvGraphicFramePr>
        <p:xfrm>
          <a:off x="127000" y="34925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5DB60F1D-9E4E-3424-C564-BD255EC6A2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0011618"/>
              </p:ext>
            </p:extLst>
          </p:nvPr>
        </p:nvGraphicFramePr>
        <p:xfrm>
          <a:off x="6096000" y="3492500"/>
          <a:ext cx="381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6099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2026-10-20T17:45:11Z</dcterms:created>
  <dcterms:modified xsi:type="dcterms:W3CDTF">2026-10-20T17:45:11Z</dcterms:modified>
</cp:coreProperties>
</file>