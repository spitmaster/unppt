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0.8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19-402A-93F9-C478B41FA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0.8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68-4627-AF3C-C1307FD40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C9-4F28-B220-A5A32A19D7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C9-4F28-B220-A5A32A19D7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C9-4F28-B220-A5A32A19D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258762992"/>
        <c:axId val="258761552"/>
      </c:stockChart>
      <c:dateAx>
        <c:axId val="2587629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58761552"/>
        <c:crosses val="autoZero"/>
        <c:auto val="1"/>
        <c:lblOffset val="100"/>
        <c:baseTimeUnit val="days"/>
      </c:dateAx>
      <c:valAx>
        <c:axId val="25876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58762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B5F5B-4ECF-5CBE-D4DB-40D91D75B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17A812-C998-ADD3-CB31-DBFF7CEAB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55704-6B1D-451D-0DE0-FFBE9FEE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1F250D-782C-4B57-1285-13E9E3CF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09491-2C75-4429-00A0-AA3ACB23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31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5DFF9-8759-7B0A-811B-A2AA4ED8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AB002-146F-B5D8-74FB-00F64333B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61EB-1B77-DA46-41DC-FF1D8C21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926F1-B766-0513-3D47-AC19D201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2B81B8-F8DC-6585-584A-1FCDF66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30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CEFA4-33A3-CF48-20CF-D50E3FAD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DF94B0-7320-C56F-4FAA-9F0B290BF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7ABDC-6DFC-9EDA-D04E-6D549E35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F2581A-9962-A4D2-2D8A-873E9E1F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289DC-9539-3390-FC58-BBE432A6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2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B7094-8486-CEEA-8CAD-A2C29A06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E6504-4446-6984-4631-38DAE03FF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53911-3B98-8EAB-42A0-74961494E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3629F-73E8-ED29-B885-1339B425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91AE00-89FA-38AA-17AB-7852DA68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111F0D-6D42-BDD1-11E5-561A01EE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88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BE98E-6BF6-7FD6-8358-30D19509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DD3953-0C92-8494-303C-FC06B188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F2886-0770-6999-71A0-AAFB2128B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FFAE2B-06DB-C150-9B1B-FE5D4B604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D8B353-8EDE-6C10-558B-C52F9C8F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403D03-23E9-6BDF-12CD-3FA7A9F3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42ACB5-7BD7-BD59-D9E8-E8F25250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CB0628-EDF2-D24C-2417-27A3F0F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0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25446-69EB-9B4F-A6AB-72E43473F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A014C8-0D8F-E8F3-B40C-DEA355C6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6BCAFD-79CE-D1F0-DF84-DC23649C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15FE56-F100-F8C7-2E97-CF88668F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89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98875A-E8F6-7D20-EAE1-62B9F6F0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B0352C-15C7-BE27-18EB-AA085EE6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6BF009-525D-64C8-1262-6ED772B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99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132CF-F22A-2015-9E12-3F521A53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B111BE-03F3-4002-B16B-AF4D0722D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A01A97-F1EF-F56A-1509-17AFF24CC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76CBF-7713-F980-D455-5724A518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54F974-D14D-041E-83C1-9DDCF42A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2FC6C-E807-853D-00B9-870AE022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91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7A4BE-4856-8CC0-0BE6-821BFEEC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18378A-0944-0A4F-C02B-08E55E55A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670F29-5300-A9B4-8D87-1DE97AC88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37D380-91B1-D225-8F1B-EE3390E2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9B11C-B620-2524-DA3F-706AFC57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4FF2FC-DD8E-F8DE-CF67-FDBE74C3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9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3AF4B-3159-8B9C-7137-08751BE4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37D5C1-0753-B2EE-EAEF-56554C5D5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F22FD-C12D-86A8-A7E8-2F1113A5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060297-F557-1F35-BAF6-32516275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0C0F7-5C08-AABC-E411-CB7A8090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4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A4B8ED-302C-DCD0-196A-48E931F0E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60864E-91E3-3D50-549B-D4AAEE4FE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F92EE-561A-7144-8AF1-D3A1B8B5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53561-BE5D-E2A7-57EA-E80B08B2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77469-B1D4-5488-761D-B60BF979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15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229B53-F42B-7778-B2A1-72FF61AA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431A06-31AD-1A37-D717-EBBB0A576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69FE1-4218-CBA7-D7D1-221ECD95B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425DE-832C-45AD-893C-EA5E67EA08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F19C3D-80C5-CEAD-3776-1C79AFD70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8CE544-8199-BA5B-7487-2A8F2195E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78883-A8CC-458B-AF31-13A6DFD8F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48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616B3A0A-043A-DD58-57EB-AA3C36C3A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187444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0EC909F-2288-4777-9604-009E27AEE0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8876748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6551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6FF30A06-3D5C-EFFB-72CF-5D569737F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903815"/>
              </p:ext>
            </p:extLst>
          </p:nvPr>
        </p:nvGraphicFramePr>
        <p:xfrm>
          <a:off x="254000" y="508000"/>
          <a:ext cx="11684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865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2026-10-13T17:02:15Z</dcterms:created>
  <dcterms:modified xsi:type="dcterms:W3CDTF">2026-10-13T17:02:15Z</dcterms:modified>
</cp:coreProperties>
</file>