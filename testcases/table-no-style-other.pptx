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D06F6-C97E-E028-8C04-AF67F11A5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CFA3FA-770F-266F-F079-4E220B0C7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5E322A-A497-FDF7-0D62-6AD98F59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8FB51-A814-B0C5-35B6-18D659B8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2B593-F202-8221-453C-C2C07EE1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72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17FF0-7FAD-E25C-BD67-77F78965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691AAF-0DCD-B2EB-0AC0-B2C9A4087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65FD19-F248-0B23-2A47-BF00C2CD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30F5EE-6DCB-CCD8-3015-3EE7BBCC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89F97C-BA77-B64F-4AA3-B12E27DC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74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ADEDF-FBD8-A0F3-AE0B-4917BA624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D90ED-DAB3-EAF8-6FDC-419741A5B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F2884-3B14-D5DB-335F-591EC34F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BE1F9-611D-FF42-A74C-99F2C50C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A036E-F457-FFA5-7DD5-0E26699D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89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C3971-77F5-4CE4-61B9-F88D40F2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5E1BA4-A480-4997-32C8-DA64911ED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B1C10E-E5AE-1719-A256-026AD6005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8F0723-6590-ECD1-AA8D-7AE757B9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C9AFDD-F225-404A-E8EB-150B8245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FBDB39-3736-E210-AB64-C9F357BB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4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48E4F-F532-A16D-B06E-963BEA2F0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691516-D882-075B-8B6C-A6312F091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19ABA-E88B-D2D6-09B6-E040B6510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0B708D-70AD-20FA-2511-D2E62DF54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CF76A3-7C5F-C179-71B7-BF4A13CE2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900DB5-1553-50BD-2F20-614F93D2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EB139C-C053-B9AF-C8A9-0B756A2C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B0DA50-79AD-E21C-57BE-49ABC73C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5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0ADF1-99A5-B38E-673F-D5B9A56A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CDD0D9-F999-A4A1-49E4-98852AF4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D0D0F8-EF20-6B80-CB99-9F8B87C2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EDEFF1-B0E9-1DE6-693E-96DB6571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50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B72B61-4C29-A974-98F2-7DF08330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194590-E9A8-B54C-6581-2D7BEBE1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52941-A2D0-21D6-EFF6-5CC5317A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26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81734-5178-5271-944E-406119F28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9AB347-D89D-6B36-E0F5-CBF005AFF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E639FF-4B25-96E1-761A-4990E8F3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0B0B92-5871-25EF-5637-3311C018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8092B7-26FA-93B0-8686-14555E66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C51017-A045-FBFE-0686-EC77C1B6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27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EE147-940E-4227-2989-E163B23E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5EF5EB-CAF0-1F71-FE2C-17E812872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1ABAEC-8FAD-B2B7-CDD3-C500970E1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384AFA-DC10-F226-EB22-3A39E1C3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B9D8EF-D12A-D68D-8AE1-3E4EBF49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7C97BA-BDBB-D548-9D94-3614585D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9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597B3-A273-EF7E-47DF-8EC12B66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BE3CB0-22BD-D760-A473-01202AC8F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CC85F-1507-A108-EC5E-8057D5C0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AC66B-B57C-EAE3-32AD-5F47190F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78488-55A2-9ADE-A854-8CED7F2A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1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38D581-F4E7-A864-FEBF-4D7F2856E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CFFB1F-6C8B-44D3-5A0B-0F849E550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0ABE-0E78-FB24-2564-11252CF1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094FA1-0D3C-6124-C81F-28A0D8E4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B51F4-7EEA-8DEA-4D97-344C3FE03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4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DBC7FF-CAE2-BCFA-1A69-45C323E4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2C50AC-C8B6-2D77-172F-42A2DDD1B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C7063-FF14-A83A-6418-8131889F7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20F42-654B-4CB9-8E75-5BB030E026C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E6AAF6-CF60-24C2-2E0D-59763DFE7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F7BCC-A71E-C942-3F1E-D708577C9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459B0-50EC-4256-ADB2-D7190C028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32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2800" b="1" kern="1200">
          <a:solidFill>
            <a:srgbClr val="FF000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1089BBD-62C9-7700-C0C2-22A1CBD7A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92007"/>
              </p:ext>
            </p:extLst>
          </p:nvPr>
        </p:nvGraphicFramePr>
        <p:xfrm>
          <a:off x="508000" y="1016000"/>
          <a:ext cx="5334000" cy="2032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18906549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48357241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11 Cell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12 Cell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41530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21 Cell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22 Cell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00919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92E06C2-7D7B-AD6A-0A60-5AABD8604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944866"/>
              </p:ext>
            </p:extLst>
          </p:nvPr>
        </p:nvGraphicFramePr>
        <p:xfrm>
          <a:off x="6350000" y="1016000"/>
          <a:ext cx="5334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9089341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8887955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11 Cell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12 Cell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38537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21 Cell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单元格 </a:t>
                      </a:r>
                      <a:r>
                        <a:rPr lang="en-US" altLang="zh-CN"/>
                        <a:t>22 Cell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09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64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2026-10-19T06:22:12Z</dcterms:created>
  <dcterms:modified xsi:type="dcterms:W3CDTF">2026-10-19T06:22:12Z</dcterms:modified>
</cp:coreProperties>
</file>