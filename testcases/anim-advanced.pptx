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EA8BCE-5E83-ACAF-8610-C69DBF470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F20095-A921-9A99-B936-0B6AE6AD5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E04D3A-2FCB-51E4-39D2-C6317D0AF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F48-593D-4890-8E20-A2AAD094E71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AA1D7A-D5C0-DF82-40BD-0202864C9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B744C5-95E7-AB8F-2CA9-FA39C142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4F42-C1D5-4FE2-B828-A0DB7954C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841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56E5B-193D-6A3C-A83D-7987078B3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842EE9-2F36-B277-C63C-81D6E8FF2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6551BC-91F7-FCF1-B2A4-5CD05042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F48-593D-4890-8E20-A2AAD094E71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E21B33-CBAC-0F42-2A71-5FD2B4BC3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922DA9-C100-BEC9-155D-D81ABB602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4F42-C1D5-4FE2-B828-A0DB7954C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863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DB5503-ED5D-6A44-8313-5D731481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22F3F5-9AC6-0062-564C-CBECF2FF6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3B94BB-729C-1273-6903-EFA97F0B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F48-593D-4890-8E20-A2AAD094E71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F78A8-0F17-6E67-6023-7C443378D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588583-F816-F9DD-14C0-679E1855C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4F42-C1D5-4FE2-B828-A0DB7954C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161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01BD4-7D3E-A906-9BD9-9622961E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404B4D-AD71-E6BD-13AC-264FB2E72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332F18-86D0-9804-CA1C-9F2FE8A14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14D1C0-C069-406D-253E-A0BF1E959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F48-593D-4890-8E20-A2AAD094E71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6DDE1D-9E8F-FC7B-2190-49A26D6F7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BF56F1-9AC1-8B3F-8241-046DA320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4F42-C1D5-4FE2-B828-A0DB7954C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373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7745A-7BE1-B88A-A736-6C95693FB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9EF0FD-3BE5-8607-975E-776CBBBDD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A46A49-D4C5-31D8-1534-DF0124705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30142A-DEAC-A41C-08BB-0471B1A30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245299-A9BD-0068-281A-44098FBF4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8EF8F5-F8CD-FB69-9BBF-F3346CBAA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F48-593D-4890-8E20-A2AAD094E71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8C47BA6-35FC-86C0-D3EC-5292DC48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B34D40-ACBB-5DC3-0FD8-344544CB2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4F42-C1D5-4FE2-B828-A0DB7954C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978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F759F-848C-4069-47EE-42FB42977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E74421-DE6C-F004-54D2-889A554AA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F48-593D-4890-8E20-A2AAD094E71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985AD3-75C9-A828-2B3D-639A03ED6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0595B3-889B-8D36-8057-F353D264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4F42-C1D5-4FE2-B828-A0DB7954C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30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C2387C-EBCF-38E6-4505-A6C869D0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F48-593D-4890-8E20-A2AAD094E71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8177BE-2BC0-B5B4-6154-76A6E6B0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8B71D9-EF63-9E45-671E-62B4EBCA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4F42-C1D5-4FE2-B828-A0DB7954C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93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70B2E-54FE-B5F2-BA06-AD157196C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6D075E-7BEF-A7BA-D4DD-FB0E2E89C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22C645-B425-BB78-9A12-68A3295C5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A03BD9-1F66-143B-ED01-C7308B42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F48-593D-4890-8E20-A2AAD094E71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BA4E1B-A5F9-F4F1-0BCA-D510C20FF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206966-2D51-1969-7E1A-FF8CF279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4F42-C1D5-4FE2-B828-A0DB7954C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75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DB081D-8221-F0AA-5FCB-9ECD1CBAA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DE41887-82C9-817B-C066-D5F364B02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96F0E1-C255-FA18-7A79-C8CB0F6A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D625BA-1DED-98AD-BEE0-D545CD7EB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F48-593D-4890-8E20-A2AAD094E71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7CD532-C93A-9EF5-71D3-8AF09F32B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0297A9-064D-8CF8-4A54-D8986954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4F42-C1D5-4FE2-B828-A0DB7954C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48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F358E-9CE6-5A7C-6819-D67A55417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C9FF03-7360-EF0F-8AE2-0B98FFB66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9D5B9-CDC4-B4A3-8951-4E041B753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F48-593D-4890-8E20-A2AAD094E71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0CB220-31E8-C243-4761-AC434F3A9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4991AC-63F9-1D04-AB5E-F489FC1D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4F42-C1D5-4FE2-B828-A0DB7954C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534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AFF810-4338-BA3D-E109-A5AABA4D2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6324E3-BC31-7C27-D22B-55111EB8F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F87684-E727-FACC-948E-6ECE7A98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9F48-593D-4890-8E20-A2AAD094E71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9073D3-72A7-B0C7-F2FA-DC7146C6D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C063A7-DB80-0BDC-423B-336BD2E83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4F42-C1D5-4FE2-B828-A0DB7954C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56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856FBC-CF39-A9B0-2F54-939E1C913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2C9693-76CF-37CD-94EC-7F978B6D7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CA289C-50CF-DD5C-0700-18E8C4194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B9F48-593D-4890-8E20-A2AAD094E71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7F9EFF-1526-9A4B-2623-2A63ADE23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F5DA38-0E40-253E-BAEE-3700873DE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74F42-C1D5-4FE2-B828-A0DB7954C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06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13740FC-CB3F-BC2F-3471-6A8B809E4727}"/>
              </a:ext>
            </a:extLst>
          </p:cNvPr>
          <p:cNvSpPr txBox="1"/>
          <p:nvPr/>
        </p:nvSpPr>
        <p:spPr>
          <a:xfrm>
            <a:off x="508000" y="508000"/>
            <a:ext cx="5334000" cy="2540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第一条要点</a:t>
            </a:r>
          </a:p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第二条要点</a:t>
            </a:r>
          </a:p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第三条要点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5AAE31-4C99-F86F-2FDE-D003CA461593}"/>
              </a:ext>
            </a:extLst>
          </p:cNvPr>
          <p:cNvSpPr/>
          <p:nvPr/>
        </p:nvSpPr>
        <p:spPr>
          <a:xfrm>
            <a:off x="6604000" y="508000"/>
            <a:ext cx="2032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4F9083B-E44D-6E6A-9811-39EE1A6B4090}"/>
              </a:ext>
            </a:extLst>
          </p:cNvPr>
          <p:cNvSpPr/>
          <p:nvPr/>
        </p:nvSpPr>
        <p:spPr>
          <a:xfrm>
            <a:off x="9144000" y="508000"/>
            <a:ext cx="2032000" cy="127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D5B2A79-C229-B965-6754-FDEEF53D16FC}"/>
              </a:ext>
            </a:extLst>
          </p:cNvPr>
          <p:cNvSpPr/>
          <p:nvPr/>
        </p:nvSpPr>
        <p:spPr>
          <a:xfrm>
            <a:off x="6604000" y="2540000"/>
            <a:ext cx="1524000" cy="152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47190FAD-DF93-CD8B-1417-A0450B723151}"/>
              </a:ext>
            </a:extLst>
          </p:cNvPr>
          <p:cNvSpPr/>
          <p:nvPr/>
        </p:nvSpPr>
        <p:spPr>
          <a:xfrm>
            <a:off x="508000" y="4826000"/>
            <a:ext cx="1270000" cy="12700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61F922-6687-7A31-27B6-3635B1339380}"/>
              </a:ext>
            </a:extLst>
          </p:cNvPr>
          <p:cNvSpPr/>
          <p:nvPr/>
        </p:nvSpPr>
        <p:spPr>
          <a:xfrm>
            <a:off x="8890000" y="4826000"/>
            <a:ext cx="2540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66813A-955E-B709-11F0-B873BF20D89A}"/>
              </a:ext>
            </a:extLst>
          </p:cNvPr>
          <p:cNvSpPr/>
          <p:nvPr/>
        </p:nvSpPr>
        <p:spPr>
          <a:xfrm>
            <a:off x="3810000" y="4826000"/>
            <a:ext cx="2540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A982FB6-53F3-B44A-5B73-89F1B8674E70}"/>
              </a:ext>
            </a:extLst>
          </p:cNvPr>
          <p:cNvSpPr/>
          <p:nvPr/>
        </p:nvSpPr>
        <p:spPr>
          <a:xfrm>
            <a:off x="9144000" y="2794000"/>
            <a:ext cx="1524000" cy="152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49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8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自定义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2026-10-12T13:19:05Z</dcterms:created>
  <dcterms:modified xsi:type="dcterms:W3CDTF">2026-10-12T13:19:05Z</dcterms:modified>
</cp:coreProperties>
</file>