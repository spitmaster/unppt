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7411B-D09E-DD3C-411C-9E2048E20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2EB970-C4D5-5AC9-4A39-DBC1CCFCF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1E999B-FA15-5B49-0D1A-BB770ABC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E1F72-3671-5EE5-B021-2DC318D2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209F87-8D86-9E80-6375-A3ACBBED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48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45213-36BD-BD3B-3891-D6D4CBC5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C8814F-354C-76A9-56A0-C9E923411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865F59-A334-7603-FAA2-05E4A5FD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F099AF-4CBB-07A1-854E-CE9DB0F2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22D762-9ED5-7901-CA35-8A961F1F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26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C99D-EDC5-B12F-0768-3BF3C490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1C79F4-40E9-C0C9-0565-AA4C3BAAA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F92F33-A71F-C890-5BDC-F38DF743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E9949-874C-78DA-B164-0E6FFCA1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7AE77-4205-FAA6-2846-63E6F65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54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9C315-31C4-3E38-8E81-DDF88CEBF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0070C1-55E5-EBB4-374A-3C0073649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4999B0-06CF-3B75-D55C-66F05E4B1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8A7F71-1154-BB78-18A6-994DF6AB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E3406C-8F40-B813-B817-D19B12EF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EE57B-B887-F2F3-A174-E51E2FC5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737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CC818-2968-6CB2-2160-365DDE3ED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8090DC-A2AA-C69E-6AE3-95F31943A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D9D916-C7B5-F5EE-2A9F-A79F1B6C0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40C876-DE66-DF96-8271-96ED11899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3CCAA8-AD30-6D37-7205-8569674DE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322A7F-7D65-47DB-5DD8-2EA91848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81D720-D42D-18CB-B0F9-06490CB2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EB4D9A-5E85-5E27-0CF6-81818BCC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25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DC7EF-F67D-5FE1-DF0F-D7B6231C7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B3822B-EDCD-0359-65EC-F52BC3D6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999087-018F-6B9F-440E-15F54D3D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053F37-5A2C-A2D7-D6D5-ABA0CF4A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80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EC43DF-63D5-D6FA-028B-A6178DCD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23DDF1-ACE2-A593-DDFC-4A1FBE00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4E67F-267D-50B7-0F9F-0B1CD4A5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40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0122C-FEE8-6614-0DEB-93C64D6D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AF1700-ACC0-6E12-FB0E-2704CE4B9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C35FC5-8FC9-F07D-0E10-E2C255DE6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9A7517-2F32-4775-224E-B9036B26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7BD9B0-EDA9-CA48-F89B-DEE98A52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6CD2A1-A3ED-0110-405D-50C2AF89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36F4F-541F-EFC8-BFD1-C6DE9CBA4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391D4F-D4A2-3D8F-910F-4DBFAF899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6A3B77-82B8-48B8-514B-5FF5B8A2B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C092F4-F290-B4D8-A9A3-DCE38D5CE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229989-3D1E-E19E-BC97-B3AC4DE3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2B6D4F-AA4C-0C5E-6B10-6FBAB006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2B0864-BEEB-E44B-2391-3C98232E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942414-D4A9-8178-6671-BE142B5A5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9880BB-2532-10D8-782F-FC7BFE71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A8A88-F15D-06B1-8BE7-62B57A35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D08D2-E785-6FA7-80D2-241097A2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1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EF31DD-2E29-F487-422F-044DF3B04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F9EB69-FE49-3BE1-DFC8-64F48744F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FC4613-13B6-0407-02B2-5D413BE5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92C743-C75A-6DC6-2759-72FBE0E6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E0A87-DB8F-23C5-1FA9-42D184BF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16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815AEB-FDF6-0CAD-7E64-086212FA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0D4E23-F22F-216B-5341-38A777F88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03F263-15BF-AA28-9307-B2CB601B5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30E23-1C7E-4BDD-8DEA-F6035AABEE4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61F51-752C-24CF-5E76-D7DF5A5CE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712E96-05AF-4A4E-E108-2F72DBC18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BFF87-3ED4-4C14-B31E-87B2E44CB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53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487576-1894-5082-59CB-FD509ECF8A35}"/>
                  </a:ext>
                </a:extLst>
              </p:cNvPr>
              <p:cNvSpPr txBox="1"/>
              <p:nvPr/>
            </p:nvSpPr>
            <p:spPr>
              <a:xfrm>
                <a:off x="507999" y="508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487576-1894-5082-59CB-FD509ECF8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99" y="508000"/>
                <a:ext cx="5842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592EF2C-8129-F4A0-1E27-810CEFC13F2C}"/>
                  </a:ext>
                </a:extLst>
              </p:cNvPr>
              <p:cNvSpPr txBox="1"/>
              <p:nvPr/>
            </p:nvSpPr>
            <p:spPr>
              <a:xfrm rot="5400000">
                <a:off x="1777999" y="508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592EF2C-8129-F4A0-1E27-810CEFC13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777999" y="508000"/>
                <a:ext cx="5842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8FA2A76-12B3-7D02-7159-D683DF55B425}"/>
                  </a:ext>
                </a:extLst>
              </p:cNvPr>
              <p:cNvSpPr txBox="1"/>
              <p:nvPr/>
            </p:nvSpPr>
            <p:spPr>
              <a:xfrm rot="10800000">
                <a:off x="3047999" y="508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8FA2A76-12B3-7D02-7159-D683DF55B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3047999" y="508000"/>
                <a:ext cx="584200" cy="685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9AB0CBA-FABB-B4FF-23EB-6E32758AF8AA}"/>
                  </a:ext>
                </a:extLst>
              </p:cNvPr>
              <p:cNvSpPr txBox="1"/>
              <p:nvPr/>
            </p:nvSpPr>
            <p:spPr>
              <a:xfrm rot="16200000">
                <a:off x="4317999" y="508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9AB0CBA-FABB-B4FF-23EB-6E32758AF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17999" y="508000"/>
                <a:ext cx="584200" cy="685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3A24131-9C2B-707B-AEE4-FAA11A34BAF2}"/>
                  </a:ext>
                </a:extLst>
              </p:cNvPr>
              <p:cNvSpPr txBox="1"/>
              <p:nvPr/>
            </p:nvSpPr>
            <p:spPr>
              <a:xfrm rot="1800000">
                <a:off x="5587999" y="508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3A24131-9C2B-707B-AEE4-FAA11A34B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000">
                <a:off x="5587999" y="508000"/>
                <a:ext cx="584200" cy="685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481490B-119B-9BB6-94D4-ED341E23904B}"/>
                  </a:ext>
                </a:extLst>
              </p:cNvPr>
              <p:cNvSpPr txBox="1"/>
              <p:nvPr/>
            </p:nvSpPr>
            <p:spPr>
              <a:xfrm flipH="1">
                <a:off x="6857999" y="508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481490B-119B-9BB6-94D4-ED341E239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57999" y="508000"/>
                <a:ext cx="584200" cy="6858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E2B9D3F-DE80-FBA3-0D46-22812F6B9352}"/>
                  </a:ext>
                </a:extLst>
              </p:cNvPr>
              <p:cNvSpPr txBox="1"/>
              <p:nvPr/>
            </p:nvSpPr>
            <p:spPr>
              <a:xfrm flipV="1">
                <a:off x="8127999" y="508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E2B9D3F-DE80-FBA3-0D46-22812F6B9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V="1">
                <a:off x="8127999" y="508000"/>
                <a:ext cx="584200" cy="6858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6F25EA9-88FC-BED0-4F50-8AC04A39B711}"/>
                  </a:ext>
                </a:extLst>
              </p:cNvPr>
              <p:cNvSpPr txBox="1"/>
              <p:nvPr/>
            </p:nvSpPr>
            <p:spPr>
              <a:xfrm rot="5400000" flipH="1">
                <a:off x="9397999" y="508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6F25EA9-88FC-BED0-4F50-8AC04A39B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 flipH="1">
                <a:off x="9397999" y="508000"/>
                <a:ext cx="5842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F12F0C4-6261-547D-DC66-33EED908B180}"/>
                  </a:ext>
                </a:extLst>
              </p:cNvPr>
              <p:cNvSpPr txBox="1"/>
              <p:nvPr/>
            </p:nvSpPr>
            <p:spPr>
              <a:xfrm rot="5400000" flipV="1">
                <a:off x="10667999" y="508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F12F0C4-6261-547D-DC66-33EED908B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 flipV="1">
                <a:off x="10667999" y="508000"/>
                <a:ext cx="584200" cy="685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3C6403A-2B47-A7E2-6A84-AAD08C19161E}"/>
                  </a:ext>
                </a:extLst>
              </p:cNvPr>
              <p:cNvSpPr txBox="1"/>
              <p:nvPr/>
            </p:nvSpPr>
            <p:spPr>
              <a:xfrm>
                <a:off x="507999" y="2286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3C6403A-2B47-A7E2-6A84-AAD08C191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99" y="2286000"/>
                <a:ext cx="584200" cy="6858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9B0F8B3-9743-E9E0-2F40-53D1D5B19C9A}"/>
                  </a:ext>
                </a:extLst>
              </p:cNvPr>
              <p:cNvSpPr txBox="1"/>
              <p:nvPr/>
            </p:nvSpPr>
            <p:spPr>
              <a:xfrm rot="5400000">
                <a:off x="1777999" y="2286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9B0F8B3-9743-E9E0-2F40-53D1D5B19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777999" y="2286000"/>
                <a:ext cx="584200" cy="6858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9AA5AA4-AC21-7578-179E-EACD072640B5}"/>
                  </a:ext>
                </a:extLst>
              </p:cNvPr>
              <p:cNvSpPr txBox="1"/>
              <p:nvPr/>
            </p:nvSpPr>
            <p:spPr>
              <a:xfrm rot="10800000">
                <a:off x="3047999" y="2286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9AA5AA4-AC21-7578-179E-EACD07264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3047999" y="2286000"/>
                <a:ext cx="584200" cy="6858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E211E53-8F26-B3A7-68D2-29BF54A45EAD}"/>
                  </a:ext>
                </a:extLst>
              </p:cNvPr>
              <p:cNvSpPr txBox="1"/>
              <p:nvPr/>
            </p:nvSpPr>
            <p:spPr>
              <a:xfrm rot="16200000">
                <a:off x="4317999" y="2286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E211E53-8F26-B3A7-68D2-29BF54A45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17999" y="2286000"/>
                <a:ext cx="584200" cy="6858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D3A41EA-89B5-7B1B-7725-285BEDADB3ED}"/>
                  </a:ext>
                </a:extLst>
              </p:cNvPr>
              <p:cNvSpPr txBox="1"/>
              <p:nvPr/>
            </p:nvSpPr>
            <p:spPr>
              <a:xfrm rot="1800000">
                <a:off x="5587999" y="2286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D3A41EA-89B5-7B1B-7725-285BEDADB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000">
                <a:off x="5587999" y="2286000"/>
                <a:ext cx="584200" cy="6858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0918410-D81A-BD52-D4B8-33595273E8FB}"/>
                  </a:ext>
                </a:extLst>
              </p:cNvPr>
              <p:cNvSpPr txBox="1"/>
              <p:nvPr/>
            </p:nvSpPr>
            <p:spPr>
              <a:xfrm flipH="1">
                <a:off x="6857999" y="2286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0918410-D81A-BD52-D4B8-33595273E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57999" y="2286000"/>
                <a:ext cx="584200" cy="6858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F80A5F2-4354-D5A8-C172-B4E3D3D11B42}"/>
                  </a:ext>
                </a:extLst>
              </p:cNvPr>
              <p:cNvSpPr txBox="1"/>
              <p:nvPr/>
            </p:nvSpPr>
            <p:spPr>
              <a:xfrm flipV="1">
                <a:off x="8127999" y="2286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F80A5F2-4354-D5A8-C172-B4E3D3D11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V="1">
                <a:off x="8127999" y="2286000"/>
                <a:ext cx="584200" cy="6858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C14A979-CCDE-116E-859D-A440BE0D9DAF}"/>
                  </a:ext>
                </a:extLst>
              </p:cNvPr>
              <p:cNvSpPr txBox="1"/>
              <p:nvPr/>
            </p:nvSpPr>
            <p:spPr>
              <a:xfrm rot="5400000" flipH="1">
                <a:off x="9397999" y="2286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C14A979-CCDE-116E-859D-A440BE0D9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 flipH="1">
                <a:off x="9397999" y="2286000"/>
                <a:ext cx="584200" cy="6858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3648233-295E-D505-AD46-70DB056766F4}"/>
                  </a:ext>
                </a:extLst>
              </p:cNvPr>
              <p:cNvSpPr txBox="1"/>
              <p:nvPr/>
            </p:nvSpPr>
            <p:spPr>
              <a:xfrm rot="5400000" flipV="1">
                <a:off x="10667999" y="2286000"/>
                <a:ext cx="584200" cy="6858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3648233-295E-D505-AD46-70DB05676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 flipV="1">
                <a:off x="10667999" y="2286000"/>
                <a:ext cx="584200" cy="6858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0C5A583D-04D9-8A5C-3DD6-811E4180B0A1}"/>
              </a:ext>
            </a:extLst>
          </p:cNvPr>
          <p:cNvSpPr txBox="1"/>
          <p:nvPr/>
        </p:nvSpPr>
        <p:spPr>
          <a:xfrm>
            <a:off x="317499" y="4318000"/>
            <a:ext cx="10160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4400">
                <a:solidFill>
                  <a:srgbClr val="1E3CA0"/>
                </a:solidFill>
                <a:latin typeface="Cambria Math" panose="02040503050406030204" pitchFamily="18" charset="0"/>
              </a:rPr>
              <a:t>F¬g</a:t>
            </a:r>
            <a:endParaRPr lang="zh-CN" altLang="en-US" sz="4400">
              <a:solidFill>
                <a:srgbClr val="1E3CA0"/>
              </a:solidFill>
              <a:latin typeface="Cambria Math" panose="020405030504060302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517B4E-91E8-70F3-6327-570153CD3373}"/>
              </a:ext>
            </a:extLst>
          </p:cNvPr>
          <p:cNvSpPr txBox="1"/>
          <p:nvPr/>
        </p:nvSpPr>
        <p:spPr>
          <a:xfrm rot="5400000">
            <a:off x="1587499" y="4318000"/>
            <a:ext cx="10160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4400">
                <a:solidFill>
                  <a:srgbClr val="1E3CA0"/>
                </a:solidFill>
                <a:latin typeface="Cambria Math" panose="02040503050406030204" pitchFamily="18" charset="0"/>
              </a:rPr>
              <a:t>F¬g</a:t>
            </a:r>
            <a:endParaRPr lang="zh-CN" altLang="en-US" sz="4400">
              <a:solidFill>
                <a:srgbClr val="1E3CA0"/>
              </a:solidFill>
              <a:latin typeface="Cambria Math" panose="020405030504060302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A98548-054F-FDA5-62EE-4574B278C7E6}"/>
              </a:ext>
            </a:extLst>
          </p:cNvPr>
          <p:cNvSpPr txBox="1"/>
          <p:nvPr/>
        </p:nvSpPr>
        <p:spPr>
          <a:xfrm rot="10800000">
            <a:off x="2857499" y="4318000"/>
            <a:ext cx="10160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4400">
                <a:solidFill>
                  <a:srgbClr val="1E3CA0"/>
                </a:solidFill>
                <a:latin typeface="Cambria Math" panose="02040503050406030204" pitchFamily="18" charset="0"/>
              </a:rPr>
              <a:t>F¬g</a:t>
            </a:r>
            <a:endParaRPr lang="zh-CN" altLang="en-US" sz="4400">
              <a:solidFill>
                <a:srgbClr val="1E3CA0"/>
              </a:solidFill>
              <a:latin typeface="Cambria Math" panose="020405030504060302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1C587B-20FB-4F19-6ED0-F812FE42F665}"/>
              </a:ext>
            </a:extLst>
          </p:cNvPr>
          <p:cNvSpPr txBox="1"/>
          <p:nvPr/>
        </p:nvSpPr>
        <p:spPr>
          <a:xfrm rot="16200000">
            <a:off x="4127499" y="4318000"/>
            <a:ext cx="10160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4400">
                <a:solidFill>
                  <a:srgbClr val="1E3CA0"/>
                </a:solidFill>
                <a:latin typeface="Cambria Math" panose="02040503050406030204" pitchFamily="18" charset="0"/>
              </a:rPr>
              <a:t>F¬g</a:t>
            </a:r>
            <a:endParaRPr lang="zh-CN" altLang="en-US" sz="4400">
              <a:solidFill>
                <a:srgbClr val="1E3CA0"/>
              </a:solidFill>
              <a:latin typeface="Cambria Math" panose="020405030504060302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A2D290A-D8B1-02EE-706E-37A57E614BE5}"/>
              </a:ext>
            </a:extLst>
          </p:cNvPr>
          <p:cNvSpPr txBox="1"/>
          <p:nvPr/>
        </p:nvSpPr>
        <p:spPr>
          <a:xfrm rot="1800000">
            <a:off x="5397499" y="4318000"/>
            <a:ext cx="10160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4400">
                <a:solidFill>
                  <a:srgbClr val="1E3CA0"/>
                </a:solidFill>
                <a:latin typeface="Cambria Math" panose="02040503050406030204" pitchFamily="18" charset="0"/>
              </a:rPr>
              <a:t>F¬g</a:t>
            </a:r>
            <a:endParaRPr lang="zh-CN" altLang="en-US" sz="4400">
              <a:solidFill>
                <a:srgbClr val="1E3CA0"/>
              </a:solidFill>
              <a:latin typeface="Cambria Math" panose="020405030504060302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6815DD-7D88-286F-092B-1D49701CE63A}"/>
              </a:ext>
            </a:extLst>
          </p:cNvPr>
          <p:cNvSpPr txBox="1"/>
          <p:nvPr/>
        </p:nvSpPr>
        <p:spPr>
          <a:xfrm flipH="1">
            <a:off x="6667499" y="4318000"/>
            <a:ext cx="10160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4400">
                <a:solidFill>
                  <a:srgbClr val="1E3CA0"/>
                </a:solidFill>
                <a:latin typeface="Cambria Math" panose="02040503050406030204" pitchFamily="18" charset="0"/>
              </a:rPr>
              <a:t>F¬g</a:t>
            </a:r>
            <a:endParaRPr lang="zh-CN" altLang="en-US" sz="4400">
              <a:solidFill>
                <a:srgbClr val="1E3CA0"/>
              </a:solidFill>
              <a:latin typeface="Cambria Math" panose="020405030504060302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4B95D74-02F9-937D-73EC-FEC73484BA44}"/>
              </a:ext>
            </a:extLst>
          </p:cNvPr>
          <p:cNvSpPr txBox="1"/>
          <p:nvPr/>
        </p:nvSpPr>
        <p:spPr>
          <a:xfrm flipV="1">
            <a:off x="7937499" y="4318000"/>
            <a:ext cx="10160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4400">
                <a:solidFill>
                  <a:srgbClr val="1E3CA0"/>
                </a:solidFill>
                <a:latin typeface="Cambria Math" panose="02040503050406030204" pitchFamily="18" charset="0"/>
              </a:rPr>
              <a:t>F¬g</a:t>
            </a:r>
            <a:endParaRPr lang="zh-CN" altLang="en-US" sz="4400">
              <a:solidFill>
                <a:srgbClr val="1E3CA0"/>
              </a:solidFill>
              <a:latin typeface="Cambria Math" panose="020405030504060302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4985D4-CE26-B10B-6D40-AE734BA1E07D}"/>
              </a:ext>
            </a:extLst>
          </p:cNvPr>
          <p:cNvSpPr txBox="1"/>
          <p:nvPr/>
        </p:nvSpPr>
        <p:spPr>
          <a:xfrm rot="5400000" flipH="1">
            <a:off x="9207499" y="4318000"/>
            <a:ext cx="10160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4400">
                <a:solidFill>
                  <a:srgbClr val="1E3CA0"/>
                </a:solidFill>
                <a:latin typeface="Cambria Math" panose="02040503050406030204" pitchFamily="18" charset="0"/>
              </a:rPr>
              <a:t>F¬g</a:t>
            </a:r>
            <a:endParaRPr lang="zh-CN" altLang="en-US" sz="4400">
              <a:solidFill>
                <a:srgbClr val="1E3CA0"/>
              </a:solidFill>
              <a:latin typeface="Cambria Math" panose="020405030504060302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78158A0-189D-E38E-E728-79730441E245}"/>
              </a:ext>
            </a:extLst>
          </p:cNvPr>
          <p:cNvSpPr txBox="1"/>
          <p:nvPr/>
        </p:nvSpPr>
        <p:spPr>
          <a:xfrm rot="5400000" flipV="1">
            <a:off x="10477499" y="4318000"/>
            <a:ext cx="10160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4400">
                <a:solidFill>
                  <a:srgbClr val="1E3CA0"/>
                </a:solidFill>
                <a:latin typeface="Cambria Math" panose="02040503050406030204" pitchFamily="18" charset="0"/>
              </a:rPr>
              <a:t>F¬g</a:t>
            </a:r>
            <a:endParaRPr lang="zh-CN" altLang="en-US" sz="4400">
              <a:solidFill>
                <a:srgbClr val="1E3CA0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4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9FC3F224-09CA-FBB6-ED10-A5D2ABB11D44}"/>
                  </a:ext>
                </a:extLst>
              </p:cNvPr>
              <p:cNvSpPr/>
              <p:nvPr/>
            </p:nvSpPr>
            <p:spPr>
              <a:xfrm>
                <a:off x="762000" y="762000"/>
                <a:ext cx="2286000" cy="1524000"/>
              </a:xfrm>
              <a:prstGeom prst="ellipse">
                <a:avLst/>
              </a:prstGeom>
              <a:solidFill>
                <a:srgbClr val="A0D2F0"/>
              </a:solidFill>
              <a:ln w="38100">
                <a:solidFill>
                  <a:srgbClr val="0040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9FC3F224-09CA-FBB6-ED10-A5D2ABB11D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762000"/>
                <a:ext cx="2286000" cy="1524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408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13C44B3-380E-B19B-2117-223D8983663F}"/>
                  </a:ext>
                </a:extLst>
              </p:cNvPr>
              <p:cNvSpPr/>
              <p:nvPr/>
            </p:nvSpPr>
            <p:spPr>
              <a:xfrm rot="1800000">
                <a:off x="4572000" y="762000"/>
                <a:ext cx="2286000" cy="1524000"/>
              </a:xfrm>
              <a:prstGeom prst="rect">
                <a:avLst/>
              </a:prstGeom>
              <a:solidFill>
                <a:srgbClr val="A0D2F0"/>
              </a:solidFill>
              <a:ln w="38100">
                <a:solidFill>
                  <a:srgbClr val="0040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13C44B3-380E-B19B-2117-223D89836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000">
                <a:off x="4572000" y="762000"/>
                <a:ext cx="2286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408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FCA51F8-5C01-7A90-8E3F-2CF6D0A88131}"/>
                  </a:ext>
                </a:extLst>
              </p:cNvPr>
              <p:cNvSpPr/>
              <p:nvPr/>
            </p:nvSpPr>
            <p:spPr>
              <a:xfrm flipV="1">
                <a:off x="8382000" y="762000"/>
                <a:ext cx="2286000" cy="1524000"/>
              </a:xfrm>
              <a:prstGeom prst="rect">
                <a:avLst/>
              </a:prstGeom>
              <a:solidFill>
                <a:srgbClr val="A0D2F0"/>
              </a:solidFill>
              <a:ln w="38100">
                <a:solidFill>
                  <a:srgbClr val="0040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4400"/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FCA51F8-5C01-7A90-8E3F-2CF6D0A881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V="1">
                <a:off x="8382000" y="762000"/>
                <a:ext cx="2286000" cy="1524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408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9DC37A25-386E-D5D4-E315-C71DD241CE9F}"/>
              </a:ext>
            </a:extLst>
          </p:cNvPr>
          <p:cNvGrpSpPr/>
          <p:nvPr/>
        </p:nvGrpSpPr>
        <p:grpSpPr>
          <a:xfrm flipH="1">
            <a:off x="1523999" y="4064000"/>
            <a:ext cx="1778001" cy="1270000"/>
            <a:chOff x="1523999" y="4064000"/>
            <a:chExt cx="1778001" cy="1270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E2581AF-9F91-0B43-A755-CD32A5C70359}"/>
                    </a:ext>
                  </a:extLst>
                </p:cNvPr>
                <p:cNvSpPr txBox="1"/>
                <p:nvPr/>
              </p:nvSpPr>
              <p:spPr>
                <a:xfrm>
                  <a:off x="1523999" y="4191000"/>
                  <a:ext cx="584200" cy="685800"/>
                </a:xfrm>
                <a:prstGeom prst="rect">
                  <a:avLst/>
                </a:prstGeom>
                <a:noFill/>
              </p:spPr>
              <p:txBody>
                <a:bodyPr vert="horz" wrap="non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</m:oMath>
                    </m:oMathPara>
                  </a14:m>
                  <a:endParaRPr lang="en-US" sz="4400"/>
                </a:p>
              </p:txBody>
            </p:sp>
          </mc:Choice>
          <mc:Fallback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2E2581AF-9F91-0B43-A755-CD32A5C703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3999" y="4191000"/>
                  <a:ext cx="584200" cy="6858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E1DCB9C-03F7-C3D5-0A2A-07FE59AF5E09}"/>
                </a:ext>
              </a:extLst>
            </p:cNvPr>
            <p:cNvSpPr/>
            <p:nvPr/>
          </p:nvSpPr>
          <p:spPr>
            <a:xfrm>
              <a:off x="2540000" y="4064000"/>
              <a:ext cx="762000" cy="1270000"/>
            </a:xfrm>
            <a:prstGeom prst="rect">
              <a:avLst/>
            </a:prstGeom>
            <a:solidFill>
              <a:srgbClr val="78A07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C4E0D13-2C91-D09A-0838-8E02F4FC06E9}"/>
              </a:ext>
            </a:extLst>
          </p:cNvPr>
          <p:cNvGrpSpPr/>
          <p:nvPr/>
        </p:nvGrpSpPr>
        <p:grpSpPr>
          <a:xfrm flipV="1">
            <a:off x="6603999" y="4064000"/>
            <a:ext cx="1778001" cy="1270000"/>
            <a:chOff x="6603999" y="4064000"/>
            <a:chExt cx="1778001" cy="1270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15BE358-D6CD-14A1-F2CE-FEBAA943121B}"/>
                    </a:ext>
                  </a:extLst>
                </p:cNvPr>
                <p:cNvSpPr txBox="1"/>
                <p:nvPr/>
              </p:nvSpPr>
              <p:spPr>
                <a:xfrm>
                  <a:off x="6603999" y="4191000"/>
                  <a:ext cx="584200" cy="685800"/>
                </a:xfrm>
                <a:prstGeom prst="rect">
                  <a:avLst/>
                </a:prstGeom>
                <a:noFill/>
              </p:spPr>
              <p:txBody>
                <a:bodyPr vert="horz" wrap="non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</m:oMath>
                    </m:oMathPara>
                  </a14:m>
                  <a:endParaRPr lang="en-US" sz="4400"/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15BE358-D6CD-14A1-F2CE-FEBAA9431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999" y="4191000"/>
                  <a:ext cx="584200" cy="6858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1D48A52-3E53-4064-C556-E27CE98A1B67}"/>
                </a:ext>
              </a:extLst>
            </p:cNvPr>
            <p:cNvSpPr/>
            <p:nvPr/>
          </p:nvSpPr>
          <p:spPr>
            <a:xfrm>
              <a:off x="7620000" y="4064000"/>
              <a:ext cx="762000" cy="1270000"/>
            </a:xfrm>
            <a:prstGeom prst="rect">
              <a:avLst/>
            </a:prstGeom>
            <a:solidFill>
              <a:srgbClr val="78A07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6341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宽屏</PresentationFormat>
  <Paragraphs>32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2026-10-23T12:23:03Z</dcterms:created>
  <dcterms:modified xsi:type="dcterms:W3CDTF">2026-10-23T12:23:05Z</dcterms:modified>
</cp:coreProperties>
</file>