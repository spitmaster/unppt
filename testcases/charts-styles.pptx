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3B-4C36-A310-CE6D092643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3B-4C36-A310-CE6D092643B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3B-4C36-A310-CE6D092643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45706160"/>
        <c:axId val="1045706640"/>
      </c:barChart>
      <c:catAx>
        <c:axId val="104570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45706640"/>
        <c:crosses val="autoZero"/>
        <c:auto val="1"/>
        <c:lblAlgn val="ctr"/>
        <c:lblOffset val="100"/>
        <c:noMultiLvlLbl val="0"/>
      </c:catAx>
      <c:valAx>
        <c:axId val="1045706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45706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D5-4662-A429-1DFEA77AC7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D5-4662-A429-1DFEA77AC7B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D5-4662-A429-1DFEA77AC7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050014048"/>
        <c:axId val="1050011648"/>
      </c:barChart>
      <c:catAx>
        <c:axId val="10500140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0011648"/>
        <c:crosses val="autoZero"/>
        <c:auto val="1"/>
        <c:lblAlgn val="ctr"/>
        <c:lblOffset val="100"/>
        <c:noMultiLvlLbl val="0"/>
      </c:catAx>
      <c:valAx>
        <c:axId val="10500116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0014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C0-4A97-BB48-764FF51663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C0-4A97-BB48-764FF51663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pattFill prst="narHorz">
              <a:fgClr>
                <a:schemeClr val="accent3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3"/>
              </a:inn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C0-4A97-BB48-764FF51663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1053400448"/>
        <c:axId val="1053399488"/>
      </c:barChart>
      <c:catAx>
        <c:axId val="1053400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3399488"/>
        <c:crosses val="autoZero"/>
        <c:auto val="1"/>
        <c:lblAlgn val="ctr"/>
        <c:lblOffset val="100"/>
        <c:noMultiLvlLbl val="0"/>
      </c:catAx>
      <c:valAx>
        <c:axId val="10533994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3400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B5-49AA-801D-A14825B552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gradFill>
              <a:gsLst>
                <a:gs pos="0">
                  <a:schemeClr val="accent2"/>
                </a:gs>
                <a:gs pos="100000">
                  <a:schemeClr val="accent2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B5-49AA-801D-A14825B552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gradFill>
              <a:gsLst>
                <a:gs pos="0">
                  <a:schemeClr val="accent3"/>
                </a:gs>
                <a:gs pos="100000">
                  <a:schemeClr val="accent3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B5-49AA-801D-A14825B552D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058363680"/>
        <c:axId val="1058358400"/>
      </c:barChart>
      <c:catAx>
        <c:axId val="1058363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8358400"/>
        <c:crosses val="autoZero"/>
        <c:auto val="1"/>
        <c:lblAlgn val="ctr"/>
        <c:lblOffset val="100"/>
        <c:noMultiLvlLbl val="0"/>
      </c:catAx>
      <c:valAx>
        <c:axId val="10583584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8363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F8-479E-879D-52C6B69E3D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F8-479E-879D-52C6B69E3D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F8-479E-879D-52C6B69E3D5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058366560"/>
        <c:axId val="1058353120"/>
      </c:barChart>
      <c:catAx>
        <c:axId val="1058366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8353120"/>
        <c:crosses val="autoZero"/>
        <c:auto val="1"/>
        <c:lblAlgn val="ctr"/>
        <c:lblOffset val="100"/>
        <c:noMultiLvlLbl val="0"/>
      </c:catAx>
      <c:valAx>
        <c:axId val="105835312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58366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D0-432D-B861-3ECC68476A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D0-432D-B861-3ECC68476A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D0-432D-B861-3ECC68476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58351200"/>
        <c:axId val="1058352160"/>
      </c:barChart>
      <c:catAx>
        <c:axId val="1058351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8352160"/>
        <c:crosses val="autoZero"/>
        <c:auto val="1"/>
        <c:lblAlgn val="ctr"/>
        <c:lblOffset val="100"/>
        <c:noMultiLvlLbl val="0"/>
      </c:catAx>
      <c:valAx>
        <c:axId val="1058352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8351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C0-456C-BD9B-A5105D3827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7C0-456C-BD9B-A5105D38278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7C0-456C-BD9B-A5105D382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53405248"/>
        <c:axId val="1053408128"/>
      </c:barChart>
      <c:catAx>
        <c:axId val="1053405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3408128"/>
        <c:crosses val="autoZero"/>
        <c:auto val="1"/>
        <c:lblAlgn val="ctr"/>
        <c:lblOffset val="100"/>
        <c:noMultiLvlLbl val="0"/>
      </c:catAx>
      <c:valAx>
        <c:axId val="1053408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3405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7D-4181-9360-F494047B39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7D-4181-9360-F494047B39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7D-4181-9360-F494047B39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050015488"/>
        <c:axId val="1050019328"/>
      </c:barChart>
      <c:catAx>
        <c:axId val="10500154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0019328"/>
        <c:crosses val="autoZero"/>
        <c:auto val="1"/>
        <c:lblAlgn val="ctr"/>
        <c:lblOffset val="100"/>
        <c:noMultiLvlLbl val="0"/>
      </c:catAx>
      <c:valAx>
        <c:axId val="1050019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001548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8E-4D96-87C4-18EAD61D13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8E-4D96-87C4-18EAD61D13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8E-4D96-87C4-18EAD61D13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58360800"/>
        <c:axId val="1058361760"/>
      </c:barChart>
      <c:catAx>
        <c:axId val="1058360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8361760"/>
        <c:crosses val="autoZero"/>
        <c:auto val="1"/>
        <c:lblAlgn val="ctr"/>
        <c:lblOffset val="100"/>
        <c:noMultiLvlLbl val="0"/>
      </c:catAx>
      <c:valAx>
        <c:axId val="105836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8360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1A-432B-99E0-21B677BC72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1A-432B-99E0-21B677BC72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gradFill flip="none" rotWithShape="1">
              <a:gsLst>
                <a:gs pos="0">
                  <a:schemeClr val="accent3"/>
                </a:gs>
                <a:gs pos="75000">
                  <a:schemeClr val="accent3">
                    <a:lumMod val="60000"/>
                    <a:lumOff val="40000"/>
                  </a:schemeClr>
                </a:gs>
                <a:gs pos="51000">
                  <a:schemeClr val="accent3">
                    <a:alpha val="75000"/>
                  </a:schemeClr>
                </a:gs>
                <a:gs pos="100000">
                  <a:schemeClr val="accent3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F1A-432B-99E0-21B677BC72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5"/>
        <c:overlap val="-70"/>
        <c:axId val="1053402368"/>
        <c:axId val="1045709040"/>
      </c:barChart>
      <c:catAx>
        <c:axId val="1053402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45709040"/>
        <c:crosses val="autoZero"/>
        <c:auto val="1"/>
        <c:lblAlgn val="ctr"/>
        <c:lblOffset val="100"/>
        <c:noMultiLvlLbl val="0"/>
      </c:catAx>
      <c:valAx>
        <c:axId val="104570904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3402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noFill/>
            <a:ln w="25400" cap="flat" cmpd="sng" algn="ctr">
              <a:solidFill>
                <a:schemeClr val="accent1"/>
              </a:solidFill>
              <a:miter lim="800000"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85-4D5A-8674-3C9EBC7340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noFill/>
            <a:ln w="25400" cap="flat" cmpd="sng" algn="ctr">
              <a:solidFill>
                <a:schemeClr val="accent2"/>
              </a:solidFill>
              <a:miter lim="800000"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85-4D5A-8674-3C9EBC7340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noFill/>
            <a:ln w="25400" cap="flat" cmpd="sng" algn="ctr">
              <a:solidFill>
                <a:schemeClr val="accent3"/>
              </a:solidFill>
              <a:miter lim="800000"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85-4D5A-8674-3C9EBC7340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35"/>
        <c:axId val="1103117776"/>
        <c:axId val="1103128336"/>
      </c:barChart>
      <c:catAx>
        <c:axId val="1103117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03128336"/>
        <c:crosses val="autoZero"/>
        <c:auto val="1"/>
        <c:lblAlgn val="ctr"/>
        <c:lblOffset val="100"/>
        <c:noMultiLvlLbl val="0"/>
      </c:catAx>
      <c:valAx>
        <c:axId val="11031283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03117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5C-4610-ADE6-E1D256D9DE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5C-4610-ADE6-E1D256D9DE9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5C-4610-ADE6-E1D256D9D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9"/>
        <c:axId val="1234335679"/>
        <c:axId val="1103114416"/>
      </c:barChart>
      <c:catAx>
        <c:axId val="1234335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03114416"/>
        <c:crosses val="autoZero"/>
        <c:auto val="1"/>
        <c:lblAlgn val="ctr"/>
        <c:lblOffset val="100"/>
        <c:noMultiLvlLbl val="0"/>
      </c:catAx>
      <c:valAx>
        <c:axId val="1103114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34335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11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35000"/>
          <a:lumOff val="65000"/>
        </a:schemeClr>
      </a:solidFill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/>
    <cs:fontRef idx="minor">
      <a:schemeClr val="dk1"/>
    </cs:fontRef>
    <cs:spPr>
      <a:noFill/>
      <a:ln w="25400" cap="flat" cmpd="sng" algn="ctr">
        <a:solidFill>
          <a:schemeClr val="phClr"/>
        </a:solidFill>
        <a:miter lim="800000"/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19050" cap="flat" cmpd="sng" algn="ctr">
        <a:solidFill>
          <a:schemeClr val="phClr"/>
        </a:solidFill>
        <a:miter lim="800000"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1"/>
    <cs:effectRef idx="0"/>
    <cs:fontRef idx="minor">
      <a:schemeClr val="tx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0" kern="1200" cap="none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98F55-1083-4A78-A24D-5F0BFAEC7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A8296D-A18B-EDFA-BD77-44E6F4FBC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B4BA7A-88B3-A68E-6FB6-E7763F00F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450F-043D-4E29-ADA5-6228B940839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1A2880-F1DF-5E7C-0315-4CD66AF7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52FC12-F375-B3E8-D86A-3C9080A91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4C453-37E7-4CB1-918A-56F640C4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10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4CF8F-648D-D022-21CA-B9308724A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C2FAF9-E7E2-BDEB-F454-24CA5F18B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32E66-F6AF-69E6-7AC6-E7DB0182F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450F-043D-4E29-ADA5-6228B940839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103786-BD64-8081-729E-055E1674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E5368F-C5CB-B6AF-9EA5-8CAA71AE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4C453-37E7-4CB1-918A-56F640C4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520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630EE8-FE45-B372-8796-6BD00785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60A552-A09B-7601-EB7D-21DA19BA4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3ACD30-FF1B-EF9E-1DC9-1B1426A1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450F-043D-4E29-ADA5-6228B940839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F06924-45CA-E4B7-8320-A40810CFB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A0D3B1-1AF1-5295-FC38-5B4A48BA4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4C453-37E7-4CB1-918A-56F640C4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03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2673B-13FB-C06C-8AC8-B7797F6B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7F2929-699B-3BC1-01B5-1BE799B97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516BFE-1AF3-A2F1-D4A2-BC9719ABC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D2FF27-3924-2AC0-030C-4848F44E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450F-043D-4E29-ADA5-6228B940839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61761D-29A9-A954-C2A5-78A659BA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8AE49A-8522-32DD-50EC-138A2108F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4C453-37E7-4CB1-918A-56F640C4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49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E90E4-497A-A8EC-81A2-D9D3F7B4D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41455F-1568-1213-6B2E-8A03F1001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7080CE-625E-9F5D-CAAB-1B1E21A5A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9E8F37-1BEF-47D9-37E6-1EE5EE22F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21D794-7FAC-D90D-0036-D20CEC08B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EDB3B1-2A9F-2DCE-EDB0-0479577B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450F-043D-4E29-ADA5-6228B940839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5E1C17-B8B6-4CCB-959F-378C224B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3C4547-8AA5-4EDD-B907-D6FAB050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4C453-37E7-4CB1-918A-56F640C4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42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B230A-3390-ED9C-9633-EA0FCBEB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FF56D6-C2FE-7302-9A5F-97416A33F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450F-043D-4E29-ADA5-6228B940839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FFAD24-2762-5C81-4CF6-0F3AE7FD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A6B0EF-5DD7-5E3D-321E-662D0162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4C453-37E7-4CB1-918A-56F640C4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990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CFB566-1CFF-929A-D7A7-255530FA6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450F-043D-4E29-ADA5-6228B940839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A7F8A3-0099-FE51-A316-0C05E24D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4DB779-7E80-1FAD-ED2D-644E4B66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4C453-37E7-4CB1-918A-56F640C4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6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1D5D8-0AD0-7316-F43F-FC1108463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33EF76-9BE2-1644-DBE8-AE38BD225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AD94C8-9953-CD34-FAD5-2669B5A1C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AE2FC9-495A-7942-BA89-771DEB97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450F-043D-4E29-ADA5-6228B940839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3336FC-4C6B-0BD2-C4A8-7DBA58870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C8FD28-A391-EEF4-1CA5-3D74B987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4C453-37E7-4CB1-918A-56F640C4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8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D63979-D03C-AD5E-80EA-9FC62DBA6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060E86-235A-1E44-A23F-4966BA5A16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FCF3FC-5FE6-2F75-0DA1-15E149EA4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06FB66-F156-A064-11EE-86C8B64E7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450F-043D-4E29-ADA5-6228B940839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45E996-6071-A322-FA56-D39C3F22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5A1CF2-630A-DE14-4F98-630951889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4C453-37E7-4CB1-918A-56F640C4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76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18AFD-84FC-1C4A-21E8-33CC63294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DADE87-8E3A-A6CE-5FFD-22458BCBB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4460B3-DB36-8BD3-9D9B-C3BFBF95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450F-043D-4E29-ADA5-6228B940839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D5E638-39FD-018D-60CF-59107B2EC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A45938-FDCC-4434-3FF4-7BB53DC1D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4C453-37E7-4CB1-918A-56F640C4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86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AE726D-9B9D-1F16-F1BA-C7E3BFFF1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8F60A6-C04C-C7FD-6A69-0CA4C925F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B7AD05-3748-F44C-9928-A2DA79248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450F-043D-4E29-ADA5-6228B940839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E33DBF-24DA-0D0B-5945-7E30B4EBF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F5AB71-DD3E-BF15-B54F-2E2C9CE9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4C453-37E7-4CB1-918A-56F640C4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92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20152B-594D-193F-DE30-771BF0C29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FB9C2F-007C-B692-C719-98FBD9B66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375C79-18DD-8B51-3868-A8DC91B621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F450F-043D-4E29-ADA5-6228B940839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E671A3-19FB-0ACD-E48D-C9A0C9394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0044F9-8935-81AE-CF0A-41390BCA4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4C453-37E7-4CB1-918A-56F640C4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78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403C0023-9C56-A924-4122-95F433ADBC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426702"/>
              </p:ext>
            </p:extLst>
          </p:nvPr>
        </p:nvGraphicFramePr>
        <p:xfrm>
          <a:off x="254000" y="1905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F35C91BB-E9DD-AB90-5CC7-AA4974EEA7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0378459"/>
              </p:ext>
            </p:extLst>
          </p:nvPr>
        </p:nvGraphicFramePr>
        <p:xfrm>
          <a:off x="6223000" y="1905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EC33B78E-29E0-659C-7036-0CC929FCD0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5330601"/>
              </p:ext>
            </p:extLst>
          </p:nvPr>
        </p:nvGraphicFramePr>
        <p:xfrm>
          <a:off x="254000" y="35560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FA4AD771-97F3-E5D0-09E3-9DB09BB06C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4270856"/>
              </p:ext>
            </p:extLst>
          </p:nvPr>
        </p:nvGraphicFramePr>
        <p:xfrm>
          <a:off x="6223000" y="35560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24609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C0EE4AF-0E21-4FDD-D82F-0801356F05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0838910"/>
              </p:ext>
            </p:extLst>
          </p:nvPr>
        </p:nvGraphicFramePr>
        <p:xfrm>
          <a:off x="254000" y="1905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EB7AFCC-3C20-9B4B-21CC-E3D03892F8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1427995"/>
              </p:ext>
            </p:extLst>
          </p:nvPr>
        </p:nvGraphicFramePr>
        <p:xfrm>
          <a:off x="6223000" y="1905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55460673-8AD1-ADED-1143-D1931816B1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675715"/>
              </p:ext>
            </p:extLst>
          </p:nvPr>
        </p:nvGraphicFramePr>
        <p:xfrm>
          <a:off x="254000" y="35560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ADEB6546-656F-A738-3DD6-6401963C26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9408925"/>
              </p:ext>
            </p:extLst>
          </p:nvPr>
        </p:nvGraphicFramePr>
        <p:xfrm>
          <a:off x="6223000" y="35560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8122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9E8DD79D-1999-A5B2-E958-6A0F2CA91D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380168"/>
              </p:ext>
            </p:extLst>
          </p:nvPr>
        </p:nvGraphicFramePr>
        <p:xfrm>
          <a:off x="254000" y="1905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2D41D6E8-A15F-BEBB-B801-93FE0F027B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5493635"/>
              </p:ext>
            </p:extLst>
          </p:nvPr>
        </p:nvGraphicFramePr>
        <p:xfrm>
          <a:off x="6223000" y="1905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63FF06AA-2728-4F46-A2F0-666460CD8E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7337558"/>
              </p:ext>
            </p:extLst>
          </p:nvPr>
        </p:nvGraphicFramePr>
        <p:xfrm>
          <a:off x="254000" y="35560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2A205B57-78EE-35AD-92E0-E50228D8A3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1261572"/>
              </p:ext>
            </p:extLst>
          </p:nvPr>
        </p:nvGraphicFramePr>
        <p:xfrm>
          <a:off x="6223000" y="35560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37709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2026-10-14T08:25:16Z</dcterms:created>
  <dcterms:modified xsi:type="dcterms:W3CDTF">2026-10-14T08:25:16Z</dcterms:modified>
</cp:coreProperties>
</file>