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BDE2C-639D-1921-F76B-AAE01C354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341BE4F-2591-55DD-3191-98E40FEFE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18A2B0-BFB1-B54B-10C9-EBA2D636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AE85A-CA5E-C8F5-9A83-F816594B2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ADE30-1E38-8E75-7CF1-E9A272644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96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D9626-56EC-150B-89F0-C636541A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C6FA2-F814-2159-5C39-E0D394F76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56665-A05D-F753-5460-58AC71D6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13E91-8AA3-9086-3478-32C8D9D4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DB2B0-127C-E96B-51D6-A927C347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0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D99D5-D02B-4100-2261-A545D8CC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A998B8-46FA-18A1-68C6-B30D3AB13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CC8D9-12E1-3F29-B313-B1575466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AC091A-7D0D-C50E-FC97-16BE8E24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9D8A9-F0E6-DC58-37E8-0FE845CE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17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58DD2-E2C4-4FC4-995F-2F026715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E5665E-3001-35FF-D06F-4F852F5F9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EAADD7-92D4-4CCD-CAE5-E8664E9EA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2E17F4-BCC3-E0A2-2E84-7680CA54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59DEFD-9954-10C0-2DFA-CECF87F0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C9FC87-F431-D452-7D08-BF19C42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09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22E6B-8565-6198-F0D5-D42FC0FDF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445803-8740-9DFF-3D01-2FDADB40E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B29D9-0468-293F-E385-B525480F5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592AEE-D8EF-A2DE-51AE-65ADEF041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7F506C-2DFB-BBD1-4AD4-90ECB2F34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BBF228-0ACD-D9D8-75C7-A8FF03E7E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3333F3-AF6E-4A24-4D82-D1A5268B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2E0A36D-C201-A9CB-2D18-B739A468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010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7EB68-952E-C2F8-64DB-CDC4FCAA4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998932-08C8-74A3-D72A-4D23DCA47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1FD88-8C6C-BD31-A822-9E7391647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62F20B-B9CF-8224-73EB-B9ECBD48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80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51C0F7-1E29-792C-B847-876F34364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B7EA3D-6362-82E9-4C9B-08E331D54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EF337B-5A13-485A-A4BE-162F399D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77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EA174-AEF9-BA7F-1CE1-9580080B0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842721-C984-E042-B66C-2DF73B877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1B4B93-0FC4-5539-CC4F-FD60FC89D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79FA30-F5E7-D23E-5862-4FC99709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2FA35D-0457-BB38-AAF4-7EAE327E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ADDC3F-C6E4-16A5-8973-8BFE2D5E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213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1FE4C-18A6-E918-05CA-C44ED6B4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3ED9E0-E2BF-DF37-3190-B4810FE1F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CB36A3-AD52-ABC9-0367-0758B7CC8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F4FCD-EEA4-558B-EF90-54561012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35C1A5-CC86-7088-5FBB-24EBD7CB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2392D3-704A-D621-461C-D34BE7B8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87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E1BE6-B0B9-A7E9-490B-45625060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16ED02-7A6B-B97A-EED7-1CB0B106F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5FE18D-D92A-8ECC-79F7-19A28F4B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F88F1D-0824-1498-DBC8-3B36BACB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60ED4-530B-FF1A-0090-5A7D34C2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62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DC56A4-A939-8EE6-5C4D-F25F897E4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66F5EE-EEEA-53F0-02D8-90725F8B4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A88FE-3BFB-8F77-9D5A-EBE67085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1762E2-027D-827B-441F-1D9FCD00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F3791-A057-4658-0F78-E89B0FD8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05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CA4261-5423-1672-74EF-06BB71C6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3827E8-EC62-AAC3-1ED6-F870D24A8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F934CA-A115-E4F2-6503-7DA41618A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864D8-6ACC-49C4-AAE8-EDA59BF15F3E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C04F4-4380-2521-8EB9-E7D985D6A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2B7B8B-5983-8D93-78DB-1C1C422AA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0BE4D-F99F-4F3A-AF85-9B6F610D80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1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434F4254-515A-9E61-7AFE-7B288E8DB36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762000"/>
            <a:ext cx="762000" cy="762000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384B56A3-79F2-A85C-7A47-95E88FDE549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0" y="762000"/>
            <a:ext cx="5334000" cy="5334000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32733351-7EB9-8FA0-98F9-8697034209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0" y="1270000"/>
            <a:ext cx="381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5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2026-10-13T04:37:45Z</dcterms:created>
  <dcterms:modified xsi:type="dcterms:W3CDTF">2026-10-13T04:37:45Z</dcterms:modified>
</cp:coreProperties>
</file>