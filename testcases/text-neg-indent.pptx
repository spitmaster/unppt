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FA2386-D288-1FFB-D437-376CA4C64A0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00F4D72-9D37-4462-82D6-0ABCE32A39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304684-C1DA-C6F7-2D64-4088BB97A90C}"/>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C7072E2D-C279-5D01-7AEA-BCBF370802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32B5AA1-22A7-B56A-E304-171C31D67D8B}"/>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2817982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2A6077-3FD3-C762-5898-B6414A06D7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0D813AC-01A5-DF6A-90AA-F0858DEA184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846F6E2-DA2D-8E81-3B72-D2FD0EC7C40B}"/>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C7FB7D0A-BD0C-0756-C217-CDD0AD35DB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3C0423-0E5C-9343-D0A7-CC02C36E08E3}"/>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3727781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4E3FF4-281B-47BD-160B-FFD19B9A504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43E132F-EBB7-9EF4-7414-0F6BE61CCE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CFDF4B5-98A0-313A-9931-FBFC2B99E9E8}"/>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9295819A-8611-08C5-D09C-C8762B5D91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CB6885-F16A-54BA-0425-81E5FB62E0D0}"/>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400227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2EB8E-DB2F-C4B5-24AF-F46C074C349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8FCE76-5551-64DB-1234-8DE4E56B74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68D6E1-825F-5E49-F790-83AAFE2699A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C8AEA5D-82EE-B465-0B2D-6AD952C32F9F}"/>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529A6AFB-2798-4DF6-757A-AA06E00DEE6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FD6FC3-D617-05EC-DE2F-DB42EF1F42C5}"/>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4247339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8E59B3-21E0-21F2-4B10-318FDA1B778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6C69DAA-2D17-D643-82CF-151DC5ECB3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F1DFB19-F511-4F67-8C0A-82B3FCAE1BD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A31AE58-DD59-A9D7-F8E1-0E6A18EC09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AB60C7A-DB80-90E2-634F-3EE49590C4D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EAC8E6D6-DBF7-BC83-2B58-4D8B5F3C7E16}"/>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8" name="页脚占位符 7">
            <a:extLst>
              <a:ext uri="{FF2B5EF4-FFF2-40B4-BE49-F238E27FC236}">
                <a16:creationId xmlns:a16="http://schemas.microsoft.com/office/drawing/2014/main" id="{252EF4D5-C238-6450-0E05-87DC492D58F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7371B04-1295-BF29-D61F-43A1C5261524}"/>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4138762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2B4B1D-7355-BDFE-A85E-D829C6C7D6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89691D-D30F-E5C7-FB5E-2663B6FCC08B}"/>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4" name="页脚占位符 3">
            <a:extLst>
              <a:ext uri="{FF2B5EF4-FFF2-40B4-BE49-F238E27FC236}">
                <a16:creationId xmlns:a16="http://schemas.microsoft.com/office/drawing/2014/main" id="{86B345BE-8508-2845-C963-1DCA0EDCFE9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0B95A8B-F437-2EA3-18B6-9D3AF8DDBBA8}"/>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3190407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53593A-C436-52F6-F43A-F640F38848BA}"/>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3" name="页脚占位符 2">
            <a:extLst>
              <a:ext uri="{FF2B5EF4-FFF2-40B4-BE49-F238E27FC236}">
                <a16:creationId xmlns:a16="http://schemas.microsoft.com/office/drawing/2014/main" id="{FEC45AA5-E010-5883-48AB-19CAD2DBD84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3E757D6-78F2-E602-2FEE-D134ACA30CA2}"/>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3236011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AF6F0C-4315-36C2-FD15-1B8B499DE25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4F4A9A3-1E02-F504-DC24-1B6E1279D0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ABB6C61-C096-26C3-168D-C5F593548E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FEC0DA8-7745-B4AD-9719-B14E6E19BF0C}"/>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A51E720F-74D3-2B03-B17B-59DAD4E6BD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A3DF37-7221-FF22-57EB-4AC51E0FD55E}"/>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1256078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65FC77-4BDC-299B-9FF7-0E96847865E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2421D9C-9124-7599-5802-0F9927D62F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D00E3D3-C677-2C12-4EBA-F6E8FC965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C471E51-CC02-FE9F-787B-B6C365F54982}"/>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6" name="页脚占位符 5">
            <a:extLst>
              <a:ext uri="{FF2B5EF4-FFF2-40B4-BE49-F238E27FC236}">
                <a16:creationId xmlns:a16="http://schemas.microsoft.com/office/drawing/2014/main" id="{DFC9CA27-6FC1-1B45-BD0D-7219F7A91E0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79D4567-B321-83B5-E8B5-FE7ECDF0D0E5}"/>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3881528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995514-45B4-EED9-6389-7B0AE6DA390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231E6C-C52B-FE15-878A-84AF2DC3539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548C9B-80AF-65B4-AD74-FC89EAC5647A}"/>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67B418FB-AE36-BB66-79B6-057D3032705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4B9134-4FAC-513C-240B-F95CD1D9C6BC}"/>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1865743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A49EF7E-95B2-7EFE-AFF2-B7993B60367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E26B663-1722-0E01-28EF-1C93FC3DCDC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6948635-D595-5ADB-BC53-343C83289E89}"/>
              </a:ext>
            </a:extLst>
          </p:cNvPr>
          <p:cNvSpPr>
            <a:spLocks noGrp="1"/>
          </p:cNvSpPr>
          <p:nvPr>
            <p:ph type="dt" sz="half" idx="10"/>
          </p:nvPr>
        </p:nvSpPr>
        <p:spPr/>
        <p:txBody>
          <a:body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0FEB84F4-DFDA-5002-F2F4-29D4E01437E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4DDE99-B5DA-F13C-3760-C1F8A68D2784}"/>
              </a:ext>
            </a:extLst>
          </p:cNvPr>
          <p:cNvSpPr>
            <a:spLocks noGrp="1"/>
          </p:cNvSpPr>
          <p:nvPr>
            <p:ph type="sldNum" sz="quarter" idx="12"/>
          </p:nvPr>
        </p:nvSpPr>
        <p:spPr/>
        <p:txBody>
          <a:body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1139497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87E50EB-5CC9-00E7-78A1-EE99D2511D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A05C4BA-7999-838C-1589-4169A042E1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5270F8-42DA-340F-B9DA-D02460FBEA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59FCB9C-84C2-4CA5-AB5D-3DAA993A09EA}" type="datetimeFigureOut">
              <a:rPr lang="zh-CN" altLang="en-US" smtClean="0"/>
              <a:t>2026/10/19</a:t>
            </a:fld>
            <a:endParaRPr lang="zh-CN" altLang="en-US"/>
          </a:p>
        </p:txBody>
      </p:sp>
      <p:sp>
        <p:nvSpPr>
          <p:cNvPr id="5" name="页脚占位符 4">
            <a:extLst>
              <a:ext uri="{FF2B5EF4-FFF2-40B4-BE49-F238E27FC236}">
                <a16:creationId xmlns:a16="http://schemas.microsoft.com/office/drawing/2014/main" id="{9D992A6F-1F4B-AEA5-E5B3-3F1ED2407D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94C11EDE-FF0B-9537-BBE9-611F89A70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FFEF86-BD17-4F31-A031-90A9D387281B}" type="slidenum">
              <a:rPr lang="zh-CN" altLang="en-US" smtClean="0"/>
              <a:t>‹#›</a:t>
            </a:fld>
            <a:endParaRPr lang="zh-CN" altLang="en-US"/>
          </a:p>
        </p:txBody>
      </p:sp>
    </p:spTree>
    <p:extLst>
      <p:ext uri="{BB962C8B-B14F-4D97-AF65-F5344CB8AC3E}">
        <p14:creationId xmlns:p14="http://schemas.microsoft.com/office/powerpoint/2010/main" val="7445950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0BBF599-E5BF-3C05-AA4B-7509C7A7251F}"/>
              </a:ext>
            </a:extLst>
          </p:cNvPr>
          <p:cNvSpPr txBox="1"/>
          <p:nvPr/>
        </p:nvSpPr>
        <p:spPr>
          <a:xfrm>
            <a:off x="508000" y="381000"/>
            <a:ext cx="3810000" cy="369332"/>
          </a:xfrm>
          <a:prstGeom prst="rect">
            <a:avLst/>
          </a:prstGeom>
          <a:noFill/>
          <a:ln>
            <a:solidFill>
              <a:srgbClr val="C8C8C8"/>
            </a:solidFill>
          </a:ln>
        </p:spPr>
        <p:txBody>
          <a:bodyPr vert="horz" wrap="square" rtlCol="0">
            <a:noAutofit/>
          </a:bodyPr>
          <a:lstStyle/>
          <a:p>
            <a:pPr marL="0" indent="-476250">
              <a:buNone/>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3" name="文本框 2">
            <a:extLst>
              <a:ext uri="{FF2B5EF4-FFF2-40B4-BE49-F238E27FC236}">
                <a16:creationId xmlns:a16="http://schemas.microsoft.com/office/drawing/2014/main" id="{9DAEE214-2A12-371C-6E20-06D2A727D04E}"/>
              </a:ext>
            </a:extLst>
          </p:cNvPr>
          <p:cNvSpPr txBox="1"/>
          <p:nvPr/>
        </p:nvSpPr>
        <p:spPr>
          <a:xfrm>
            <a:off x="508000" y="1587500"/>
            <a:ext cx="3810000" cy="369332"/>
          </a:xfrm>
          <a:prstGeom prst="rect">
            <a:avLst/>
          </a:prstGeom>
          <a:noFill/>
          <a:ln>
            <a:solidFill>
              <a:srgbClr val="C8C8C8"/>
            </a:solidFill>
          </a:ln>
        </p:spPr>
        <p:txBody>
          <a:bodyPr vert="horz" wrap="square" rtlCol="0">
            <a:noAutofit/>
          </a:bodyPr>
          <a:lstStyle/>
          <a:p>
            <a:pPr marL="228600" indent="-476250">
              <a:buNone/>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4" name="文本框 3">
            <a:extLst>
              <a:ext uri="{FF2B5EF4-FFF2-40B4-BE49-F238E27FC236}">
                <a16:creationId xmlns:a16="http://schemas.microsoft.com/office/drawing/2014/main" id="{95A35C16-68FF-E490-4E0C-E2F2FC3701AC}"/>
              </a:ext>
            </a:extLst>
          </p:cNvPr>
          <p:cNvSpPr txBox="1"/>
          <p:nvPr/>
        </p:nvSpPr>
        <p:spPr>
          <a:xfrm>
            <a:off x="508000" y="2794000"/>
            <a:ext cx="3810000" cy="369332"/>
          </a:xfrm>
          <a:prstGeom prst="rect">
            <a:avLst/>
          </a:prstGeom>
          <a:noFill/>
          <a:ln>
            <a:solidFill>
              <a:srgbClr val="C8C8C8"/>
            </a:solidFill>
          </a:ln>
        </p:spPr>
        <p:txBody>
          <a:bodyPr vert="horz" wrap="square" rtlCol="0">
            <a:noAutofit/>
          </a:bodyPr>
          <a:lstStyle/>
          <a:p>
            <a:pPr marL="571500" indent="-476250">
              <a:buNone/>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5" name="文本框 4">
            <a:extLst>
              <a:ext uri="{FF2B5EF4-FFF2-40B4-BE49-F238E27FC236}">
                <a16:creationId xmlns:a16="http://schemas.microsoft.com/office/drawing/2014/main" id="{22C6619E-C9BA-08D2-7854-E271EFBB8074}"/>
              </a:ext>
            </a:extLst>
          </p:cNvPr>
          <p:cNvSpPr txBox="1"/>
          <p:nvPr/>
        </p:nvSpPr>
        <p:spPr>
          <a:xfrm>
            <a:off x="508000" y="4000500"/>
            <a:ext cx="3810000" cy="369332"/>
          </a:xfrm>
          <a:prstGeom prst="rect">
            <a:avLst/>
          </a:prstGeom>
          <a:noFill/>
          <a:ln>
            <a:solidFill>
              <a:srgbClr val="C8C8C8"/>
            </a:solidFill>
          </a:ln>
        </p:spPr>
        <p:txBody>
          <a:bodyPr vert="horz" wrap="square" rtlCol="0">
            <a:noAutofit/>
          </a:bodyPr>
          <a:lstStyle/>
          <a:p>
            <a:pPr marL="0" indent="0">
              <a:buNone/>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6" name="文本框 5">
            <a:extLst>
              <a:ext uri="{FF2B5EF4-FFF2-40B4-BE49-F238E27FC236}">
                <a16:creationId xmlns:a16="http://schemas.microsoft.com/office/drawing/2014/main" id="{7A394885-7507-DA4C-E459-3EE3A93F44DD}"/>
              </a:ext>
            </a:extLst>
          </p:cNvPr>
          <p:cNvSpPr txBox="1"/>
          <p:nvPr/>
        </p:nvSpPr>
        <p:spPr>
          <a:xfrm>
            <a:off x="508000" y="5207000"/>
            <a:ext cx="3810000" cy="369332"/>
          </a:xfrm>
          <a:prstGeom prst="rect">
            <a:avLst/>
          </a:prstGeom>
          <a:noFill/>
          <a:ln>
            <a:solidFill>
              <a:srgbClr val="C8C8C8"/>
            </a:solidFill>
          </a:ln>
        </p:spPr>
        <p:txBody>
          <a:bodyPr vert="horz" wrap="square" rtlCol="0">
            <a:noAutofit/>
          </a:bodyPr>
          <a:lstStyle/>
          <a:p>
            <a:pPr marL="0" indent="-228600">
              <a:buNone/>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7" name="文本框 6">
            <a:extLst>
              <a:ext uri="{FF2B5EF4-FFF2-40B4-BE49-F238E27FC236}">
                <a16:creationId xmlns:a16="http://schemas.microsoft.com/office/drawing/2014/main" id="{94E0C763-F1B4-A21F-757E-780361C92507}"/>
              </a:ext>
            </a:extLst>
          </p:cNvPr>
          <p:cNvSpPr txBox="1"/>
          <p:nvPr/>
        </p:nvSpPr>
        <p:spPr>
          <a:xfrm>
            <a:off x="6223000" y="381000"/>
            <a:ext cx="3810000" cy="369332"/>
          </a:xfrm>
          <a:prstGeom prst="rect">
            <a:avLst/>
          </a:prstGeom>
          <a:noFill/>
          <a:ln>
            <a:solidFill>
              <a:srgbClr val="C8C8C8"/>
            </a:solidFill>
          </a:ln>
        </p:spPr>
        <p:txBody>
          <a:bodyPr vert="horz" wrap="square" rtlCol="0">
            <a:noAutofit/>
          </a:bodyPr>
          <a:lstStyle/>
          <a:p>
            <a:pPr marL="228600" indent="-59055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8" name="文本框 7">
            <a:extLst>
              <a:ext uri="{FF2B5EF4-FFF2-40B4-BE49-F238E27FC236}">
                <a16:creationId xmlns:a16="http://schemas.microsoft.com/office/drawing/2014/main" id="{949E89F6-6F30-25EA-1466-101389F09833}"/>
              </a:ext>
            </a:extLst>
          </p:cNvPr>
          <p:cNvSpPr txBox="1"/>
          <p:nvPr/>
        </p:nvSpPr>
        <p:spPr>
          <a:xfrm>
            <a:off x="6223000" y="1587500"/>
            <a:ext cx="3810000" cy="369332"/>
          </a:xfrm>
          <a:prstGeom prst="rect">
            <a:avLst/>
          </a:prstGeom>
          <a:noFill/>
          <a:ln>
            <a:solidFill>
              <a:srgbClr val="C8C8C8"/>
            </a:solidFill>
          </a:ln>
        </p:spPr>
        <p:txBody>
          <a:bodyPr vert="horz" wrap="square" rtlCol="0">
            <a:noAutofit/>
          </a:bodyPr>
          <a:lstStyle/>
          <a:p>
            <a:pPr marL="0" indent="-285750">
              <a:buFont typeface="+mj-lt"/>
              <a:buAutoNum type="arabicPeriod"/>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
        <p:nvSpPr>
          <p:cNvPr id="9" name="文本框 8">
            <a:extLst>
              <a:ext uri="{FF2B5EF4-FFF2-40B4-BE49-F238E27FC236}">
                <a16:creationId xmlns:a16="http://schemas.microsoft.com/office/drawing/2014/main" id="{D38B63FD-1A58-EB8B-1B54-4987795ED84E}"/>
              </a:ext>
            </a:extLst>
          </p:cNvPr>
          <p:cNvSpPr txBox="1"/>
          <p:nvPr/>
        </p:nvSpPr>
        <p:spPr>
          <a:xfrm>
            <a:off x="6223000" y="2794000"/>
            <a:ext cx="3810000" cy="369332"/>
          </a:xfrm>
          <a:prstGeom prst="rect">
            <a:avLst/>
          </a:prstGeom>
          <a:noFill/>
          <a:ln>
            <a:solidFill>
              <a:srgbClr val="C8C8C8"/>
            </a:solidFill>
          </a:ln>
        </p:spPr>
        <p:txBody>
          <a:bodyPr vert="horz" wrap="square" rtlCol="0">
            <a:noAutofit/>
          </a:bodyPr>
          <a:lstStyle/>
          <a:p>
            <a:pPr marL="571500" indent="-285750">
              <a:buFont typeface="Arial"/>
              <a:buChar char="•"/>
            </a:pPr>
            <a:r>
              <a:rPr lang="en-US" altLang="zh-CN" sz="1400">
                <a:latin typeface="Microsoft YaHei" panose="020B0503020204020204" pitchFamily="34" charset="-122"/>
                <a:ea typeface="Microsoft YaHei" panose="020B0503020204020204" pitchFamily="34" charset="-122"/>
              </a:rPr>
              <a:t/>
            </a:r>
            <a:r>
              <a:rPr lang="zh-CN" altLang="en-US" sz="1400">
                <a:latin typeface="Microsoft YaHei" panose="020B0503020204020204" pitchFamily="34" charset="-122"/>
                <a:ea typeface="Microsoft YaHei" panose="020B0503020204020204" pitchFamily="34" charset="-122"/>
              </a:rPr>
              <a:t>一二三四五六七八九十一二三四五六七八九十一二三四五六七八九十</a:t>
            </a:r>
          </a:p>
        </p:txBody>
      </p:sp>
    </p:spTree>
    <p:extLst>
      <p:ext uri="{BB962C8B-B14F-4D97-AF65-F5344CB8AC3E}">
        <p14:creationId xmlns:p14="http://schemas.microsoft.com/office/powerpoint/2010/main" val="335733952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Words>
  <Application>Microsoft Office PowerPoint</Application>
  <PresentationFormat>自定义</PresentationFormat>
  <Paragraphs>8</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等线 Light</vt:lpstr>
      <vt:lpstr>Microsoft YaHei</vt:lpstr>
      <vt:lpstr>Arial</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2026-10-19T01:40:05Z</dcterms:created>
  <dcterms:modified xsi:type="dcterms:W3CDTF">2026-10-19T01:40:05Z</dcterms:modified>
</cp:coreProperties>
</file>