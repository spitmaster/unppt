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42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一月</c:v>
                </c:pt>
                <c:pt idx="1">
                  <c:v>第二季度</c:v>
                </c:pt>
                <c:pt idx="2">
                  <c:v>六个字的分类</c:v>
                </c:pt>
                <c:pt idx="3">
                  <c:v>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5</c:v>
                </c:pt>
                <c:pt idx="2">
                  <c:v>4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88-4B82-86CF-4B05AD69AA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47487840"/>
        <c:axId val="1447486880"/>
      </c:barChart>
      <c:catAx>
        <c:axId val="1447487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spcFirstLastPara="1" vertOverflow="ellipsis" wrap="square" anchor="ctr" anchorCtr="1" rot="0" vert="eaVert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47486880"/>
        <c:crosses val="autoZero"/>
        <c:auto val="1"/>
        <c:lblAlgn val="ctr"/>
        <c:lblOffset val="100"/>
        <c:noMultiLvlLbl val="0"/>
      </c:catAx>
      <c:valAx>
        <c:axId val="14474868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spcFirstLastPara="1" vertOverflow="ellipsis" wrap="square" anchor="ctr" anchorCtr="1" rot="0" vert="eaVert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47487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一月</c:v>
                </c:pt>
                <c:pt idx="1">
                  <c:v>第二季度</c:v>
                </c:pt>
                <c:pt idx="2">
                  <c:v>六个字的分类</c:v>
                </c:pt>
                <c:pt idx="3">
                  <c:v>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5</c:v>
                </c:pt>
                <c:pt idx="2">
                  <c:v>4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CAD-4FC3-AD67-75DBFFD02C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0584943"/>
        <c:axId val="50588783"/>
      </c:barChart>
      <c:catAx>
        <c:axId val="505849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0588783"/>
        <c:crosses val="autoZero"/>
        <c:auto val="1"/>
        <c:lblAlgn val="ctr"/>
        <c:lblOffset val="100"/>
        <c:noMultiLvlLbl val="0"/>
      </c:catAx>
      <c:valAx>
        <c:axId val="505887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05849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2145D3-D852-8ED0-7141-0A056787C7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D8FFEB-3B77-FD8B-EF38-F58967701C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A4934B-172F-C7AC-2BB5-B6BF7504D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A7F23-ABB3-A52D-9438-387AE54B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4D83A2-AB68-FCDA-CA6B-C1513F6D4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3555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8ACE64-931E-5726-CBD5-2D1103907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758A5B-F0FF-B1BB-6EBD-FEF394010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3DE2E2-B86E-8213-D56D-B80606855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A31CD-8A3A-C3B4-647A-E539C9AD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332E3B6-5AEC-7719-4B49-17CE0A7B2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5941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95A81C-4D2D-ABF5-4AD4-E2888D4E0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E53D8F-84E3-E543-FD2B-DD2CEFC885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577446C-A20F-01B0-9510-4D8BB7EEA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FE2C52-143D-C6C0-AE52-CEF8C138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1A651F-56D2-68B3-3B3A-F14E259EE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3243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B03464-5D4F-0C4A-7DF0-3184843F3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5560C5-0BBA-9627-8F00-0567827BD6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6D41230-EA33-CD2F-9434-5596E8B92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E267E3D-6E79-BCA4-066D-0914CF07C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FCC77C7-0A18-FBB5-6961-4FA8D5AC3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C001F67-726F-4E3A-916C-6F947EF91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47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64F8BD-DF0F-6BEA-80D5-5FF0038AE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511A62C-B2BC-6DCA-6F4C-56D549F42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468380-EB55-B999-B6C0-9B1F389157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82A6E06-B181-6D8F-F9AF-61C41FAE69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F2E117C-EDBB-2CB2-586F-8AA0A092BA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CCA4D89-19EA-EC37-B3DB-A93556F73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5AB0B4A-8DB5-E2BD-74C4-415FC529F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9A512A9-39F8-DE76-2269-FC4F027A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2006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89F2B6-D280-DFF1-BB92-7FD021E84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02C4705-6AE4-A816-4EE0-21061BAFD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978A03F-94B0-CB17-7FF9-CBD3A26B3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7FE629F-BFD4-A316-24E1-F07F700FC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267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EF41906-F496-E2FA-CDA1-AB4B6A85F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5A72BB4-471C-7FDA-870E-38E2DAA19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9C8005-A3F0-8B81-DA8C-B69149313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1620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E1A80B-990A-2E4C-073E-E531C7872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0489EB-A145-E328-3985-D4DC5D921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3A496-C468-A7EB-92BB-7C4C27F417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4940CC7-D844-6F1C-5F04-6732CE307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408B1FE-097C-CF22-B851-C57EA6A82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99300C-3818-D09F-7147-704BF4EFA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2016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39EED1-D6E7-BAE0-F6AE-C0D240FE5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EE24CA7-3065-66A0-3FFB-D38E283339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A8C30D8-85B0-CA00-0D11-B06D86E9DD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F68B789-E61C-DFB1-81F9-126E2779C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601A1E9-D62F-064D-408D-29C6C5B1A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E70F26-7DA5-20A7-6F1A-7B149E80D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1812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27FA53-D392-8363-9BB2-61584B1E0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54CC10D-A792-D31F-BFAD-3D1DED6ADD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DCAF9CA-EFCB-AF12-22E3-73BB6686F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2037F65-F4D1-2834-9CF1-4E9350A67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165802-E885-E66B-D8CB-89EA46183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1554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BF96605-15BF-F2A6-255A-92CD5EED6C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09C479A-8EB8-B5E3-EE12-71AF23A80D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A2D75E-BEE9-EF41-AE95-F2C822ED6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CF6C53-A38C-DAB5-20B6-E69E75D59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11E62E-C84E-2193-5E14-5CD48D8CA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8013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8F013E8-A0D9-491B-2190-96F93F9EC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7B067C-EE64-A344-2CE9-FAB4192393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AB03D0-C8EC-DE69-0B95-E1F402F573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ADCFA-D2A9-48F2-900D-FB1433C3EF67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0C1C67-9CE0-2E64-D0F6-DE00E4BEC4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1C95C2-1A3D-301B-9D09-4079EDB43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4BF5A1-B00D-40F6-8260-9C2CE10053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1158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539DF9BB-8C5D-78E9-B3F9-32D6035312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043043"/>
              </p:ext>
            </p:extLst>
          </p:nvPr>
        </p:nvGraphicFramePr>
        <p:xfrm>
          <a:off x="254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图表 2">
            <a:extLst>
              <a:ext uri="{FF2B5EF4-FFF2-40B4-BE49-F238E27FC236}">
                <a16:creationId xmlns:a16="http://schemas.microsoft.com/office/drawing/2014/main" id="{AD27AE17-16E8-6F58-755F-6CB95C4995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60803940"/>
              </p:ext>
            </p:extLst>
          </p:nvPr>
        </p:nvGraphicFramePr>
        <p:xfrm>
          <a:off x="6223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14715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自定义</PresentationFormat>
  <Paragraphs>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2026-10-16T20:45:26Z</dcterms:created>
  <dcterms:modified xsi:type="dcterms:W3CDTF">2026-10-16T20:45:26Z</dcterms:modified>
</cp:coreProperties>
</file>