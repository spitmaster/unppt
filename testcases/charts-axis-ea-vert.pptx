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一月</c:v>
                </c:pt>
                <c:pt idx="1">
                  <c:v>第二季度</c:v>
                </c:pt>
                <c:pt idx="2">
                  <c:v>六个字的分类</c:v>
                </c:pt>
                <c:pt idx="3">
                  <c:v>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A3-43B6-9EDD-2E7059A07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1097759"/>
        <c:axId val="221093919"/>
      </c:barChart>
      <c:catAx>
        <c:axId val="221097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1093919"/>
        <c:crosses val="autoZero"/>
        <c:auto val="1"/>
        <c:lblAlgn val="ctr"/>
        <c:lblOffset val="100"/>
        <c:noMultiLvlLbl val="0"/>
      </c:catAx>
      <c:valAx>
        <c:axId val="221093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1097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一月</c:v>
                </c:pt>
                <c:pt idx="1">
                  <c:v>第二季度</c:v>
                </c:pt>
                <c:pt idx="2">
                  <c:v>六个字的分类</c:v>
                </c:pt>
                <c:pt idx="3">
                  <c:v>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D1-4C6B-8A45-874B73D30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1091039"/>
        <c:axId val="221090079"/>
      </c:barChart>
      <c:catAx>
        <c:axId val="221091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1090079"/>
        <c:crosses val="autoZero"/>
        <c:auto val="1"/>
        <c:lblAlgn val="ctr"/>
        <c:lblOffset val="100"/>
        <c:noMultiLvlLbl val="0"/>
      </c:catAx>
      <c:valAx>
        <c:axId val="221090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1091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0498C-F709-ACE8-DB5E-3CDA0C57A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A97297-6BB9-0693-C6FC-0FB7DE1E6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E114FD-12F2-2AFD-90DB-784D462D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6E3305-8AD7-5F64-3A2F-B45F5BF9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CE1AEB-D5F9-8A6E-399E-91371FEA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63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86886-61FF-B06F-A421-6E1BFBC1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77921C-3DD3-A86B-D6C9-246E8B0FA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14D925-BBEA-DC44-326E-6067E1EE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5E6D2-89D3-370C-6241-9B408B2A9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D1C31C-644C-1E63-4F3B-838D1235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85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11153-0A4E-045B-A2A4-455AFA67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7AAAAA-2474-0EC7-1BAE-C6128BFD8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C4DC5E-5B0E-916D-62C0-F9AFF7AE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78447-58DB-6173-5786-0D8C00DB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B6209-B9DF-7332-E30C-E92D3FB0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82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FF26C-93C9-D23E-8C35-C52FE4650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686DA6-F071-A5A2-39D3-A5799A576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98EFA0-64EE-B8C8-6B47-9599D95B7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4D2169-7018-EEDB-8669-2E6EE456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D47267-272F-F7A9-F865-79DD9936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FC7017-2B36-4D9A-58E2-9F7C55B2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77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3584E-447D-820E-790C-4B11FD1A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823D24-58DB-DA81-5716-09B4CD25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002503-61B5-420A-ADED-9BA7EA1E0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D4E4E9-FC1A-2328-CD15-4C9AFCAE3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03A334-DE2A-039D-6FF0-AD0F44A6D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B397E3-FE95-EE4A-C238-81BD3199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B9CA1E-D7B2-F354-9814-21AC18CE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A68A06-B36E-91CC-BF9E-2A0FA286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606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820B7-0C0A-1B2C-1E69-8FC8BCC2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E8A67B-570A-7CF0-C09F-56CFF79C9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95AE58-DAD9-FC55-C975-B52FB8B8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1664F4-6191-B3DB-0385-160C8BBD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36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00BCD-B770-7C40-7B09-3921603F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9D4C10-3B6F-4B8D-40FB-7496D2CA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91F84B-AE14-13F4-A3D9-29A1F5AE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27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7B879-28FD-36C8-63DA-7608501C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EF970E-2F88-3582-11E9-740DF987A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0C8594-C828-72C3-CA79-4CE6235F2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D98902-928B-C843-C0E7-2508CF4D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523FD1-3FCD-EAA2-AAD9-53C97ED4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DF17BF-C1D2-08DE-D542-4BC6CACF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31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4957F-18A2-8EA4-1012-5608542D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180669-5D37-C1AB-B89B-E2908059D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29F7FB-5040-0362-8E29-E14FD8AD7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BDD2C9-9E19-BEEC-1B4E-E697A7E93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C4A405-3AAA-9639-CF0F-A9AAEA07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2A084A-9AC0-C7A9-BBD4-0A61E5CE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85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C2517-87D5-0C57-7BF7-B5D0B3AA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8B8F3A-831F-C4A1-8377-9199E11BB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A1635A-009D-6183-37AB-DB5F1635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43D846-7E70-0C64-BED5-4B5A8F47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FF7D47-61FC-1B7A-CE00-AF10F165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90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967515-8C95-8349-2A69-CC456DD3B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EB2987-CDD1-14A9-EF5D-52407A600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875B01-CCD2-54C9-B67C-4DC3B708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29ABA-0464-5359-C39F-1BE97A06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0E1E9D-AC62-A78B-256A-F02633FAF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44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2904DD-803F-C200-CD66-4661264C3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90CE02-2AD4-BCD6-2D94-8174D74C6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42DA45-72A7-8689-CB2C-5E18E8D58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8383F-8533-4D26-9F47-ABC0B8A444B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B1F9A6-9F2E-924E-9BFE-B5C36F058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9F775A-5173-C7DF-4A2B-38153E755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A01FE-623A-4092-8599-E68D430B7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03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66D1088-6376-EEE0-F30D-7712B9DC65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118800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EE1C7E6D-894C-7C55-9572-21E34519A3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9724112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06021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2026-10-16T19:19:57Z</dcterms:created>
  <dcterms:modified xsi:type="dcterms:W3CDTF">2026-10-16T19:19:57Z</dcterms:modified>
</cp:coreProperties>
</file>