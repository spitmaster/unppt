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0366B2-70F3-C514-CA39-8BB98FA02E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BC1A39F-795E-1F1F-71B6-3EEE68016F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3B99F08-A738-0D2D-D9AB-6D548C434F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7F28E-C13E-4A02-8048-6039E7F1764C}" type="datetimeFigureOut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F20DDEC-46D5-AC16-A825-947B475CE8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F13BE99-B15D-C639-A328-D2350CC430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4F854-B8AA-415A-BAD3-9DAC1B3002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21068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C9E1AF7-A75E-0B72-BB55-141C6548D6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BAB17B0-427F-91E2-F348-167C028A77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58F9A69-56A8-8CBA-4ECF-8627230D9D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7F28E-C13E-4A02-8048-6039E7F1764C}" type="datetimeFigureOut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AA1AE7E-6598-6025-1644-10ED2BB3A6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D2CD860-D6EE-F942-515C-9088844671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4F854-B8AA-415A-BAD3-9DAC1B3002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67940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1C3CFAA-766A-4D81-F7B7-C025FF9A79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B747996-A52A-97E1-B905-64F8EE495F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5C30D87-C248-2B58-C13F-4FECF8D0B4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7F28E-C13E-4A02-8048-6039E7F1764C}" type="datetimeFigureOut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0DF0B76-FF7B-8E87-EEE4-12D4CF6F9C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04AD7DC-8968-65E1-6836-1877091DD0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4F854-B8AA-415A-BAD3-9DAC1B3002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45682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DA5A7B2-697B-DB17-DD50-D08FE8B146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38B77BB-6BDB-0676-B298-08856A117F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04E6214-295C-91ED-4499-AF06206D94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73D93AE-B531-7734-22F8-E90F35FDC9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7F28E-C13E-4A02-8048-6039E7F1764C}" type="datetimeFigureOut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5B9E274-9283-999D-AC88-14375D36AA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28AFE02-3656-5210-D0A4-58132CDE53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4F854-B8AA-415A-BAD3-9DAC1B3002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50316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8032186-4D22-BDE6-AD0F-DD8F56AFC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D880686-4EBA-ED02-F89C-C790BDC913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08BB4CA-40D5-5E07-CF08-473DB48F0A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8EA6F8B8-7EC1-48B3-E3F1-BB3C81BE9C6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FE6D7F25-AB36-E560-44BF-8686EB88B87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4AA32124-18E0-75CF-7713-8CFE4DDB21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7F28E-C13E-4A02-8048-6039E7F1764C}" type="datetimeFigureOut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34C458C-18F6-E715-87B0-324EC54C4D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33D133F-3811-9D0F-19B6-F3ACC101C0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4F854-B8AA-415A-BAD3-9DAC1B3002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45954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81C60D9-CE83-EBBC-E727-09C693D090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E8C5112-0332-1DD6-76B5-E3C8748398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7F28E-C13E-4A02-8048-6039E7F1764C}" type="datetimeFigureOut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99DD48A-6575-662F-F2FA-D538186E10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B99BACF-ABEF-3E48-D604-B25B753DDC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4F854-B8AA-415A-BAD3-9DAC1B3002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88489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E7820C0-0EFF-006E-4940-B6032AFB40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7F28E-C13E-4A02-8048-6039E7F1764C}" type="datetimeFigureOut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7BA09467-0E45-4AA9-C56D-A47C8A46E0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8CF627F-9668-B25A-A1AC-A2D2BADE3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4F854-B8AA-415A-BAD3-9DAC1B3002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65212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A140D69-8E93-A33E-B510-AED271176C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460A6E6-AB64-B1DE-1504-93D94CF179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AD14E69-ED34-63E4-7578-E83773F8F8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04C06CF-5016-9B3A-0E2E-B311896438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7F28E-C13E-4A02-8048-6039E7F1764C}" type="datetimeFigureOut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3E2DF80-3B4D-9A17-1251-121A32A7C7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DCA64F8-F9B5-0201-3D61-D5518F927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4F854-B8AA-415A-BAD3-9DAC1B3002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73373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7792B2F-51D1-3AB7-A71D-29B8E83792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AB2E08CF-17C7-9A1A-E378-4FFB756C75F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66A11A1-4A7B-42C3-422C-4F165356D6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87D2D0F-59B4-9C3B-9165-353199FEA0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7F28E-C13E-4A02-8048-6039E7F1764C}" type="datetimeFigureOut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792866C-2D19-7055-45A9-0C811612D0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8E75186-652C-BCF3-1C8A-8901D13992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4F854-B8AA-415A-BAD3-9DAC1B3002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61291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F9DDCAC-CB1C-A2F3-7933-ED733636AB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E677215-530D-64A5-B250-37BFDE9CA9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D895334-C244-6822-91E7-EBEAD2554B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7F28E-C13E-4A02-8048-6039E7F1764C}" type="datetimeFigureOut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ADADD36-440B-93E9-C6CB-5652F6D193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CEBA904-5053-ADE8-443B-3CA10B000C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4F854-B8AA-415A-BAD3-9DAC1B3002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62220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38B69A5A-CE1D-87C7-8E9D-E4063AE643C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86E2B4E-3995-8039-2669-357BECACCB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7BF715F-7B77-7042-A589-DD8984C8F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7F28E-C13E-4A02-8048-6039E7F1764C}" type="datetimeFigureOut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CDE8E80-0B24-E5BC-3043-5D7304D1C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9528D65-1FBB-DAB7-7E0D-BA1EF6D09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4F854-B8AA-415A-BAD3-9DAC1B3002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2468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1FFDEF31-AA96-05F1-1DBC-5159F77FBF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A255FE7-9A2B-E2B5-70A7-8F16D8CB0F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EC48368-31F5-1D84-9647-378753C89C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227F28E-C13E-4A02-8048-6039E7F1764C}" type="datetimeFigureOut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8271DFC-9DB8-71FF-21AF-6A951B88E7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EF31A6F-2038-8A97-0D01-80B1CC5548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7A4F854-B8AA-415A-BAD3-9DAC1B3002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084866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对话气泡: 矩形 1">
            <a:extLst>
              <a:ext uri="{FF2B5EF4-FFF2-40B4-BE49-F238E27FC236}">
                <a16:creationId xmlns:a16="http://schemas.microsoft.com/office/drawing/2014/main" id="{4EFE7B24-91EC-99F7-BDB8-C1AD312E8D92}"/>
              </a:ext>
            </a:extLst>
          </p:cNvPr>
          <p:cNvSpPr/>
          <p:nvPr/>
        </p:nvSpPr>
        <p:spPr>
          <a:xfrm>
            <a:off x="508000" y="508000"/>
            <a:ext cx="2032000" cy="889000"/>
          </a:xfrm>
          <a:prstGeom prst="wedgeRectCallout">
            <a:avLst>
              <a:gd name="adj1" fmla="val -20000"/>
              <a:gd name="adj2" fmla="val 267000"/>
            </a:avLst>
          </a:prstGeom>
          <a:solidFill>
            <a:srgbClr val="5B9BD5"/>
          </a:solidFill>
          <a:ln>
            <a:solidFill>
              <a:srgbClr val="1F4E79"/>
            </a:solidFill>
          </a:ln>
          <a:effectLst>
            <a:outerShdw blurRad="50800" dist="107763" dir="2699994" rotWithShape="0">
              <a:srgbClr val="000000">
                <a:alpha val="5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对话气泡: 圆角矩形 2">
            <a:extLst>
              <a:ext uri="{FF2B5EF4-FFF2-40B4-BE49-F238E27FC236}">
                <a16:creationId xmlns:a16="http://schemas.microsoft.com/office/drawing/2014/main" id="{78A8416F-C650-C645-DDD0-D03D2146F15C}"/>
              </a:ext>
            </a:extLst>
          </p:cNvPr>
          <p:cNvSpPr/>
          <p:nvPr/>
        </p:nvSpPr>
        <p:spPr>
          <a:xfrm>
            <a:off x="3556000" y="508000"/>
            <a:ext cx="2032000" cy="889000"/>
          </a:xfrm>
          <a:prstGeom prst="wedgeRoundRectCallout">
            <a:avLst>
              <a:gd name="adj1" fmla="val 130000"/>
              <a:gd name="adj2" fmla="val 220000"/>
              <a:gd name="adj3" fmla="val 16667"/>
            </a:avLst>
          </a:prstGeom>
          <a:solidFill>
            <a:srgbClr val="5B9BD5"/>
          </a:solidFill>
          <a:ln>
            <a:solidFill>
              <a:srgbClr val="1F4E79"/>
            </a:solidFill>
          </a:ln>
          <a:effectLst>
            <a:outerShdw blurRad="50800" dist="107763" dir="2699994" rotWithShape="0">
              <a:srgbClr val="000000">
                <a:alpha val="5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对话气泡: 椭圆形 3">
            <a:extLst>
              <a:ext uri="{FF2B5EF4-FFF2-40B4-BE49-F238E27FC236}">
                <a16:creationId xmlns:a16="http://schemas.microsoft.com/office/drawing/2014/main" id="{7D1BB4F7-1C1B-8634-92A4-28EAA77FF55F}"/>
              </a:ext>
            </a:extLst>
          </p:cNvPr>
          <p:cNvSpPr/>
          <p:nvPr/>
        </p:nvSpPr>
        <p:spPr>
          <a:xfrm>
            <a:off x="6858000" y="508000"/>
            <a:ext cx="2032000" cy="889000"/>
          </a:xfrm>
          <a:prstGeom prst="wedgeEllipseCallout">
            <a:avLst>
              <a:gd name="adj1" fmla="val -110000"/>
              <a:gd name="adj2" fmla="val 240000"/>
            </a:avLst>
          </a:prstGeom>
          <a:solidFill>
            <a:srgbClr val="5B9BD5"/>
          </a:solidFill>
          <a:ln>
            <a:solidFill>
              <a:srgbClr val="1F4E79"/>
            </a:solidFill>
          </a:ln>
          <a:effectLst>
            <a:glow rad="127000">
              <a:srgbClr val="ED7D31">
                <a:alpha val="6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对话气泡: 矩形 4">
            <a:extLst>
              <a:ext uri="{FF2B5EF4-FFF2-40B4-BE49-F238E27FC236}">
                <a16:creationId xmlns:a16="http://schemas.microsoft.com/office/drawing/2014/main" id="{DD98669A-144F-FD30-DA77-506FD2226113}"/>
              </a:ext>
            </a:extLst>
          </p:cNvPr>
          <p:cNvSpPr/>
          <p:nvPr/>
        </p:nvSpPr>
        <p:spPr>
          <a:xfrm>
            <a:off x="9652000" y="3810000"/>
            <a:ext cx="1905000" cy="889000"/>
          </a:xfrm>
          <a:prstGeom prst="wedgeRectCallout">
            <a:avLst>
              <a:gd name="adj1" fmla="val -30000"/>
              <a:gd name="adj2" fmla="val -290000"/>
            </a:avLst>
          </a:prstGeom>
          <a:solidFill>
            <a:srgbClr val="5B9BD5"/>
          </a:solidFill>
          <a:ln>
            <a:solidFill>
              <a:srgbClr val="1F4E79"/>
            </a:solidFill>
          </a:ln>
          <a:effectLst>
            <a:outerShdw blurRad="50800" dist="107763" dir="2699994" rotWithShape="0">
              <a:srgbClr val="000000">
                <a:alpha val="5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对话气泡: 圆角矩形 5">
            <a:extLst>
              <a:ext uri="{FF2B5EF4-FFF2-40B4-BE49-F238E27FC236}">
                <a16:creationId xmlns:a16="http://schemas.microsoft.com/office/drawing/2014/main" id="{BF3CA011-2335-625C-A84F-FE34FBE44F5E}"/>
              </a:ext>
            </a:extLst>
          </p:cNvPr>
          <p:cNvSpPr/>
          <p:nvPr/>
        </p:nvSpPr>
        <p:spPr>
          <a:xfrm>
            <a:off x="508000" y="4191000"/>
            <a:ext cx="2032000" cy="889000"/>
          </a:xfrm>
          <a:prstGeom prst="wedgeRoundRectCallout">
            <a:avLst>
              <a:gd name="adj1" fmla="val 220000"/>
              <a:gd name="adj2" fmla="val -20000"/>
              <a:gd name="adj3" fmla="val 16667"/>
            </a:avLst>
          </a:prstGeom>
          <a:solidFill>
            <a:srgbClr val="5B9BD5"/>
          </a:solidFill>
          <a:ln>
            <a:solidFill>
              <a:srgbClr val="1F4E79"/>
            </a:solidFill>
          </a:ln>
          <a:effectLst>
            <a:glow rad="127000">
              <a:srgbClr val="ED7D31">
                <a:alpha val="6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对话气泡: 矩形 6">
            <a:extLst>
              <a:ext uri="{FF2B5EF4-FFF2-40B4-BE49-F238E27FC236}">
                <a16:creationId xmlns:a16="http://schemas.microsoft.com/office/drawing/2014/main" id="{7F79ADE5-D92C-9730-02B9-C918980C7F90}"/>
              </a:ext>
            </a:extLst>
          </p:cNvPr>
          <p:cNvSpPr/>
          <p:nvPr/>
        </p:nvSpPr>
        <p:spPr>
          <a:xfrm>
            <a:off x="6604000" y="4191000"/>
            <a:ext cx="1778000" cy="762000"/>
          </a:xfrm>
          <a:prstGeom prst="wedgeRectCallout">
            <a:avLst>
              <a:gd name="adj1" fmla="val -20000"/>
              <a:gd name="adj2" fmla="val 90000"/>
            </a:avLst>
          </a:prstGeom>
          <a:solidFill>
            <a:srgbClr val="5B9BD5"/>
          </a:solidFill>
          <a:ln>
            <a:solidFill>
              <a:srgbClr val="1F4E79"/>
            </a:solidFill>
          </a:ln>
          <a:effectLst>
            <a:outerShdw blurRad="50800" dist="107763" dir="2699994" rotWithShape="0">
              <a:srgbClr val="000000">
                <a:alpha val="5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03295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自定义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yijin zhou</dc:creator>
  <cp:lastModifiedBy>yijin zhou</cp:lastModifiedBy>
  <cp:revision>1</cp:revision>
  <dcterms:created xsi:type="dcterms:W3CDTF">2026-10-26T12:12:03Z</dcterms:created>
  <dcterms:modified xsi:type="dcterms:W3CDTF">2026-10-26T12:12:03Z</dcterms:modified>
</cp:coreProperties>
</file>