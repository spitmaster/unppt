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AE7E13-7ADD-F4C5-E379-044BFC18E0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7887100-24B1-748E-0FC3-A13CA9422A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0C80CB-E88A-11ED-7637-2D25A2D21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AB7FF-4B66-40FA-BD1C-70D6CBF3CB2B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7279D8-649A-C0E8-84E0-7A3337DB7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05E65A-C935-9B0B-D9BB-4FCDBD8C8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1FF4F-8829-4041-AD99-B338E0A7C7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0825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30C772-E5F4-3334-6315-130E57CE9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7097E3-8129-8F83-83A3-62E623E6E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DE95F0-3B9F-DEB0-D80D-56A418813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AB7FF-4B66-40FA-BD1C-70D6CBF3CB2B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CB5328-B519-3FE0-240A-734AB8D7E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A39866-768C-C9C2-597A-C7E7A33A0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1FF4F-8829-4041-AD99-B338E0A7C7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1227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45E895-027B-8C9D-ABC9-D1E7665A3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73E124-5811-EE64-8C5A-1D364FB4B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965B9A-6CE0-CCB7-D9A5-7DC386892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AB7FF-4B66-40FA-BD1C-70D6CBF3CB2B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F68C67-9655-07F2-2DC6-0DCF881D5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12476E-0787-877F-AB6A-D31B77E3D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1FF4F-8829-4041-AD99-B338E0A7C7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8768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257FB4-38DA-9A44-DB1C-B4D352837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134510-230E-0D5D-0B60-EFA3B65A6F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D6680DE-09F9-DDE8-F6EC-29CA7F260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00CA0D-F248-B240-FDD7-37C2A56E3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AB7FF-4B66-40FA-BD1C-70D6CBF3CB2B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4D6036F-33C2-2067-5671-CA0C501CD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A7E7D3-3243-0B5E-0F0A-0986C4514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1FF4F-8829-4041-AD99-B338E0A7C7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922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E6DB8C-1096-0C37-DA8B-8B9C0ED83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1D1334-9175-678D-CE8F-9F31832C65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1265E0-A084-95BD-453C-E246F9F38E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716759E-28D8-40B3-5826-A268748AED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662F29C-A0BF-D090-0B7A-CAABA8159A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5438D0-20BC-2559-F46C-61435E434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AB7FF-4B66-40FA-BD1C-70D6CBF3CB2B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FFD2CDA-14AD-9B0C-A4CD-4FF55B59E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F430084-7AC8-8896-7929-86C63B3F7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1FF4F-8829-4041-AD99-B338E0A7C7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1480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01ABFF-BE65-030A-9F24-D8830F5BA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62B8FFD-44FD-7B93-1C2D-7D792C775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AB7FF-4B66-40FA-BD1C-70D6CBF3CB2B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F5FA289-2F78-8CC3-DC34-B6B713D49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2401035-BD4B-002F-C1BE-0BB49EF99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1FF4F-8829-4041-AD99-B338E0A7C7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3796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C60079F-940A-9F6C-B899-B9E4F4F80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AB7FF-4B66-40FA-BD1C-70D6CBF3CB2B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9781FB9-7B1E-42B1-C01D-B981FAA51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892AC9-9BF2-FB31-0EA5-BEB936F3D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1FF4F-8829-4041-AD99-B338E0A7C7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7383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889EA0-93E6-3CFA-E663-887A6F0AD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4726FB-2D8D-2026-5DAA-4927CA43C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62C5D6D-C545-1DD0-6D71-A23A801AE3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B1D97AA-9287-82D9-C2D5-604EE4D3B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AB7FF-4B66-40FA-BD1C-70D6CBF3CB2B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513115-BF8B-F1E0-923F-E692C388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7CF4D8-F4B5-9193-1B6A-BF8238849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1FF4F-8829-4041-AD99-B338E0A7C7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4761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0AC070-8E50-5963-38A2-A2A4DC868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5F886A6-AEFA-BB80-6FBC-E48AAEA4F4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7D681DA-A96E-DBC1-261A-E6F91C6808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6FD51A4-F020-828B-5B2F-0A92B4B36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AB7FF-4B66-40FA-BD1C-70D6CBF3CB2B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F8B1FA-A07B-4278-4913-60A9AA3AE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9B93D5-52A0-98E7-2F51-EE32F6D62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1FF4F-8829-4041-AD99-B338E0A7C7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0916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C7B190-8EFB-77BF-DA08-2C2745817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D3CD57C-7707-A14C-F942-8D51A7756A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BEB5F1-1185-F78E-D222-A348A0A40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AB7FF-4B66-40FA-BD1C-70D6CBF3CB2B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93652B-B12B-CF93-2497-45F7578D2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44FDAA-4EBD-A695-731F-724A1757B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1FF4F-8829-4041-AD99-B338E0A7C7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9767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AC98150-2752-41AB-ADCD-FD30FDB24E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F138C1B-B66B-A411-8080-B089D9CDF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7C03D6-42F1-9CF5-D218-171393447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AB7FF-4B66-40FA-BD1C-70D6CBF3CB2B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EA423A-F82D-77F2-772C-EA67DD851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4B8A10-7329-042D-B989-213296CDE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1FF4F-8829-4041-AD99-B338E0A7C7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1112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EA0C5AF-6594-D6C9-A83B-B470404E2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BDA3420-FEB8-22DE-2702-5EAE5FC0F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A9B0B7-670E-A0F3-3B8B-E6811AE381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AAB7FF-4B66-40FA-BD1C-70D6CBF3CB2B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19704F-2226-20D3-E3A5-67476ADAAB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4C5A61-83B9-1428-79B3-DA516A21B8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31FF4F-8829-4041-AD99-B338E0A7C7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6315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24383E1-FAE0-D042-1898-90B2267FD83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508000"/>
            <a:ext cx="5080000" cy="2540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A26170D-E568-8343-38FA-D4AD778201A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508000"/>
            <a:ext cx="3810000" cy="1905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C807B20-C3F1-CE7C-CDBB-EE3DF1275C6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1500" y="508000"/>
            <a:ext cx="2540000" cy="1270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575E4FD-AADB-9A41-D876-F6B9FC4E793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3810000"/>
            <a:ext cx="5080000" cy="25400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56E5158-DFCF-B05D-E716-651C364BD31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19050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F87B75D-CE5D-6E3B-23AA-1CE7154D644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1500" y="3810000"/>
            <a:ext cx="254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376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18C4FFE-A650-2C1A-4C8C-F02B7041E54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508000"/>
            <a:ext cx="5080000" cy="2540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5F78828-2E13-7291-6B61-4BF49630CC9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508000"/>
            <a:ext cx="3810000" cy="1905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618743A-EB7A-D6ED-AD42-46C627E5FA7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1500" y="508000"/>
            <a:ext cx="2540000" cy="1270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CEC8880-8C80-6793-D71F-430B28EE5F9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3810000"/>
            <a:ext cx="5080000" cy="25400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3231EA9-5525-B0D9-0D3D-2D12DC8AC4F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19050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05E3BFC-6905-9CC5-5CEC-0BC6D1231E1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1500" y="3810000"/>
            <a:ext cx="254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1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5A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21411DE-D353-E8D8-8D07-4C2D2DBD7B03}"/>
              </a:ext>
            </a:extLst>
          </p:cNvPr>
          <p:cNvPicPr>
            <a:picLocks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261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2026-10-26T10:38:27Z</dcterms:created>
  <dcterms:modified xsi:type="dcterms:W3CDTF">2026-10-26T10:38:27Z</dcterms:modified>
</cp:coreProperties>
</file>