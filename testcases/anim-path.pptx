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BE13B1-ABBC-B697-700B-83D365A7F7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8AFAD77-3340-B07A-D8E5-9AC4945FF1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89BC9B-C6FE-07FC-C504-35BA45C9A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0E4FC-72D7-4051-8249-C19ED58AFA57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0D78E9-7395-DA29-DAE1-DD9E1F326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95707D-9A1A-4F8C-41B4-A28DE25C1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2CBF2-6E77-43EB-8B55-B5B59472CF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2334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E4D901-E2C1-138E-346C-499D8C8BE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3368CF-AFE3-488C-CFF1-78B33CE4A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D06E0C-5740-CD5F-D1FA-E53A1790F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0E4FC-72D7-4051-8249-C19ED58AFA57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DF77FB-75CD-30E8-7100-6976F68F9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DC43E1-6863-38C1-34D0-24F8819FB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2CBF2-6E77-43EB-8B55-B5B59472CF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7680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2EF135-61F6-6C98-6731-472A72729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EBB862-4151-7004-7B45-1D705D905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56C7EE-FF4E-B328-DF57-45DAB63F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0E4FC-72D7-4051-8249-C19ED58AFA57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BBC3D5-849F-5929-E96C-C403BB17A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03BA84-563A-67D8-4180-1A0A0AF99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2CBF2-6E77-43EB-8B55-B5B59472CF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788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B5DCEA-397A-E3CE-64BE-5A82AE229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640EA0-5619-C244-EAB5-E50D5692F9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3694CB4-25A1-83F7-E05D-773E91613E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8B7E51-8C73-947D-69F9-FAC48893E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0E4FC-72D7-4051-8249-C19ED58AFA57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362BFC-24EF-335E-CB34-201FB4858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88DDAD-5C6E-ED26-7E2A-5149AAE3A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2CBF2-6E77-43EB-8B55-B5B59472CF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9386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B65603-52DD-87AA-5E8C-5AAE8A9FA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34044F-AE77-BD7F-B5E7-3F3073F8F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FF9B00-C897-1F4F-9DD1-303004C082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4054CC5-BEC9-D56E-1BDC-DC9F96F9C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197A1C5-EAA7-4F14-A025-E930D16405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0EAAD6F-61AF-AEE6-B610-BAC6CEAFB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0E4FC-72D7-4051-8249-C19ED58AFA57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938F119-C825-57C6-1EE9-29AA59A41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791E604-9F60-368F-4DF9-7BCD1C202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2CBF2-6E77-43EB-8B55-B5B59472CF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2239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4F3BF3-237E-2D20-2AF4-F34A5F73C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8156F19-156D-2F1D-DB07-250ED6281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0E4FC-72D7-4051-8249-C19ED58AFA57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3089CE-1ADE-B7EE-96B0-516D3B48D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625C756-347F-CB41-17A6-D90F591AC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2CBF2-6E77-43EB-8B55-B5B59472CF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7331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FA18641-B97D-A2DF-2D5E-3446499F5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0E4FC-72D7-4051-8249-C19ED58AFA57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412B09F-581B-DA55-FAF2-3DFBDE126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798385-2802-3976-35F9-2BFBE9CF6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2CBF2-6E77-43EB-8B55-B5B59472CF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2859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B8EDCE-ACF1-F3D3-71F9-94781A0A2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218BB5-8737-9BF7-7946-48995DA5F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136E0FF-0A95-D2FA-BAEB-7637F109A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CBC6FD-1BF8-90A6-B799-26E451733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0E4FC-72D7-4051-8249-C19ED58AFA57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8000CC1-4605-3431-77C5-099BD3D61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46E2C5-7749-C88A-F315-3982A7350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2CBF2-6E77-43EB-8B55-B5B59472CF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5065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A50415-EC91-11A0-D9A4-3587411F8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6412AAF-2DB6-4DCC-5334-A555D07240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73D7ECF-BFAC-65BF-8C64-E6988819BF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B5276F-029C-AE37-F191-A95FEBC9E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0E4FC-72D7-4051-8249-C19ED58AFA57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F6B8B51-A294-20F4-9765-0514D91EB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A6530E-E176-C472-6E88-B285AF6DC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2CBF2-6E77-43EB-8B55-B5B59472CF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936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70B9D9-5287-3518-41A7-9EE067CF9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853B7B8-20C0-4C66-23BB-9819A30B23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FBB2E0-EDF3-6BD0-81A3-791CF7DA0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0E4FC-72D7-4051-8249-C19ED58AFA57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3A2E6E-9511-EA5B-D2D4-258E8451C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CC4C68-03A6-C59B-B558-CDA3E5B09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2CBF2-6E77-43EB-8B55-B5B59472CF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223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EBA80AB-1E64-0EE7-FD70-1888E09ABB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7F66BD0-C4AD-1C01-209F-39DF8CC84B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CFDBBA-C2CE-87ED-5D8C-336A340E7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0E4FC-72D7-4051-8249-C19ED58AFA57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8F26A8-645A-33BD-3598-3AD178009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55A11A-4940-6C61-4F8D-FE2CB6357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2CBF2-6E77-43EB-8B55-B5B59472CF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609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45A6F49-F35A-00F5-BFAE-93B35933B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0F3418-2175-636A-AE1B-574F483F8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84155A-F0CE-6119-9CAD-756D720B10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10E4FC-72D7-4051-8249-C19ED58AFA57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C4EF48-7442-3D57-F3EE-7B0EECAE24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EA682D-45C3-C2E0-155C-1E910E0818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52CBF2-6E77-43EB-8B55-B5B59472CF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9244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5B0EAA52-5603-158A-6084-6DA68E28A625}"/>
              </a:ext>
            </a:extLst>
          </p:cNvPr>
          <p:cNvSpPr/>
          <p:nvPr/>
        </p:nvSpPr>
        <p:spPr>
          <a:xfrm>
            <a:off x="762000" y="1016000"/>
            <a:ext cx="889000" cy="889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053C962-256D-5E46-F638-5983F83DDAE8}"/>
              </a:ext>
            </a:extLst>
          </p:cNvPr>
          <p:cNvSpPr/>
          <p:nvPr/>
        </p:nvSpPr>
        <p:spPr>
          <a:xfrm>
            <a:off x="3556000" y="1016000"/>
            <a:ext cx="889000" cy="889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BED2BB6-821B-D254-B73E-E6252AD44DAC}"/>
              </a:ext>
            </a:extLst>
          </p:cNvPr>
          <p:cNvSpPr/>
          <p:nvPr/>
        </p:nvSpPr>
        <p:spPr>
          <a:xfrm>
            <a:off x="6350000" y="1016000"/>
            <a:ext cx="889000" cy="889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2A25AC47-CBC9-69E9-DD0A-0B6D172C95BC}"/>
              </a:ext>
            </a:extLst>
          </p:cNvPr>
          <p:cNvSpPr/>
          <p:nvPr/>
        </p:nvSpPr>
        <p:spPr>
          <a:xfrm>
            <a:off x="9144000" y="1016000"/>
            <a:ext cx="889000" cy="889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4713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72 0.058 0.1 0.152 0.077 0.238 C -0.015 0.233 -0.093 0.173 -0.125 0.091 C -0.047 0.04 0.051 0.043 0.125 0.091 C 0.092 0.178 0.011 0.233 -0.077 0.238 C -0.101 0.148 -0.068 0.056 0 0 Z" pathEditMode="relative" ptsTypes="">
                                      <p:cBhvr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6 0 l 0 0.036 l 0.036 0 l 0 0.036 l 0.036 0 l 0 0.036 l 0.036 0 l 0 0.036 l 0.036 0 l 0 0.036 l 0.036 0 l 0 0.036 l 0.036 0 l 0 0.036 E" pathEditMode="relative" ptsTypes="">
                                      <p:cBhvr>
                                        <p:cTn id="1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2026-10-13T02:30:56Z</dcterms:created>
  <dcterms:modified xsi:type="dcterms:W3CDTF">2026-10-13T02:30:56Z</dcterms:modified>
</cp:coreProperties>
</file>