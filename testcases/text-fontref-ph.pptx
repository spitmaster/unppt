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E8F1C-154D-E7F3-40F1-2F179C1C8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AB2D4D-27D2-578D-D456-704859E2E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9D7D34-0713-72D7-300A-1F080A495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91D87-045D-FF58-6538-90B6FCA96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7F1E5-8980-97EC-9869-2EC6C6D6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6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BC895-DF11-B032-34D4-C9C7AA76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9DC29-C34D-E601-8A6B-EDD474F81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Arial Black"/>
                <a:ea typeface="黑体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FA307-1E92-6B9A-EAB2-BDFEC38E2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D6D8C-6902-3F20-CDD4-3D7DC7CF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3A7A8-6DD6-493F-64BC-A5BC7103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70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77E50-6BBB-98CB-2462-4C28F2B0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288312-7C79-02DC-5DD5-C8BED8188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8E285-97B1-029D-FEDA-EDA4935B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6C5E8-B154-C77A-2584-E1AB6C9F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8267E-A8EF-F9F7-9D60-30753C5C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88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30458-F28C-DFC2-A2FA-139A68EF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77EA7-FF13-A72F-34CA-3BF2BC267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F5EDE5-5048-D754-68F2-93631E271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AFE037-D220-9B7C-9C58-B465AF73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7918E7-A12C-5E8D-A10E-6E4A90A0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F9ECB-55F9-98B3-7357-C99A9D34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77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B421C-5E4A-EDD7-A139-3151A758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D31C84-3139-477B-4ABA-D3A1EADD4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DE5B2C-9BA4-D1EC-0D28-0D61EF401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51B96D-5D49-7C32-CED4-723079805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8D79AC-82E4-55A0-EA75-22D0ECAB1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DE3603-28B8-F61E-3800-73AE3E37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B7CE1B-C4B4-9BEF-79D0-E3E82477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7CC05B-0E76-BE3A-53CB-300482E3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35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C5A5F-CB14-968D-2DF4-B391737E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749778-F539-58E1-9751-1EDB6AB9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C5A92E-B0AD-E396-A83F-3BEA85D97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BE8577-C73D-07E3-F224-69A0CE5C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72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907484-CFA3-AED1-0EA8-8EB8760D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0F4A7D-624D-0C0B-E823-5782F365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73EFF6-974B-079E-AD0E-A7D2FA16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47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101E7-1536-EB27-3E48-C93521C3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B6359-7A0E-4D33-BA44-0AA9111B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0FDA8-6BA0-4398-4C25-87E243142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B2C103-8A98-5C2F-B7E1-1004F222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206D6E-6200-FB2C-F950-24475B8F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3D3C67-E434-E2DA-1EB4-3E3FA3EE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92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6EECA-EC02-45E2-EBC3-E657760C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CF287B-17A0-B8B3-8A5C-42F6D7984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3FA7D8-0DC4-D941-1BC6-4B9251DC6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210124-E836-6B75-0CC5-93B48D14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262E0A-4A39-C515-649F-A7424A26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A8E964-DC88-E161-5357-2AAF56E3F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86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2E6CD-D303-A42B-51BF-2FE5BE09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D726A7-9B2F-D727-9FB4-9781A4987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2F40D-C65B-3D71-D48B-1C1FCDE1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C8151F-B567-BC0B-299B-98B61DD3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E5848E-A755-55FF-AC10-9AEA2FA0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77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B10909-0159-8AA3-2C9E-29CE9F3A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A2857A-73F9-D76C-8375-34568154F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DEFB26-40A3-D8A8-3E13-BEC084E9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9423F-BFE7-8D04-25BE-86DB9656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83626-6EED-275F-07B6-04C38D33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11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C273F2-5D40-F7FA-2E81-2E25970B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207AF2-FBF9-9EAE-3A35-42AA794D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defRPr>
                <a:solidFill>
                  <a:srgbClr val="7030A0"/>
                </a:solidFill>
                <a:latin typeface="Comic Sans MS"/>
                <a:ea typeface="仿宋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846A9-CEFB-45CA-CBF0-95A30A6AC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D2BD8-6973-4AA4-9DEC-DA7E7CE80D3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7DBA2C-9709-2E6D-0039-814902A4F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E82296-0568-846E-01CF-621769D9D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515CA-B5F4-4D07-BE5F-AC8C150C3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B050"/>
          </a:solidFill>
          <a:latin typeface="Courier New"/>
          <a:ea typeface="楷体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40DDD-7436-9C5F-1371-0E46CCF5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fontRef </a:t>
            </a:r>
            <a:r>
              <a:rPr lang="zh-CN" altLang="en-US"/>
              <a:t>和占位符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A3F953-DC6A-845C-A8A0-2B8CA9550F04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/>
              <a:t>占位符 </a:t>
            </a:r>
            <a:r>
              <a:rPr lang="en-US" altLang="zh-CN"/>
              <a:t>Style </a:t>
            </a:r>
            <a:r>
              <a:rPr lang="zh-CN" altLang="en-US"/>
              <a:t>文字</a:t>
            </a:r>
          </a:p>
          <a:p>
            <a:r>
              <a:rPr lang="zh-CN" altLang="en-US"/>
              <a:t>第二段 </a:t>
            </a:r>
            <a:r>
              <a:rPr lang="en-US" altLang="zh-CN"/>
              <a:t>Second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7B54E0-8075-94B9-C006-3C77C1C50AF1}"/>
              </a:ext>
            </a:extLst>
          </p:cNvPr>
          <p:cNvSpPr txBox="1"/>
          <p:nvPr/>
        </p:nvSpPr>
        <p:spPr>
          <a:xfrm>
            <a:off x="6604000" y="1905000"/>
            <a:ext cx="48260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>
            <a:spAutoFit/>
          </a:bodyPr>
          <a:lstStyle/>
          <a:p>
            <a:r>
              <a:rPr lang="zh-CN" altLang="en-US" sz="2800"/>
              <a:t>文本框 </a:t>
            </a:r>
            <a:r>
              <a:rPr lang="en-US" altLang="zh-CN" sz="2800"/>
              <a:t>Style </a:t>
            </a:r>
            <a:r>
              <a:rPr lang="zh-CN" altLang="en-US" sz="2800"/>
              <a:t>文字</a:t>
            </a:r>
          </a:p>
        </p:txBody>
      </p:sp>
    </p:spTree>
    <p:extLst>
      <p:ext uri="{BB962C8B-B14F-4D97-AF65-F5344CB8AC3E}">
        <p14:creationId xmlns:p14="http://schemas.microsoft.com/office/powerpoint/2010/main" val="890714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CC4F3-CCA4-6A69-E4DC-D1AA0C2E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fontRef </a:t>
            </a:r>
            <a:r>
              <a:rPr lang="zh-CN" altLang="en-US"/>
              <a:t>和占位符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E84B4-B365-004C-07B5-E1D139368A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ajor">
            <a:schemeClr val="dk1"/>
          </a:fontRef>
        </p:style>
        <p:txBody>
          <a:bodyPr/>
          <a:lstStyle/>
          <a:p>
            <a:r>
              <a:rPr lang="zh-CN" altLang="en-US"/>
              <a:t>占位符 </a:t>
            </a:r>
            <a:r>
              <a:rPr lang="en-US" altLang="zh-CN"/>
              <a:t>Style </a:t>
            </a:r>
            <a:r>
              <a:rPr lang="zh-CN" altLang="en-US"/>
              <a:t>文字</a:t>
            </a:r>
          </a:p>
          <a:p>
            <a:pPr lvl="1"/>
            <a:r>
              <a:rPr lang="zh-CN" altLang="en-US"/>
              <a:t>第二段 </a:t>
            </a:r>
            <a:r>
              <a:rPr lang="en-US" altLang="zh-CN"/>
              <a:t>Second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5C2D69-CCA0-F3BC-1D9B-012EB6F7D4BF}"/>
              </a:ext>
            </a:extLst>
          </p:cNvPr>
          <p:cNvSpPr txBox="1"/>
          <p:nvPr/>
        </p:nvSpPr>
        <p:spPr>
          <a:xfrm>
            <a:off x="6604000" y="1905000"/>
            <a:ext cx="48260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rtlCol="0">
            <a:spAutoFit/>
          </a:bodyPr>
          <a:lstStyle/>
          <a:p>
            <a:r>
              <a:rPr lang="zh-CN" altLang="en-US" sz="2800"/>
              <a:t>文本框 </a:t>
            </a:r>
            <a:r>
              <a:rPr lang="en-US" altLang="zh-CN" sz="2800"/>
              <a:t>Style </a:t>
            </a:r>
            <a:r>
              <a:rPr lang="zh-CN" altLang="en-US" sz="2800"/>
              <a:t>文字</a:t>
            </a:r>
          </a:p>
        </p:txBody>
      </p:sp>
    </p:spTree>
    <p:extLst>
      <p:ext uri="{BB962C8B-B14F-4D97-AF65-F5344CB8AC3E}">
        <p14:creationId xmlns:p14="http://schemas.microsoft.com/office/powerpoint/2010/main" val="56663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宋体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自定义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fontRef 和占位符</vt:lpstr>
      <vt:lpstr>fontRef 和占位符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2026-10-17T08:09:20Z</dcterms:created>
  <dcterms:modified xsi:type="dcterms:W3CDTF">2026-10-17T08:09:20Z</dcterms:modified>
</cp:coreProperties>
</file>