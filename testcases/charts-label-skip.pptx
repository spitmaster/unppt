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3</c:v>
                </c:pt>
                <c:pt idx="19">
                  <c:v>4</c:v>
                </c:pt>
                <c:pt idx="20">
                  <c:v>5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16-428D-8D70-F66391132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4800992"/>
        <c:axId val="1644791872"/>
      </c:barChart>
      <c:catAx>
        <c:axId val="164480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44791872"/>
        <c:crosses val="autoZero"/>
        <c:auto val="1"/>
        <c:lblAlgn val="ctr"/>
        <c:lblOffset val="100"/>
        <c:noMultiLvlLbl val="0"/>
      </c:catAx>
      <c:valAx>
        <c:axId val="164479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4480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Sheet1!$A$2:$A$41</c:f>
              <c:strCache>
                <c:ptCount val="40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  <c:pt idx="12">
                  <c:v>第13周</c:v>
                </c:pt>
                <c:pt idx="13">
                  <c:v>第14周</c:v>
                </c:pt>
                <c:pt idx="14">
                  <c:v>第15周</c:v>
                </c:pt>
                <c:pt idx="15">
                  <c:v>第16周</c:v>
                </c:pt>
                <c:pt idx="16">
                  <c:v>第17周</c:v>
                </c:pt>
                <c:pt idx="17">
                  <c:v>第18周</c:v>
                </c:pt>
                <c:pt idx="18">
                  <c:v>第19周</c:v>
                </c:pt>
                <c:pt idx="19">
                  <c:v>第20周</c:v>
                </c:pt>
                <c:pt idx="20">
                  <c:v>第21周</c:v>
                </c:pt>
                <c:pt idx="21">
                  <c:v>第22周</c:v>
                </c:pt>
                <c:pt idx="22">
                  <c:v>第23周</c:v>
                </c:pt>
                <c:pt idx="23">
                  <c:v>第24周</c:v>
                </c:pt>
                <c:pt idx="24">
                  <c:v>第25周</c:v>
                </c:pt>
                <c:pt idx="25">
                  <c:v>第26周</c:v>
                </c:pt>
                <c:pt idx="26">
                  <c:v>第27周</c:v>
                </c:pt>
                <c:pt idx="27">
                  <c:v>第28周</c:v>
                </c:pt>
                <c:pt idx="28">
                  <c:v>第29周</c:v>
                </c:pt>
                <c:pt idx="29">
                  <c:v>第30周</c:v>
                </c:pt>
                <c:pt idx="30">
                  <c:v>第31周</c:v>
                </c:pt>
                <c:pt idx="31">
                  <c:v>第32周</c:v>
                </c:pt>
                <c:pt idx="32">
                  <c:v>第33周</c:v>
                </c:pt>
                <c:pt idx="33">
                  <c:v>第34周</c:v>
                </c:pt>
                <c:pt idx="34">
                  <c:v>第35周</c:v>
                </c:pt>
                <c:pt idx="35">
                  <c:v>第36周</c:v>
                </c:pt>
                <c:pt idx="36">
                  <c:v>第37周</c:v>
                </c:pt>
                <c:pt idx="37">
                  <c:v>第38周</c:v>
                </c:pt>
                <c:pt idx="38">
                  <c:v>第39周</c:v>
                </c:pt>
                <c:pt idx="39">
                  <c:v>第40周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3</c:v>
                </c:pt>
                <c:pt idx="19">
                  <c:v>4</c:v>
                </c:pt>
                <c:pt idx="20">
                  <c:v>5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3</c:v>
                </c:pt>
                <c:pt idx="25">
                  <c:v>4</c:v>
                </c:pt>
                <c:pt idx="26">
                  <c:v>5</c:v>
                </c:pt>
                <c:pt idx="27">
                  <c:v>3</c:v>
                </c:pt>
                <c:pt idx="28">
                  <c:v>4</c:v>
                </c:pt>
                <c:pt idx="29">
                  <c:v>5</c:v>
                </c:pt>
                <c:pt idx="30">
                  <c:v>3</c:v>
                </c:pt>
                <c:pt idx="31">
                  <c:v>4</c:v>
                </c:pt>
                <c:pt idx="32">
                  <c:v>5</c:v>
                </c:pt>
                <c:pt idx="33">
                  <c:v>3</c:v>
                </c:pt>
                <c:pt idx="34">
                  <c:v>4</c:v>
                </c:pt>
                <c:pt idx="35">
                  <c:v>5</c:v>
                </c:pt>
                <c:pt idx="36">
                  <c:v>3</c:v>
                </c:pt>
                <c:pt idx="37">
                  <c:v>4</c:v>
                </c:pt>
                <c:pt idx="38">
                  <c:v>5</c:v>
                </c:pt>
                <c:pt idx="3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2-4BFD-8FF8-01CBB67F7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8029375"/>
        <c:axId val="318026015"/>
      </c:barChart>
      <c:catAx>
        <c:axId val="318029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26015"/>
        <c:crosses val="autoZero"/>
        <c:auto val="1"/>
        <c:lblAlgn val="ctr"/>
        <c:lblOffset val="100"/>
        <c:noMultiLvlLbl val="0"/>
      </c:catAx>
      <c:valAx>
        <c:axId val="318026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8029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C2-4E29-B753-79708C942769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Sheet1!$B$2:$B$41</c:f>
              <c:numCache>
                <c:formatCode>General</c:formatCode>
                <c:ptCount val="4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3</c:v>
                </c:pt>
                <c:pt idx="19">
                  <c:v>4</c:v>
                </c:pt>
                <c:pt idx="20">
                  <c:v>5</c:v>
                </c:pt>
                <c:pt idx="21">
                  <c:v>3</c:v>
                </c:pt>
                <c:pt idx="22">
                  <c:v>4</c:v>
                </c:pt>
                <c:pt idx="23">
                  <c:v>5</c:v>
                </c:pt>
                <c:pt idx="24">
                  <c:v>3</c:v>
                </c:pt>
                <c:pt idx="25">
                  <c:v>4</c:v>
                </c:pt>
                <c:pt idx="26">
                  <c:v>5</c:v>
                </c:pt>
                <c:pt idx="27">
                  <c:v>3</c:v>
                </c:pt>
                <c:pt idx="28">
                  <c:v>4</c:v>
                </c:pt>
                <c:pt idx="29">
                  <c:v>5</c:v>
                </c:pt>
                <c:pt idx="30">
                  <c:v>3</c:v>
                </c:pt>
                <c:pt idx="31">
                  <c:v>4</c:v>
                </c:pt>
                <c:pt idx="32">
                  <c:v>5</c:v>
                </c:pt>
                <c:pt idx="33">
                  <c:v>3</c:v>
                </c:pt>
                <c:pt idx="34">
                  <c:v>4</c:v>
                </c:pt>
                <c:pt idx="35">
                  <c:v>5</c:v>
                </c:pt>
                <c:pt idx="36">
                  <c:v>3</c:v>
                </c:pt>
                <c:pt idx="37">
                  <c:v>4</c:v>
                </c:pt>
                <c:pt idx="38">
                  <c:v>5</c:v>
                </c:pt>
                <c:pt idx="3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C2-4E29-B753-79708C942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2135055"/>
        <c:axId val="322135535"/>
      </c:lineChart>
      <c:catAx>
        <c:axId val="32213505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135535"/>
        <c:crosses val="autoZero"/>
        <c:auto val="1"/>
        <c:lblAlgn val="ctr"/>
        <c:lblOffset val="100"/>
        <c:noMultiLvlLbl val="0"/>
      </c:catAx>
      <c:valAx>
        <c:axId val="32213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135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第5周</c:v>
                </c:pt>
                <c:pt idx="5">
                  <c:v>第6周</c:v>
                </c:pt>
                <c:pt idx="6">
                  <c:v>第7周</c:v>
                </c:pt>
                <c:pt idx="7">
                  <c:v>第8周</c:v>
                </c:pt>
                <c:pt idx="8">
                  <c:v>第9周</c:v>
                </c:pt>
                <c:pt idx="9">
                  <c:v>第10周</c:v>
                </c:pt>
                <c:pt idx="10">
                  <c:v>第11周</c:v>
                </c:pt>
                <c:pt idx="11">
                  <c:v>第12周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0C-4569-8C67-BC7DF5336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2133135"/>
        <c:axId val="322140335"/>
      </c:barChart>
      <c:catAx>
        <c:axId val="322133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140335"/>
        <c:crosses val="autoZero"/>
        <c:auto val="1"/>
        <c:lblAlgn val="ctr"/>
        <c:lblOffset val="100"/>
        <c:tickLblSkip val="3"/>
        <c:tickMarkSkip val="2"/>
        <c:noMultiLvlLbl val="0"/>
      </c:catAx>
      <c:valAx>
        <c:axId val="32214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133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5AD4C-D5A9-3DFA-5656-3C4AB433E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CB9D7B-7B27-B39F-1BB4-F45EC7D80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6F5DA-DC2C-E105-A658-73E61A3B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ED2C26-1E02-84BE-C05F-A672BAA3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7B7CC-B0C7-EB7C-8B8F-C4A60ED6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5B63E-7F62-565F-0957-87255CF5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5DB50-965D-DF3E-C98A-3BA7002DE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F1480-2ACC-C182-2F0C-6D46DC0F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E20D6F-6829-FBEF-FC04-27F03BA0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D26FE-B523-FCF7-9A76-D1BB1373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950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8E6C0-635B-1B3E-47D6-7957DBEB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062DC-3DED-0B56-3FA5-8F63046ED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B5443A-A514-1870-D328-337E150E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89A60-514D-D8D1-DAA8-0DBCC05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E90F9-99A8-5D3F-7C06-287CDA77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06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9D334-D99B-CBD1-A555-D13FA710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B9C6E5-AFBC-04F4-43B5-3C4EFD238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6739D3-7D24-688A-2FA3-12643014C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79D4E8-1499-1C61-98BE-D8B10CFB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388E0A-DB31-00E0-88FA-502C7CB1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1EC800-EA4A-50B8-F3A5-D0941AA4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7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A8A4F-0C77-82B9-47C9-EE1DE432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4DFEA-81D6-DBEC-8CFC-A761A4F3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993694-A49B-B002-67DA-D94AEE7BC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90CB22-927D-D773-16F7-1BE7A220A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2A4521-BE6A-58CA-1DD5-9097F5DA6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C5FBD2-5504-9686-7F85-4729757E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97B3EB-6506-AD5D-C62F-A79B6EA2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E91AED-3269-A2EB-6FBA-FD2D1D27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BB5DF-0DCC-BC01-61A7-B121C268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D105BC-1CD2-10B2-561D-8067F3F9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814912-386C-6BA3-3E98-1E81EF24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6107EA-108E-B822-D0D5-9203A074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70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E4DE5D-CE67-854F-70C8-67F470E9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20A5AE-F3E2-98EB-2505-84305EDA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963FB8-C8DB-7A0D-A21D-93195B97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8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A0124-396D-45DB-7895-7195CC41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3B8C3-C554-76A0-184E-2C954870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483E5B-C6D5-134E-395E-735015640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938FFC-6E15-C450-E543-9B134FA3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FFAF35-F729-7EDD-5DCD-A80B6C55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44E86-F3F5-CAE0-29DE-3549F227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4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48203-72C0-EE72-15C4-0AC3D6E9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2ABE8D-3A81-F69C-BFAE-362E3A982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B8981C-4A47-17C6-C443-5F1F3C7D4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32F607-48C1-441E-BE4B-966D5B09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DB3D6-1D22-03ED-3F9F-BA2866AC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FEAFEA-8743-CB28-463A-1DAF90F8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91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40DEA-0EE8-2D86-33F6-17D87FE9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6B7315-8C3B-13BE-5DCB-1FF2E5C62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6D6C18-A613-D82F-36C1-EF613C3D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F552A-F91A-E7F3-3F2D-99016BBE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6B07C-4B32-F2A6-4E31-7BA9BEA0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1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1F690C-6BCB-B2D4-72E6-CD1975CB6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C02407-3FF8-4D42-AEC9-92438CBD3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5F1EA-8022-6B2A-9C3F-BC144447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842ED-D8F3-BA14-DC7E-896D0F91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A4F75-FF21-BBE9-C79A-315A7539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95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E46F53-1632-E1FC-DE63-212A84BC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383333-7FB2-B64A-BAA8-56E27063E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0A41C3-44B1-A194-2E9A-38048BB71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BFC5D-CE10-498D-88E7-8B75E578A84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B35861-499B-9099-1A79-D4BE9BCE6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68940-E1F6-D70C-5970-EBEE85C37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57E31-2CA0-4F9E-B29A-FFFE59FB5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77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3127411-5C08-4101-6B07-437C41C23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128617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A78A5D8-99CD-5BA1-7D8E-05A55B0FE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733036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4538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ADF455E-2F70-9B35-7E87-298055A014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063846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737B6E6-EB32-D10B-7AB0-DEE33E2BA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79287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4756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2026-10-14T05:13:20Z</dcterms:created>
  <dcterms:modified xsi:type="dcterms:W3CDTF">2026-10-14T05:13:20Z</dcterms:modified>
</cp:coreProperties>
</file>