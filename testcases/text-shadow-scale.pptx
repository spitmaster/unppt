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28CDA8-3B8D-DC87-21D0-436CC75991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ECF70A5-D4E7-CD36-0C0B-5E80111175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825D441-F73B-DCF1-EAAC-C47C5EF8E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A99E7-4399-4F05-B285-1A12D2A4A189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C4D4B2-9017-C63E-5078-8E43C139A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840D80F-255B-96FA-DF97-A1530274B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E43AE-138F-488F-BD2E-096DD4CE9C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8118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D395B6-6C33-273D-02F9-3D44F356D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1D6F298-7DC2-CE64-7A0C-4AE0556CE6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25C681-286A-2FA7-E0B9-100C62C6E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A99E7-4399-4F05-B285-1A12D2A4A189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9563B1B-C936-4D0C-EA75-F592958AB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22C783-308E-AA71-23E9-DF432B943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E43AE-138F-488F-BD2E-096DD4CE9C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7879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7D256E-14E7-346A-45E1-77DF7E0C0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8D468E7-86FA-CB9D-8A91-5483A2FECD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E52B26-C6A4-ADA0-F8CB-6A15CE0DB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A99E7-4399-4F05-B285-1A12D2A4A189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DAEB120-81E0-B12F-3CA7-811C4A865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E582E4-29D2-4A2F-8428-5626D0406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E43AE-138F-488F-BD2E-096DD4CE9C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6628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ACFE71-8408-6A13-2951-F87BB7093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34D2AC-15B8-B8C3-4022-4C4732942D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04A116-75E4-1066-A483-4410048EA1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661F99A-D10D-B127-A632-D44035F41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A99E7-4399-4F05-B285-1A12D2A4A189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F80FB30-7F2D-8760-7880-197A32715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69C6960-8F12-9A58-E9AA-2CABA81A3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E43AE-138F-488F-BD2E-096DD4CE9C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2867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6BD36C-5033-9B1E-393E-8F27ACC67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0ACB379-A33D-15B2-FD57-23B2DB8A19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6155F06-8AB7-8774-C047-1B54630820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FDB266E-91AE-67D5-49EB-B23A4F6895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5132C8B-F19C-4651-443B-7EA4F35BAB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0D37E0B-4F10-257E-E2AA-E64FD7014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A99E7-4399-4F05-B285-1A12D2A4A189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CBB6F0D-543C-6643-A46F-421226C6D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1E34464-657B-ABB1-3B3A-B6B12AEC0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E43AE-138F-488F-BD2E-096DD4CE9C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15911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4F156E-D598-3E62-B947-5D8D8B667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7A8436F-B842-8975-A4B2-53F478797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A99E7-4399-4F05-B285-1A12D2A4A189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4678EE9-6B68-153F-AE8B-1C8BF0378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6D1DA86-3432-5A46-FA61-2AA7BB804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E43AE-138F-488F-BD2E-096DD4CE9C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6047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C09B391-DFFE-AEAF-38A7-AC2AB44C7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A99E7-4399-4F05-B285-1A12D2A4A189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DF9A560-41E6-5C92-E3E7-4CF541DAE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FCCCEEA-33CF-6B03-3AA7-649CBC35A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E43AE-138F-488F-BD2E-096DD4CE9C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5351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D4AA62-FE6F-4363-8A08-2238CF9D4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8996D4D-DCCE-B880-3DC4-A31695822C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1911587-727A-D9A4-BBBE-1182BCA312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CB4BF92-0332-9E84-7533-924DD8871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A99E7-4399-4F05-B285-1A12D2A4A189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2928425-7CE6-FBD3-B931-B9E7F522A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2739DBC-3DD5-D7BE-C911-2DB274828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E43AE-138F-488F-BD2E-096DD4CE9C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0548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C0CA91-7C86-1D38-FD46-0D93DC9AA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4F71B72-C365-F662-0591-34F632C97A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1860FBA-0EF8-2078-370A-21D77ED9CE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F897ACD-4EBC-D1F8-CE6C-3196EC651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A99E7-4399-4F05-B285-1A12D2A4A189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AD6AB5F-6588-37FC-695B-77C2AEB94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81FF08-26BA-8A31-29EC-F2F795093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E43AE-138F-488F-BD2E-096DD4CE9C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7937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74BC8F-BA44-CB42-E1FE-7F52F50E5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1461378-67AA-3386-1443-D1BF5B97E4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46A782-F567-B63F-20CC-8A6028909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A99E7-4399-4F05-B285-1A12D2A4A189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4477E4E-9885-95EF-BE08-CB09D9641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5F4751-3AF7-AFC5-B6BB-F3D0CA7A1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E43AE-138F-488F-BD2E-096DD4CE9C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0669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E54E684-FECD-83B3-6DD6-770592FFCF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7AB5BE1-AEE8-F81D-DE26-D42199FF3E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E868F3-28EC-BC40-F05B-F4F0ADCD8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A99E7-4399-4F05-B285-1A12D2A4A189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A437B65-0714-2939-EEC3-9ECF77492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8814CB8-DD2F-F9E5-3884-2CBDD647F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E43AE-138F-488F-BD2E-096DD4CE9C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6297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1454846-7517-135D-0E21-06B8F1B96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37BB579-7D80-99BC-2B91-FD69F4001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2BF6A49-724A-F460-19D7-19705B2034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3A99E7-4399-4F05-B285-1A12D2A4A189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C87FCE0-D7F6-2AA7-CB19-297F32A886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4CCE41-3CAF-FE3F-E6F3-B72094E6FB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0E43AE-138F-488F-BD2E-096DD4CE9C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2013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7DA16F0-7EBE-5BF1-1DAF-EC034C8CC9A0}"/>
              </a:ext>
            </a:extLst>
          </p:cNvPr>
          <p:cNvSpPr txBox="1"/>
          <p:nvPr/>
        </p:nvSpPr>
        <p:spPr>
          <a:xfrm>
            <a:off x="254000" y="254000"/>
            <a:ext cx="258404" cy="215444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altLang="zh-CN" sz="800">
                <a:solidFill>
                  <a:srgbClr val="141414"/>
                </a:solidFill>
                <a:effectLst>
                  <a:outerShdw dist="101600" rotWithShape="0">
                    <a:srgbClr val="E63C3C"/>
                  </a:outerShdw>
                </a:effectLst>
                <a:latin typeface="Arial" panose="020B0604020202020204" pitchFamily="34" charset="0"/>
              </a:rPr>
              <a:t>H</a:t>
            </a:r>
            <a:endParaRPr lang="zh-CN" altLang="en-US" sz="800">
              <a:solidFill>
                <a:srgbClr val="141414"/>
              </a:solidFill>
              <a:effectLst>
                <a:outerShdw dist="101600" rotWithShape="0">
                  <a:srgbClr val="E63C3C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14E570C-361B-FAE3-B4EB-1D8ADE16E297}"/>
              </a:ext>
            </a:extLst>
          </p:cNvPr>
          <p:cNvSpPr txBox="1"/>
          <p:nvPr/>
        </p:nvSpPr>
        <p:spPr>
          <a:xfrm>
            <a:off x="1016000" y="254000"/>
            <a:ext cx="332142" cy="338554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altLang="zh-CN" sz="1600">
                <a:solidFill>
                  <a:srgbClr val="141414"/>
                </a:solidFill>
                <a:effectLst>
                  <a:outerShdw dist="101600" rotWithShape="0">
                    <a:srgbClr val="E63C3C"/>
                  </a:outerShdw>
                </a:effectLst>
                <a:latin typeface="Arial" panose="020B0604020202020204" pitchFamily="34" charset="0"/>
              </a:rPr>
              <a:t>H</a:t>
            </a:r>
            <a:endParaRPr lang="zh-CN" altLang="en-US" sz="1600">
              <a:solidFill>
                <a:srgbClr val="141414"/>
              </a:solidFill>
              <a:effectLst>
                <a:outerShdw dist="101600" rotWithShape="0">
                  <a:srgbClr val="E63C3C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5D19F21-8E51-3E30-FBF6-6E037600A1DE}"/>
              </a:ext>
            </a:extLst>
          </p:cNvPr>
          <p:cNvSpPr txBox="1"/>
          <p:nvPr/>
        </p:nvSpPr>
        <p:spPr>
          <a:xfrm>
            <a:off x="2032000" y="254000"/>
            <a:ext cx="481222" cy="584775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altLang="zh-CN" sz="3200">
                <a:solidFill>
                  <a:srgbClr val="141414"/>
                </a:solidFill>
                <a:effectLst>
                  <a:outerShdw dist="101600" rotWithShape="0">
                    <a:srgbClr val="E63C3C"/>
                  </a:outerShdw>
                </a:effectLst>
                <a:latin typeface="Arial" panose="020B0604020202020204" pitchFamily="34" charset="0"/>
              </a:rPr>
              <a:t>H</a:t>
            </a:r>
            <a:endParaRPr lang="zh-CN" altLang="en-US" sz="3200">
              <a:solidFill>
                <a:srgbClr val="141414"/>
              </a:solidFill>
              <a:effectLst>
                <a:outerShdw dist="101600" rotWithShape="0">
                  <a:srgbClr val="E63C3C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095C02C-7960-D506-1344-BDEDA3D371A1}"/>
              </a:ext>
            </a:extLst>
          </p:cNvPr>
          <p:cNvSpPr txBox="1"/>
          <p:nvPr/>
        </p:nvSpPr>
        <p:spPr>
          <a:xfrm>
            <a:off x="3810000" y="254000"/>
            <a:ext cx="777777" cy="1077218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altLang="zh-CN" sz="6400">
                <a:solidFill>
                  <a:srgbClr val="141414"/>
                </a:solidFill>
                <a:effectLst>
                  <a:outerShdw dist="101600" rotWithShape="0">
                    <a:srgbClr val="E63C3C"/>
                  </a:outerShdw>
                </a:effectLst>
                <a:latin typeface="Arial" panose="020B0604020202020204" pitchFamily="34" charset="0"/>
              </a:rPr>
              <a:t>H</a:t>
            </a:r>
            <a:endParaRPr lang="zh-CN" altLang="en-US" sz="6400">
              <a:solidFill>
                <a:srgbClr val="141414"/>
              </a:solidFill>
              <a:effectLst>
                <a:outerShdw dist="101600" rotWithShape="0">
                  <a:srgbClr val="E63C3C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2322BFA-793C-D7F7-6CB3-384DAA38A36B}"/>
              </a:ext>
            </a:extLst>
          </p:cNvPr>
          <p:cNvSpPr txBox="1"/>
          <p:nvPr/>
        </p:nvSpPr>
        <p:spPr>
          <a:xfrm>
            <a:off x="7112000" y="254000"/>
            <a:ext cx="1370888" cy="2062103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altLang="zh-CN" sz="12800">
                <a:solidFill>
                  <a:srgbClr val="141414"/>
                </a:solidFill>
                <a:effectLst>
                  <a:outerShdw dist="101600" rotWithShape="0">
                    <a:srgbClr val="E63C3C"/>
                  </a:outerShdw>
                </a:effectLst>
                <a:latin typeface="Arial" panose="020B0604020202020204" pitchFamily="34" charset="0"/>
              </a:rPr>
              <a:t>H</a:t>
            </a:r>
            <a:endParaRPr lang="zh-CN" altLang="en-US" sz="12800">
              <a:solidFill>
                <a:srgbClr val="141414"/>
              </a:solidFill>
              <a:effectLst>
                <a:outerShdw dist="101600" rotWithShape="0">
                  <a:srgbClr val="E63C3C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6F8E722-4F3C-BDD0-4256-1D387842CCBA}"/>
              </a:ext>
            </a:extLst>
          </p:cNvPr>
          <p:cNvSpPr txBox="1"/>
          <p:nvPr/>
        </p:nvSpPr>
        <p:spPr>
          <a:xfrm>
            <a:off x="254000" y="3556000"/>
            <a:ext cx="258404" cy="215444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altLang="zh-CN" sz="800">
                <a:solidFill>
                  <a:srgbClr val="141414"/>
                </a:solidFill>
                <a:effectLst>
                  <a:outerShdw dist="406400" rotWithShape="0">
                    <a:srgbClr val="E63C3C"/>
                  </a:outerShdw>
                </a:effectLst>
                <a:latin typeface="Arial" panose="020B0604020202020204" pitchFamily="34" charset="0"/>
              </a:rPr>
              <a:t>H</a:t>
            </a:r>
            <a:endParaRPr lang="zh-CN" altLang="en-US" sz="800">
              <a:solidFill>
                <a:srgbClr val="141414"/>
              </a:solidFill>
              <a:effectLst>
                <a:outerShdw dist="406400" rotWithShape="0">
                  <a:srgbClr val="E63C3C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94E1B65-BC34-4493-3568-5A7785125B7D}"/>
              </a:ext>
            </a:extLst>
          </p:cNvPr>
          <p:cNvSpPr txBox="1"/>
          <p:nvPr/>
        </p:nvSpPr>
        <p:spPr>
          <a:xfrm>
            <a:off x="1016000" y="3556000"/>
            <a:ext cx="332142" cy="338554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altLang="zh-CN" sz="1600">
                <a:solidFill>
                  <a:srgbClr val="141414"/>
                </a:solidFill>
                <a:effectLst>
                  <a:outerShdw dist="406400" rotWithShape="0">
                    <a:srgbClr val="E63C3C"/>
                  </a:outerShdw>
                </a:effectLst>
                <a:latin typeface="Arial" panose="020B0604020202020204" pitchFamily="34" charset="0"/>
              </a:rPr>
              <a:t>H</a:t>
            </a:r>
            <a:endParaRPr lang="zh-CN" altLang="en-US" sz="1600">
              <a:solidFill>
                <a:srgbClr val="141414"/>
              </a:solidFill>
              <a:effectLst>
                <a:outerShdw dist="406400" rotWithShape="0">
                  <a:srgbClr val="E63C3C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3D39A6C-7A8D-0A4E-4712-E8E752B18596}"/>
              </a:ext>
            </a:extLst>
          </p:cNvPr>
          <p:cNvSpPr txBox="1"/>
          <p:nvPr/>
        </p:nvSpPr>
        <p:spPr>
          <a:xfrm>
            <a:off x="2032000" y="3556000"/>
            <a:ext cx="481222" cy="584775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altLang="zh-CN" sz="3200">
                <a:solidFill>
                  <a:srgbClr val="141414"/>
                </a:solidFill>
                <a:effectLst>
                  <a:outerShdw dist="406400" rotWithShape="0">
                    <a:srgbClr val="E63C3C"/>
                  </a:outerShdw>
                </a:effectLst>
                <a:latin typeface="Arial" panose="020B0604020202020204" pitchFamily="34" charset="0"/>
              </a:rPr>
              <a:t>H</a:t>
            </a:r>
            <a:endParaRPr lang="zh-CN" altLang="en-US" sz="3200">
              <a:solidFill>
                <a:srgbClr val="141414"/>
              </a:solidFill>
              <a:effectLst>
                <a:outerShdw dist="406400" rotWithShape="0">
                  <a:srgbClr val="E63C3C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4E93008-53FE-924A-517B-65631F06AF7F}"/>
              </a:ext>
            </a:extLst>
          </p:cNvPr>
          <p:cNvSpPr txBox="1"/>
          <p:nvPr/>
        </p:nvSpPr>
        <p:spPr>
          <a:xfrm>
            <a:off x="3810000" y="3556000"/>
            <a:ext cx="777777" cy="1077218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altLang="zh-CN" sz="6400">
                <a:solidFill>
                  <a:srgbClr val="141414"/>
                </a:solidFill>
                <a:effectLst>
                  <a:outerShdw dist="406400" rotWithShape="0">
                    <a:srgbClr val="E63C3C"/>
                  </a:outerShdw>
                </a:effectLst>
                <a:latin typeface="Arial" panose="020B0604020202020204" pitchFamily="34" charset="0"/>
              </a:rPr>
              <a:t>H</a:t>
            </a:r>
            <a:endParaRPr lang="zh-CN" altLang="en-US" sz="6400">
              <a:solidFill>
                <a:srgbClr val="141414"/>
              </a:solidFill>
              <a:effectLst>
                <a:outerShdw dist="406400" rotWithShape="0">
                  <a:srgbClr val="E63C3C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8FD9786-B38A-7DB9-51CA-AE2056BD0EAE}"/>
              </a:ext>
            </a:extLst>
          </p:cNvPr>
          <p:cNvSpPr txBox="1"/>
          <p:nvPr/>
        </p:nvSpPr>
        <p:spPr>
          <a:xfrm>
            <a:off x="7112000" y="3556000"/>
            <a:ext cx="1370888" cy="2062103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altLang="zh-CN" sz="12800">
                <a:solidFill>
                  <a:srgbClr val="141414"/>
                </a:solidFill>
                <a:effectLst>
                  <a:outerShdw dist="406400" rotWithShape="0">
                    <a:srgbClr val="E63C3C"/>
                  </a:outerShdw>
                </a:effectLst>
                <a:latin typeface="Arial" panose="020B0604020202020204" pitchFamily="34" charset="0"/>
              </a:rPr>
              <a:t>H</a:t>
            </a:r>
            <a:endParaRPr lang="zh-CN" altLang="en-US" sz="12800">
              <a:solidFill>
                <a:srgbClr val="141414"/>
              </a:solidFill>
              <a:effectLst>
                <a:outerShdw dist="406400" rotWithShape="0">
                  <a:srgbClr val="E63C3C"/>
                </a:outerShdw>
              </a:effectLst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73819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FEE7758-1861-80C0-5A3E-22ACD953CD0A}"/>
              </a:ext>
            </a:extLst>
          </p:cNvPr>
          <p:cNvSpPr txBox="1"/>
          <p:nvPr/>
        </p:nvSpPr>
        <p:spPr>
          <a:xfrm>
            <a:off x="1270000" y="762000"/>
            <a:ext cx="2036135" cy="3170099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altLang="zh-CN" sz="20000">
                <a:solidFill>
                  <a:srgbClr val="141414"/>
                </a:solidFill>
                <a:effectLst>
                  <a:outerShdw dist="203200" rotWithShape="0">
                    <a:srgbClr val="E63C3C"/>
                  </a:outerShdw>
                </a:effectLst>
                <a:latin typeface="Arial" panose="020B0604020202020204" pitchFamily="34" charset="0"/>
              </a:rPr>
              <a:t>H</a:t>
            </a:r>
            <a:endParaRPr lang="zh-CN" altLang="en-US" sz="20000">
              <a:solidFill>
                <a:srgbClr val="141414"/>
              </a:solidFill>
              <a:effectLst>
                <a:outerShdw dist="203200" rotWithShape="0">
                  <a:srgbClr val="E63C3C"/>
                </a:outerShdw>
              </a:effectLst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84027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7D495E3-0ED4-E9C2-C7EE-6065E6129D0B}"/>
              </a:ext>
            </a:extLst>
          </p:cNvPr>
          <p:cNvSpPr txBox="1"/>
          <p:nvPr/>
        </p:nvSpPr>
        <p:spPr>
          <a:xfrm>
            <a:off x="508000" y="1905000"/>
            <a:ext cx="332142" cy="338554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altLang="zh-CN" sz="1600">
                <a:solidFill>
                  <a:srgbClr val="141414"/>
                </a:solidFill>
                <a:effectLst>
                  <a:outerShdw blurRad="127000" rotWithShape="0">
                    <a:srgbClr val="E63C3C"/>
                  </a:outerShdw>
                </a:effectLst>
                <a:latin typeface="Arial" panose="020B0604020202020204" pitchFamily="34" charset="0"/>
              </a:rPr>
              <a:t>H</a:t>
            </a:r>
            <a:endParaRPr lang="zh-CN" altLang="en-US" sz="1600">
              <a:solidFill>
                <a:srgbClr val="141414"/>
              </a:solidFill>
              <a:effectLst>
                <a:outerShdw blurRad="127000" rotWithShape="0">
                  <a:srgbClr val="E63C3C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A024B04-5E93-5033-7B2F-57C6A4EF76BB}"/>
              </a:ext>
            </a:extLst>
          </p:cNvPr>
          <p:cNvSpPr txBox="1"/>
          <p:nvPr/>
        </p:nvSpPr>
        <p:spPr>
          <a:xfrm>
            <a:off x="3048000" y="1905000"/>
            <a:ext cx="777777" cy="1077218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altLang="zh-CN" sz="6400">
                <a:solidFill>
                  <a:srgbClr val="141414"/>
                </a:solidFill>
                <a:effectLst>
                  <a:outerShdw blurRad="127000" rotWithShape="0">
                    <a:srgbClr val="E63C3C"/>
                  </a:outerShdw>
                </a:effectLst>
                <a:latin typeface="Arial" panose="020B0604020202020204" pitchFamily="34" charset="0"/>
              </a:rPr>
              <a:t>H</a:t>
            </a:r>
            <a:endParaRPr lang="zh-CN" altLang="en-US" sz="6400">
              <a:solidFill>
                <a:srgbClr val="141414"/>
              </a:solidFill>
              <a:effectLst>
                <a:outerShdw blurRad="127000" rotWithShape="0">
                  <a:srgbClr val="E63C3C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3BCE46A-C5F6-1CF4-C3D2-BF5E77434D9B}"/>
              </a:ext>
            </a:extLst>
          </p:cNvPr>
          <p:cNvSpPr txBox="1"/>
          <p:nvPr/>
        </p:nvSpPr>
        <p:spPr>
          <a:xfrm>
            <a:off x="6604000" y="1905000"/>
            <a:ext cx="1370888" cy="2062103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altLang="zh-CN" sz="12800">
                <a:solidFill>
                  <a:srgbClr val="141414"/>
                </a:solidFill>
                <a:effectLst>
                  <a:outerShdw blurRad="127000" rotWithShape="0">
                    <a:srgbClr val="E63C3C"/>
                  </a:outerShdw>
                </a:effectLst>
                <a:latin typeface="Arial" panose="020B0604020202020204" pitchFamily="34" charset="0"/>
              </a:rPr>
              <a:t>H</a:t>
            </a:r>
            <a:endParaRPr lang="zh-CN" altLang="en-US" sz="12800">
              <a:solidFill>
                <a:srgbClr val="141414"/>
              </a:solidFill>
              <a:effectLst>
                <a:outerShdw blurRad="127000" rotWithShape="0">
                  <a:srgbClr val="E63C3C"/>
                </a:outerShdw>
              </a:effectLst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17318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自定义</PresentationFormat>
  <Paragraphs>14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2026-10-16T19:35:28Z</dcterms:created>
  <dcterms:modified xsi:type="dcterms:W3CDTF">2026-10-16T19:35:28Z</dcterms:modified>
</cp:coreProperties>
</file>