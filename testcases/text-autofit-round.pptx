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83608-C48A-2E67-F2C2-12A2DDD4C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19D0AD-BF3A-23DB-C01B-9B2ED2025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A9B88-28E9-8C84-532E-15BA338D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E0A20-AE6D-1B78-1E2F-DA2A3377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0DECA4-ABE5-E1C3-EAEA-70BDB58C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81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A4DA5-1DDF-9036-1A03-6B5199CD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1BE850-7E59-BF1C-E2A4-1CDA481AA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D62C8-76E8-6706-E225-EA1150C0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257CB5-B04A-6F8F-2611-5D608C24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64892-7A1F-D354-4777-6E6B0F6B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FC4C2-88D0-2C07-E3EE-62430AEB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432FF7-B917-E575-39E4-851F846F8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FAFBC-4429-EA4F-9C5C-EF0026FD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30317A-070A-B1D3-14E9-D18688B3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7A867-16FA-A7D5-2979-3CD7C2D6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91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B8AB2-9459-A1C2-4523-65182D39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09E4C-DB75-8ABE-D165-16798FD05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D4DA66-F6C3-AFE8-4A41-CFB8E2071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2F785C-DC12-2374-370E-A5FDC13D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A185CE-8E7B-828C-89CF-2D952A2B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436ED8-41BF-46F5-F1A6-A6FEAC1C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60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04E27-B11F-C3A6-7639-363EE490B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3012A-B868-A375-C7A6-4F502CD32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9785B3-D04B-476F-DA49-B706627EE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1D8879-451D-3EE2-E081-2ED7F9EB4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A11CCA-0BD7-FA3B-2C80-39C670118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3495E8-9F61-1FC0-BEA9-88158BCE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5D369A-C1C9-ABFC-4682-6FB0D5548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5BBB1B-0213-EDB7-202B-8C0EA78C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7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C6726-B692-7296-E47C-434DED84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2C8A29-6676-37EE-AFC0-6A92DCBC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89AEC3-7E48-958F-5FE4-FA4D5FCF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D4FB52-F89F-6A5D-217E-BD674A87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1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B24034-D541-AA2A-AAB6-340A173A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E6D2B9-DAA7-937D-7832-51567BDA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56B6DB-BB3D-0625-B2AA-C8445CEF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4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23C48-C94D-B57E-CBDD-62669BA2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4B4013-CA7D-6310-724B-7C405A534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578A57-A2BF-B323-D813-B6E4143E2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D33BF1-C698-8251-1D7E-57D3A6DA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20D662-6F8E-0FC3-637E-07F87978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C7E461-1C7B-C6DE-CBA0-E1E4001D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72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72617-8E1B-C747-9858-A882565B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510295-5C9F-0A04-5376-DD0C30942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1F99C2-A8B3-D083-9853-3AAFE0162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3D7439-8FAF-37DA-4FB4-0B3EC0C7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75EFF6-E663-F64C-B47F-2292F31C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F41CE-EC8A-1560-A301-4FC67B67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53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3F364-5A0D-C996-6B98-935428CCA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EC8D1A-612B-9DCC-B91E-54D0CD4D0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B214D0-9242-7FFB-60F2-ADBCBE4F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81B1A-D428-8392-78C4-FA8CF318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49895-E1D0-E574-1975-683AB539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99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BB5579-BD47-C5DB-A9F4-8A8754A9E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BC9D9B-0BDA-25E4-D1F9-3886A64F9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4AA6F4-C725-9E50-E973-F3EE9FEC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17D00-3F41-B95E-C59B-416DCFD3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70CF4-EBF0-3790-D8BC-63B4C54A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9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39C6EC-FE87-3715-5EF7-E2799BBD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155720-4744-E776-AE6F-3C95EE3D4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BD768-39F6-3CED-3666-E4ECBF0E0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17527-1F1C-480F-B292-41F93DEE5B5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1968D5-3EBF-81D2-FC27-5A9553F07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93C88-D348-2C37-24CF-CE3E5FC88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18A4A-6F61-4A67-8C77-E81E88E19D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37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FIT0">
            <a:extLst>
              <a:ext uri="{FF2B5EF4-FFF2-40B4-BE49-F238E27FC236}">
                <a16:creationId xmlns:a16="http://schemas.microsoft.com/office/drawing/2014/main" id="{F2367B58-1CB3-551D-95AA-8883B9B50B43}"/>
              </a:ext>
            </a:extLst>
          </p:cNvPr>
          <p:cNvSpPr txBox="1"/>
          <p:nvPr/>
        </p:nvSpPr>
        <p:spPr>
          <a:xfrm>
            <a:off x="254000" y="2540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normAutofit fontScale="92500"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</p:txBody>
      </p:sp>
      <p:sp>
        <p:nvSpPr>
          <p:cNvPr id="3" name="AUTOFIT1">
            <a:extLst>
              <a:ext uri="{FF2B5EF4-FFF2-40B4-BE49-F238E27FC236}">
                <a16:creationId xmlns:a16="http://schemas.microsoft.com/office/drawing/2014/main" id="{F4181189-72AF-9A1A-FBC8-3577E058647A}"/>
              </a:ext>
            </a:extLst>
          </p:cNvPr>
          <p:cNvSpPr txBox="1"/>
          <p:nvPr/>
        </p:nvSpPr>
        <p:spPr>
          <a:xfrm>
            <a:off x="3238500" y="2540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normAutofit fontScale="92500"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</p:txBody>
      </p:sp>
      <p:sp>
        <p:nvSpPr>
          <p:cNvPr id="4" name="AUTOFIT2">
            <a:extLst>
              <a:ext uri="{FF2B5EF4-FFF2-40B4-BE49-F238E27FC236}">
                <a16:creationId xmlns:a16="http://schemas.microsoft.com/office/drawing/2014/main" id="{8EA6EB07-2E00-9F72-B082-8A3E4771397B}"/>
              </a:ext>
            </a:extLst>
          </p:cNvPr>
          <p:cNvSpPr txBox="1"/>
          <p:nvPr/>
        </p:nvSpPr>
        <p:spPr>
          <a:xfrm>
            <a:off x="6223000" y="2540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normAutofit fontScale="90000"/>
          </a:bodyPr>
          <a:lstStyle/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</p:txBody>
      </p:sp>
      <p:sp>
        <p:nvSpPr>
          <p:cNvPr id="5" name="AUTOFIT3">
            <a:extLst>
              <a:ext uri="{FF2B5EF4-FFF2-40B4-BE49-F238E27FC236}">
                <a16:creationId xmlns:a16="http://schemas.microsoft.com/office/drawing/2014/main" id="{6542C4A3-4698-B336-6C60-DCBBF408CA42}"/>
              </a:ext>
            </a:extLst>
          </p:cNvPr>
          <p:cNvSpPr txBox="1"/>
          <p:nvPr/>
        </p:nvSpPr>
        <p:spPr>
          <a:xfrm>
            <a:off x="9207500" y="2540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normAutofit fontScale="77500" lnSpcReduction="20000"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行文字</a:t>
            </a:r>
          </a:p>
        </p:txBody>
      </p:sp>
    </p:spTree>
    <p:extLst>
      <p:ext uri="{BB962C8B-B14F-4D97-AF65-F5344CB8AC3E}">
        <p14:creationId xmlns:p14="http://schemas.microsoft.com/office/powerpoint/2010/main" val="274185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自定义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2026-10-15T16:32:05Z</dcterms:created>
  <dcterms:modified xsi:type="dcterms:W3CDTF">2026-10-15T16:32:05Z</dcterms:modified>
</cp:coreProperties>
</file>