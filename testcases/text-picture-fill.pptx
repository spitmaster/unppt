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E1382-5AFF-1262-1492-7238BECBB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A1EE30-F4E0-60EF-2339-4CA0E9D3D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106C1E-F55D-C7AD-2848-AB808ADF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1113F-EA5B-483C-830A-69507D7F59C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925229-A19A-5DF4-1739-2E6A1628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BF3246-34FF-7294-99EC-6857A41D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E992-4851-4003-A147-EBCA9C3500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562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9BCB53-FE8C-AB39-8E16-3A656CF77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769F72-2B7B-7AB5-2069-572FDF412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1A6B34-C05B-6BF7-253E-9F0D91FC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1113F-EA5B-483C-830A-69507D7F59C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128AB2-0B37-F356-CEE3-4EBDC9F5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780AAE-C2E5-EF08-66C7-0A59AE4FE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E992-4851-4003-A147-EBCA9C3500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78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C4933-E48C-8F3E-24FA-83B5EBF77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6BE4BC-C862-C8C2-3668-766E3CA7D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2E5F5-4265-F7F5-BA11-08C13B5F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1113F-EA5B-483C-830A-69507D7F59C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2199DA-DA01-ACCD-9488-9E4E7E2B5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A3559C-014D-87B1-B157-5C506BB8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E992-4851-4003-A147-EBCA9C3500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986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A6A56-07C7-357A-50C5-1C14B62DA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AEBC6D-371A-0DCE-57D0-57DE6158A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DE4098-EE23-A7A2-D7D3-7BB9C0591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077981-0D89-EEA7-DB1B-8AF8A8F9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1113F-EA5B-483C-830A-69507D7F59C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36956F-094A-FAAA-7A09-74E8744B6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448FEA-95F2-3F88-9DD6-8D0832029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E992-4851-4003-A147-EBCA9C3500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007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5A0F3-2363-94F1-66D1-EACB8FB4B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5285B0-28BF-1B0A-481A-2E69126C5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66C5A0-A0E8-79BD-EAE2-DDBEF13CB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A642EF-C2D3-763B-8771-1C684A5ED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699D04-DC40-578D-9A3E-D479C6FC9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7402167-211D-1818-4534-41B376C1F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1113F-EA5B-483C-830A-69507D7F59C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A2BD2A-92FC-9D40-3CEC-5D728DE3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CAB3BC-1319-AA51-B184-BC33429F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E992-4851-4003-A147-EBCA9C3500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900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251FF-17FC-BCEB-B727-3FC053FCD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396105-E969-EFD5-6CFF-DB2C13C4E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1113F-EA5B-483C-830A-69507D7F59C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677327-1898-5926-1976-76C2EB7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58696F-1066-77C9-5679-C4A7E647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E992-4851-4003-A147-EBCA9C3500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17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1F76C4-082D-1761-2054-40A9EB7A7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1113F-EA5B-483C-830A-69507D7F59C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31973B-B453-AF41-0FA5-BD088A350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8D05B4-AEC7-9780-D9BF-3EF8D922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E992-4851-4003-A147-EBCA9C3500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240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FAE88-E956-5B18-3279-320526C63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73015C-5352-07E3-2037-BC2771111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E1C59F-1ADF-3A69-D194-421CC9E47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9A46FA-E9E9-20B4-6D62-8B5BB44C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1113F-EA5B-483C-830A-69507D7F59C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C150F8-5DF6-0A5C-0CAC-35AD80D7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CC209F-9CE2-D30B-3472-575E792E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E992-4851-4003-A147-EBCA9C3500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592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FE0CD-CBE2-3654-F1F1-0A266890A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400BDB-610A-B399-4966-488B97351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714087-6DCB-89D6-EDCB-44F3D6A49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905677-24EC-391A-7F59-6A84AE7A4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1113F-EA5B-483C-830A-69507D7F59C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81AA74-E1CD-942C-A22F-438AB2245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BD9755-AFA0-DD28-63FC-CE48AA1B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E992-4851-4003-A147-EBCA9C3500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779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87892-5BB0-FA37-5AB2-0C307EE3D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A705CC-7B4B-F6FA-817A-887A9DC48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EB1287-21EF-FA4D-8BFD-287695FC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1113F-EA5B-483C-830A-69507D7F59C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42465D-75AD-F71D-9C6D-6FBD7E14C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E34D9E-73D4-D9CF-5F1E-C8DB886B4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E992-4851-4003-A147-EBCA9C3500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48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49F7581-5483-4C4C-F0DE-45F6B1D48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1E75E2-A129-876D-CF07-DE0F9E001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EA6CD3-0F11-BE4B-45EC-DC6520B2A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1113F-EA5B-483C-830A-69507D7F59C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24A776-94DB-27C4-7EA5-C1839B148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598C6-1E18-547F-4F12-64194967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E992-4851-4003-A147-EBCA9C3500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120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9CB5077-AB15-25CD-8107-B5A6B9929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219266-F02A-6EF7-7A75-41EA8A4E5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093CB7-D185-0E10-68FB-ACFD2BB8E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1113F-EA5B-483C-830A-69507D7F59C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96FD06-2427-C015-264D-E0ABF2F903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83853A-8788-D321-7A06-600DEA459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FE992-4851-4003-A147-EBCA9C3500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647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07921B-0460-DF31-D5AB-9908EA8403D2}"/>
              </a:ext>
            </a:extLst>
          </p:cNvPr>
          <p:cNvSpPr txBox="1"/>
          <p:nvPr/>
        </p:nvSpPr>
        <p:spPr>
          <a:xfrm>
            <a:off x="381000" y="254000"/>
            <a:ext cx="114300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altLang="en-US" sz="6600" b="1">
                <a:blipFill>
                  <a:blip r:embed="rId2"/>
                  <a:stretch>
                    <a:fillRect/>
                  </a:stretch>
                </a:blip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图片填充文字 </a:t>
            </a:r>
            <a:r>
              <a:rPr lang="en-US" altLang="zh-CN" sz="6600" b="1">
                <a:blipFill>
                  <a:blip r:embed="rId2"/>
                  <a:stretch>
                    <a:fillRect/>
                  </a:stretch>
                </a:blipFill>
                <a:latin typeface="Microsoft YaHei" panose="020B0503020204020204" pitchFamily="34" charset="-122"/>
                <a:ea typeface="Microsoft YaHei" panose="020B0503020204020204" pitchFamily="34" charset="-122"/>
              </a:rPr>
              <a:t>PICTURE</a:t>
            </a:r>
            <a:endParaRPr lang="zh-CN" altLang="en-US" sz="6600" b="1">
              <a:blipFill>
                <a:blip r:embed="rId2"/>
                <a:stretch>
                  <a:fillRect/>
                </a:stretch>
              </a:blip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C7A11D-09F1-51BD-6172-5EA4ED6980D8}"/>
              </a:ext>
            </a:extLst>
          </p:cNvPr>
          <p:cNvSpPr txBox="1"/>
          <p:nvPr/>
        </p:nvSpPr>
        <p:spPr>
          <a:xfrm>
            <a:off x="381000" y="1905000"/>
            <a:ext cx="76200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altLang="en-US" sz="6600" b="1">
                <a:blipFill>
                  <a:blip r:embed="rId2"/>
                  <a:stretch>
                    <a:fillRect/>
                  </a:stretch>
                </a:blip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两行文字第一行</a:t>
            </a:r>
          </a:p>
          <a:p>
            <a:r>
              <a:rPr lang="zh-CN" altLang="en-US" sz="6600" b="1">
                <a:blipFill>
                  <a:blip r:embed="rId2"/>
                  <a:stretch>
                    <a:fillRect/>
                  </a:stretch>
                </a:blip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第二行 </a:t>
            </a:r>
            <a:r>
              <a:rPr lang="en-US" altLang="zh-CN" sz="6600" b="1">
                <a:blipFill>
                  <a:blip r:embed="rId2"/>
                  <a:stretch>
                    <a:fillRect/>
                  </a:stretch>
                </a:blipFill>
                <a:latin typeface="Microsoft YaHei" panose="020B0503020204020204" pitchFamily="34" charset="-122"/>
                <a:ea typeface="Microsoft YaHei" panose="020B0503020204020204" pitchFamily="34" charset="-122"/>
              </a:rPr>
              <a:t>TEXT</a:t>
            </a:r>
            <a:endParaRPr lang="zh-CN" altLang="en-US" sz="6600" b="1">
              <a:blipFill>
                <a:blip r:embed="rId2"/>
                <a:stretch>
                  <a:fillRect/>
                </a:stretch>
              </a:blip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E498D9-F732-4CC6-04D6-7A1AAA30C400}"/>
              </a:ext>
            </a:extLst>
          </p:cNvPr>
          <p:cNvSpPr txBox="1"/>
          <p:nvPr/>
        </p:nvSpPr>
        <p:spPr>
          <a:xfrm>
            <a:off x="381000" y="4826000"/>
            <a:ext cx="114300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6600" b="1">
                <a:blipFill>
                  <a:blip r:embed="rId2"/>
                  <a:stretch>
                    <a:fillRect/>
                  </a:stretch>
                </a:blipFill>
                <a:latin typeface="Microsoft YaHei" panose="020B0503020204020204" pitchFamily="34" charset="-122"/>
                <a:ea typeface="Microsoft YaHei" panose="020B0503020204020204" pitchFamily="34" charset="-122"/>
              </a:rPr>
              <a:t>居中一行</a:t>
            </a:r>
          </a:p>
        </p:txBody>
      </p:sp>
    </p:spTree>
    <p:extLst>
      <p:ext uri="{BB962C8B-B14F-4D97-AF65-F5344CB8AC3E}">
        <p14:creationId xmlns:p14="http://schemas.microsoft.com/office/powerpoint/2010/main" val="3361759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C47431A-2DB9-2E4B-F38C-CA27160CBBAE}"/>
              </a:ext>
            </a:extLst>
          </p:cNvPr>
          <p:cNvSpPr/>
          <p:nvPr/>
        </p:nvSpPr>
        <p:spPr>
          <a:xfrm>
            <a:off x="762000" y="1524000"/>
            <a:ext cx="736612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80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blipFill>
                  <a:blip r:embed="rId2"/>
                  <a:stretch>
                    <a:fillRect/>
                  </a:stretch>
                </a:blip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Microsoft YaHei" panose="020B0503020204020204" pitchFamily="34" charset="-122"/>
              </a:rPr>
              <a:t>艺术字图片填充</a:t>
            </a:r>
          </a:p>
        </p:txBody>
      </p:sp>
    </p:spTree>
    <p:extLst>
      <p:ext uri="{BB962C8B-B14F-4D97-AF65-F5344CB8AC3E}">
        <p14:creationId xmlns:p14="http://schemas.microsoft.com/office/powerpoint/2010/main" val="1354789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自定义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2026-10-15T12:03:11Z</dcterms:created>
  <dcterms:modified xsi:type="dcterms:W3CDTF">2026-10-15T12:03:11Z</dcterms:modified>
</cp:coreProperties>
</file>