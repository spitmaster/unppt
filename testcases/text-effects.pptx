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41B1DF-70F8-2A00-65E5-E19F78726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2754665-1DFB-8859-71FF-4BFE5DC1B8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FD64E5-4310-EA09-FE5A-B062F259E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AE8873-5A6E-75BB-D1F8-3E4EEF18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13D7C2-1A91-7339-8054-EADFB271A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3144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48723-DAF3-DA55-0711-72773FFD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C27537-D215-7E91-31EE-8AD8CF4B1C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9E41C0-816B-4840-3D10-6DC4F1FC2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FFDA8E9-95FC-AC69-BE32-18CCECBF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8C31D7-B6C3-C99E-AC5B-AF47112F8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3318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A76F4DA-10D6-56B0-2DDE-4CE47A047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DC63A59-1D63-4352-2D12-E1084D53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EC63AC-785D-11D2-A3E4-F96F5892B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E1C09-EE69-095C-F236-6F3A02C83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09F238-7F53-D55D-EDA8-04C916190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91991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41D6A9-D8DB-4937-EB5E-F8468DA70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698AAE-DA10-7BAE-DC75-2B217F1EA7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C70F2A0-5B6F-6BE5-791E-2FBF410019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44D4AB3-E22E-97A6-150A-F92724B1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861E85F-845C-BE42-9BDB-051D0349A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FA77475-7376-1503-B05C-A37CBD8A0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0725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8695C3-92BF-94BF-6B6F-28B5C67AD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24A2664-8B62-1FE0-CFF2-798F49C07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3D5632-E5C8-8CAD-5233-C38CBE9621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D8FA587-301B-6F01-1DB0-8E241BBE43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1EBC6D-842A-DE06-D20F-DC9137B8F5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B6715E90-6F1A-40E7-B1E1-250742966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C06F87-3D48-D304-E845-EB5FEC7C7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816C8B0-20FF-3353-EB06-2E1F051FE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370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AB71D-50A3-42A9-DCB2-B74E0BFAFE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CFA4A6-BC17-6F7D-0E73-F60430A87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2551679-EFC8-DA52-BA8F-BADABFBC5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D9AD301-C0F2-53A0-985D-F8E0C557D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6951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6AF420-11DE-E26A-4F35-B307C5BD0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73FD95-F80F-6B03-E66D-2C5CF45B58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5BEFE5-7CC5-3D73-7C52-05C7B2B07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2778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10D3C-4581-6D62-34A0-8D179CFA4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E45D5C-2849-757A-C001-A71A11BE2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A838DD-9861-5B52-E873-AB8A1B0525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A315180-8B68-2E89-DBBC-B1A8301795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908BC1-1E7F-F2E7-D515-E21772D3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B45BE86-92DE-EA2C-5886-A9CD1ECD1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7708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C133F7-CEB3-C3F2-0685-2438516ED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89C5992-05D1-992D-B39B-FA34ECB05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95A992C-16E2-2AFE-EC4A-1D9368D41A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E09EFA-FA4C-CB9A-9387-F97A2C8B2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FEB4C2-D5B1-2C1F-4D3C-C151BDCD0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236207-7930-1BB1-668E-DC08271A4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21354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EFE370-B110-202B-B16C-9CEE12A75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591AD7E-9563-60D0-E4BD-05305DB6F6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6FBA9C-1143-B9AB-EEA6-630A2619B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071BEB-254E-4F80-7045-5CE8D4F61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FBE5D3A-96BC-9CE7-1644-A06451F35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39114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2E9312-05C4-20E2-7064-13CA26D77E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4B1DDB-8074-14ED-C838-517E4871A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BFBE20E-DA10-5F4A-31A2-F1E05AB9B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699EB-914E-2F73-EAF7-B53DFEB1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83985C7-5B5D-A4ED-E045-8BDA0116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893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4CBF528-3596-58A8-0DAE-A12535541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1BC54E3-FD11-23AA-0BCF-E34D8A7F6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001E1FE-6C9E-4DB5-3F33-B499E0F9D8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AE86D7-1578-40C2-9AB4-2659AEE9502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089260-DB36-3340-4978-0ABE61D4D8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429BD2-F1B7-CE1D-569A-0670B662E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29F04-8DEC-4482-A9B9-0AD684CDC3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4878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704DBFB-B920-02A2-391A-B78B79E59DAB}"/>
              </a:ext>
            </a:extLst>
          </p:cNvPr>
          <p:cNvSpPr/>
          <p:nvPr/>
        </p:nvSpPr>
        <p:spPr>
          <a:xfrm>
            <a:off x="508000" y="381000"/>
            <a:ext cx="4754250" cy="830997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48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Microsoft YaHei" panose="020B0503020204020204" pitchFamily="34" charset="-122"/>
              </a:rPr>
              <a:t>艺术字 </a:t>
            </a:r>
            <a:r>
              <a:rPr lang="en-US" altLang="zh-CN" sz="48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  <a:latin typeface="Microsoft YaHei" panose="020B0503020204020204" pitchFamily="34" charset="-122"/>
              </a:rPr>
              <a:t>WordArt</a:t>
            </a:r>
            <a:endParaRPr lang="zh-CN" altLang="en-US" sz="4800" cap="none" spc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  <a:latin typeface="Microsoft YaHei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1B0E0DC-6496-F8D5-9926-43DDAA87D3C2}"/>
              </a:ext>
            </a:extLst>
          </p:cNvPr>
          <p:cNvSpPr txBox="1"/>
          <p:nvPr/>
        </p:nvSpPr>
        <p:spPr>
          <a:xfrm>
            <a:off x="508000" y="1905000"/>
            <a:ext cx="11176000" cy="88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ln w="12700">
                  <a:solidFill>
                    <a:srgbClr val="C80000"/>
                  </a:solidFill>
                </a:ln>
                <a:latin typeface="Microsoft YaHei" panose="020B0503020204020204" pitchFamily="34" charset="-122"/>
                <a:ea typeface="Microsoft YaHei" panose="020B0503020204020204" pitchFamily="34" charset="-122"/>
              </a:rPr>
              <a:t>描边文字 </a:t>
            </a:r>
            <a:r>
              <a:rPr lang="en-US" altLang="zh-CN" sz="4000">
                <a:ln w="12700">
                  <a:solidFill>
                    <a:srgbClr val="C80000"/>
                  </a:solidFill>
                </a:ln>
                <a:latin typeface="Microsoft YaHei" panose="020B0503020204020204" pitchFamily="34" charset="-122"/>
                <a:ea typeface="Microsoft YaHei" panose="020B0503020204020204" pitchFamily="34" charset="-122"/>
              </a:rPr>
              <a:t>Outline</a:t>
            </a:r>
            <a:endParaRPr lang="zh-CN" altLang="en-US" sz="4000">
              <a:ln w="12700">
                <a:solidFill>
                  <a:srgbClr val="C80000"/>
                </a:solidFill>
              </a:ln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DA2B805-785E-217F-7019-21A6DBCDAA57}"/>
              </a:ext>
            </a:extLst>
          </p:cNvPr>
          <p:cNvSpPr txBox="1"/>
          <p:nvPr/>
        </p:nvSpPr>
        <p:spPr>
          <a:xfrm>
            <a:off x="508000" y="3048000"/>
            <a:ext cx="11176000" cy="88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effectLst>
                  <a:outerShdw blurRad="63500" dist="37357" dir="2700000" rotWithShape="0">
                    <a:scrgbClr r="0" g="0" b="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阴影文字 </a:t>
            </a:r>
            <a:r>
              <a:rPr lang="en-US" altLang="zh-CN" sz="4000">
                <a:effectLst>
                  <a:outerShdw blurRad="63500" dist="37357" dir="2700000" rotWithShape="0">
                    <a:scrgbClr r="0" g="0" b="0"/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Shadow</a:t>
            </a:r>
            <a:endParaRPr lang="zh-CN" altLang="en-US" sz="4000">
              <a:effectLst>
                <a:outerShdw blurRad="63500" dist="37357" dir="2700000" rotWithShape="0">
                  <a:scrgbClr r="0" g="0" b="0"/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DC80917-D57B-CBA4-B331-55543B4A5774}"/>
              </a:ext>
            </a:extLst>
          </p:cNvPr>
          <p:cNvSpPr txBox="1"/>
          <p:nvPr/>
        </p:nvSpPr>
        <p:spPr>
          <a:xfrm>
            <a:off x="508000" y="4191000"/>
            <a:ext cx="11176000" cy="88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4000">
                <a:gradFill flip="none" rotWithShape="1">
                  <a:gsLst>
                    <a:gs pos="0">
                      <a:srgbClr val="FF0000"/>
                    </a:gs>
                    <a:gs pos="100000">
                      <a:srgbClr val="0000FF"/>
                    </a:gs>
                  </a:gsLst>
                  <a:lin ang="5400000" scaled="1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渐变文字 </a:t>
            </a:r>
            <a:r>
              <a:rPr lang="en-US" altLang="zh-CN" sz="4000">
                <a:gradFill flip="none" rotWithShape="1">
                  <a:gsLst>
                    <a:gs pos="0">
                      <a:srgbClr val="FF0000"/>
                    </a:gs>
                    <a:gs pos="100000">
                      <a:srgbClr val="0000FF"/>
                    </a:gs>
                  </a:gsLst>
                  <a:lin ang="5400000" scaled="1"/>
                  <a:tileRect/>
                </a:gradFill>
                <a:latin typeface="Microsoft YaHei" panose="020B0503020204020204" pitchFamily="34" charset="-122"/>
                <a:ea typeface="Microsoft YaHei" panose="020B0503020204020204" pitchFamily="34" charset="-122"/>
              </a:rPr>
              <a:t>Gradient</a:t>
            </a:r>
            <a:endParaRPr lang="zh-CN" altLang="en-US" sz="4000">
              <a:gradFill flip="none" rotWithShape="1">
                <a:gsLst>
                  <a:gs pos="0">
                    <a:srgbClr val="FF0000"/>
                  </a:gs>
                  <a:gs pos="100000">
                    <a:srgbClr val="0000FF"/>
                  </a:gs>
                </a:gsLst>
                <a:lin ang="5400000" scaled="1"/>
                <a:tileRect/>
              </a:gra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46C07A5-794F-8A0D-2A15-68D82F2C9A16}"/>
              </a:ext>
            </a:extLst>
          </p:cNvPr>
          <p:cNvSpPr txBox="1"/>
          <p:nvPr/>
        </p:nvSpPr>
        <p:spPr>
          <a:xfrm>
            <a:off x="508000" y="5334000"/>
            <a:ext cx="11176000" cy="889000"/>
          </a:xfrm>
          <a:prstGeom prst="rect">
            <a:avLst/>
          </a:prstGeom>
          <a:noFill/>
          <a:ln w="6350">
            <a:solidFill>
              <a:srgbClr val="C8C8C8"/>
            </a:solidFill>
          </a:ln>
        </p:spPr>
        <p:txBody>
          <a:bodyPr vert="horz" wrap="square" rtlCol="0" anchor="t">
            <a:noAutofit/>
          </a:bodyPr>
          <a:lstStyle/>
          <a:p>
            <a:r>
              <a:rPr lang="zh-CN" altLang="en-US" sz="3200" b="1">
                <a:latin typeface="Microsoft YaHei" panose="020B0503020204020204" pitchFamily="34" charset="-122"/>
                <a:ea typeface="Microsoft YaHei" panose="020B0503020204020204" pitchFamily="34" charset="-122"/>
              </a:rPr>
              <a:t>加粗</a:t>
            </a:r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200" i="1">
                <a:latin typeface="Microsoft YaHei" panose="020B0503020204020204" pitchFamily="34" charset="-122"/>
                <a:ea typeface="Microsoft YaHei" panose="020B0503020204020204" pitchFamily="34" charset="-122"/>
              </a:rPr>
              <a:t>倾斜</a:t>
            </a:r>
            <a:r>
              <a:rPr lang="zh-CN" altLang="en-US" sz="320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zh-CN" altLang="en-US" sz="3200" u="sng">
                <a:latin typeface="Microsoft YaHei" panose="020B0503020204020204" pitchFamily="34" charset="-122"/>
                <a:ea typeface="Microsoft YaHei" panose="020B0503020204020204" pitchFamily="34" charset="-122"/>
              </a:rPr>
              <a:t>下划线</a:t>
            </a:r>
          </a:p>
        </p:txBody>
      </p:sp>
    </p:spTree>
    <p:extLst>
      <p:ext uri="{BB962C8B-B14F-4D97-AF65-F5344CB8AC3E}">
        <p14:creationId xmlns:p14="http://schemas.microsoft.com/office/powerpoint/2010/main" val="2298452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</Words>
  <Application>Microsoft Office PowerPoint</Application>
  <PresentationFormat>自定义</PresentationFormat>
  <Paragraphs>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Microsoft YaHei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2026-10-12T12:58:55Z</dcterms:created>
  <dcterms:modified xsi:type="dcterms:W3CDTF">2026-10-12T12:58:55Z</dcterms:modified>
</cp:coreProperties>
</file>