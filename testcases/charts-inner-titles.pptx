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363636363636362"/>
          <c:y val="0.13600000000000001"/>
          <c:w val="0.68181818181818188"/>
          <c:h val="0.600000000000000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EC-40B2-929F-89E04BB360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578671"/>
        <c:axId val="27580591"/>
      </c:barChart>
      <c:catAx>
        <c:axId val="275786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580591"/>
        <c:crosses val="autoZero"/>
        <c:auto val="1"/>
        <c:lblAlgn val="ctr"/>
        <c:lblOffset val="100"/>
        <c:noMultiLvlLbl val="0"/>
      </c:catAx>
      <c:valAx>
        <c:axId val="27580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578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72727272727273"/>
          <c:y val="9.6000000000000002E-2"/>
          <c:w val="0.77272727272727271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7-499F-8F2F-F5D818E260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596815"/>
        <c:axId val="32610255"/>
      </c:barChart>
      <c:catAx>
        <c:axId val="32596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610255"/>
        <c:crosses val="autoZero"/>
        <c:auto val="1"/>
        <c:lblAlgn val="ctr"/>
        <c:lblOffset val="100"/>
        <c:noMultiLvlLbl val="0"/>
      </c:catAx>
      <c:valAx>
        <c:axId val="32610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596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909090909090909"/>
          <c:y val="0.13600000000000001"/>
          <c:w val="0.63636363636363635"/>
          <c:h val="0.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A-4389-AEA5-3274851D55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098815"/>
        <c:axId val="29105055"/>
      </c:barChart>
      <c:catAx>
        <c:axId val="29098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105055"/>
        <c:crosses val="autoZero"/>
        <c:auto val="1"/>
        <c:lblAlgn val="ctr"/>
        <c:lblOffset val="100"/>
        <c:noMultiLvlLbl val="0"/>
      </c:catAx>
      <c:valAx>
        <c:axId val="29105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098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909090909090909"/>
          <c:y val="0.11600000000000001"/>
          <c:w val="0.63636363636363635"/>
          <c:h val="0.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32-4D36-A2CF-DE0C90F18B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595855"/>
        <c:axId val="32603535"/>
      </c:barChart>
      <c:catAx>
        <c:axId val="325958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603535"/>
        <c:crosses val="autoZero"/>
        <c:auto val="1"/>
        <c:lblAlgn val="ctr"/>
        <c:lblOffset val="100"/>
        <c:noMultiLvlLbl val="0"/>
      </c:catAx>
      <c:valAx>
        <c:axId val="326035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595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C05E3-E96D-69A5-E644-1C4C40690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568046-4C90-9BF4-CE08-6043E7EF6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ECF5B-C21A-D486-F658-A52292A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C0BC2-E92C-250D-54E4-67A62565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A8F47-1A9A-8DDE-E3A1-086B5AE5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60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A3104-DA5C-5D61-633A-3BFB943E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EFA91-3B14-F9E2-ED8F-42F63BE4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98B6AC-59F6-7A54-62BA-D93C6AE3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14CCFF-EE2B-344B-2D1C-DEFEE331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F900F-4DCC-D8C2-A21C-B18AC579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2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3A7DD-EFC2-05FD-5864-6EFDFEED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0BCA2F-0313-D6A8-B4D6-11F45D69B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0CEFE9-9962-90FF-F171-7B88E484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6BAFD-CB4B-C1F7-5A4C-2B6765BD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354C0E-A253-D8AB-277E-868ED1F9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40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807FE-B467-59F0-EE4E-CDE7CB17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366F9-66B2-69E7-AF2A-21ACA1243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18BAA-EE14-2180-FEA4-BDF9B7BF8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98A84-B022-F856-4022-C38A0C86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66F667-E6D4-AC04-1FD2-296BF475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CE9417-CDF5-D9A2-FF54-DB5A43BB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46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9FA9B-827E-67F1-5ED0-9765162C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5E06D6-DC9B-521E-06D5-39CDE3BF6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21401D-72E4-1309-5626-AD17A5E0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E4A34C-122D-46F8-D982-BD851E486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EC776A-52D4-2CB1-8999-5C28E9C5E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A9C490-474D-B0AA-3D17-08AAD047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A98948-919D-2A09-724B-7788BF6D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429ABE-19BF-07DF-8907-7C16AEA3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9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82C1E-B671-C04D-A5BA-AC0C18C8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5A4502-31D1-4359-3BD8-764C6EC0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F0D960-3110-87B4-0B25-337F4608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F730FE-2939-4576-25C1-FC1C9AAD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30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F32448-905F-E8AF-97E9-6B540578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95A9A0-7338-44CD-7B8E-4809857A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A21D5-1B57-602B-A838-9437E37C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24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7A71E-2698-A893-0149-FFB05686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D8646-9710-67F4-E416-5A1D3A01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427C48-9A82-6E93-7B80-084E7D81F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BC16B6-6F4B-48DA-B343-F3AC1B6E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695EB9-5BE0-0C0F-22BF-97E6522D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AF50C4-38DC-19D9-75D9-C6883FF8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42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A5C49-F308-317B-3095-99F51B06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6AC683-113A-E49F-C262-F60D20851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E60B14-3489-298A-4C7F-67D240C70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2E7F9-77A5-64A2-79A7-94F8EA12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962ADB-3086-B366-98EC-4FE8C3CA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3E9CB-50BC-47D5-AABC-1BD58230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0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ED358-8147-B73C-B86C-2D6CDFAC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859101-37FC-970D-137A-2D217B058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A5F97-092E-A167-C828-90E4F8A2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AF931-1279-FE67-C4C6-40703371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5A0F8A-FC97-8669-F31E-E769410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97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000A98-262B-BE01-8805-619C1CBD6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DAE589-D2D4-96B6-AF7E-81E966A6B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E77BF-7AEE-3E91-B2FB-2005E138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C46B8E-A211-0B28-D838-76B3CF95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F581D-59AF-CE45-735F-0786051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38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E93D0F-5346-8E98-CEA6-539030A7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B9BBE2-2912-6CDF-8958-6507EBDA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95433-BB19-5A14-B236-D9A6B75A9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76B5D-8720-452F-B445-007970372E4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C04CE-740C-D3D4-E9BB-45DF158C0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F9187-FB52-46FC-78EE-EF1586CBC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326AF-4B81-494E-8722-B50B10B64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02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6AC9593-5744-A179-F533-FA7917102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215432"/>
              </p:ext>
            </p:extLst>
          </p:nvPr>
        </p:nvGraphicFramePr>
        <p:xfrm>
          <a:off x="127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30628833-D75C-AB23-6D0F-CCBC41464B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385716"/>
              </p:ext>
            </p:extLst>
          </p:nvPr>
        </p:nvGraphicFramePr>
        <p:xfrm>
          <a:off x="6096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921F43BB-C663-54F8-E20C-D1AD98173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149465"/>
              </p:ext>
            </p:extLst>
          </p:nvPr>
        </p:nvGraphicFramePr>
        <p:xfrm>
          <a:off x="127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7ED9B46-738C-C393-A90D-9B6E4F5E1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226318"/>
              </p:ext>
            </p:extLst>
          </p:nvPr>
        </p:nvGraphicFramePr>
        <p:xfrm>
          <a:off x="6096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820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2026-10-19T01:45:08Z</dcterms:created>
  <dcterms:modified xsi:type="dcterms:W3CDTF">2026-10-19T01:45:08Z</dcterms:modified>
</cp:coreProperties>
</file>