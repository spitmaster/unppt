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2192000" cy="6858000"/>
  <p:notesSz cx="6858000" cy="9144000"/>
  <p:embeddedFontLst>
    <p:embeddedFont>
      <p:font typeface="等线" panose="02010600030101010101" pitchFamily="2" charset="-122"/>
      <p:regular r:id="rId3"/>
      <p:bold r:id="rId4"/>
    </p:embeddedFont>
    <p:embeddedFont>
      <p:font typeface="等线 Light" panose="02010600030101010101" pitchFamily="2" charset="-122"/>
      <p:regular r:id="rId5"/>
    </p:embeddedFont>
    <p:embeddedFont>
      <p:font typeface="华文行楷" panose="02010800040101010101" pitchFamily="2" charset="-122"/>
      <p:regular r:id="rId6"/>
    </p:embeddedFont>
    <p:embeddedFont>
      <p:font typeface="Impact" panose="020B0806030902050204" pitchFamily="34" charset="0"/>
      <p:regular r:id="rId7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tableStyles" Target="tableStyles.xml"/><Relationship Id="rId5" Type="http://schemas.openxmlformats.org/officeDocument/2006/relationships/font" Target="fonts/font3.fntdata"/><Relationship Id="rId10" Type="http://schemas.openxmlformats.org/officeDocument/2006/relationships/theme" Target="theme/theme1.xml"/><Relationship Id="rId4" Type="http://schemas.openxmlformats.org/officeDocument/2006/relationships/font" Target="fonts/font2.fntdata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ADB3E2-88E0-4E4C-2AFA-AF928F5DF4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0C8F803-1F1F-CC2B-CD61-505BC8A19B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F42253D-E6A9-D196-3C3F-07B71128E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B740E-54D4-43A9-BA94-F525E808B8AD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18467AC-9084-C8AD-FD28-5C5A3578B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E44597-305F-FBE5-DCEC-C0A2E07AF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062ED-2923-49D3-8888-7F3F97A76E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4187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047542-AB5F-E8D8-B0DC-75932914E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42C1A7-DDE9-30AB-0E34-308D32E75B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847058-93F1-7322-DE65-EE18CF347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B740E-54D4-43A9-BA94-F525E808B8AD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536AC3-1D1D-536C-3492-502A7B019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9DD5E67-BDA3-00CB-59FA-5C5CE9A7A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062ED-2923-49D3-8888-7F3F97A76E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3064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D7BED9-0DFF-64BC-BD89-02B4459A5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4FCC134-E968-DBD0-055A-146C99151C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F03FE2-1D8C-9C8C-C0A3-33CCAFD8A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B740E-54D4-43A9-BA94-F525E808B8AD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E2D07C-0E08-E085-C798-B6DE1371B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F3C11AA-1075-3400-EF20-0A55D59CD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062ED-2923-49D3-8888-7F3F97A76E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7118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28661E-9B8D-5502-F1F2-FF3669BE8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2615CB-1CB2-162D-DA20-C30F2707B2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B451B0E-2AED-A756-789C-525D4FF0CD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7130C15-1A5A-0E6A-07E7-36317341F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B740E-54D4-43A9-BA94-F525E808B8AD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9C24769-9CCB-3B94-0F3D-6F59C222F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D1AB3FA-2D7A-F548-D766-316DC1370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062ED-2923-49D3-8888-7F3F97A76E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3846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0FD9CE-4E56-5F9F-ADEB-3F5D4C176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9E24FE1-0817-437F-0CE2-591BC56B33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7C58D6B-16D4-4A83-9807-9ACA4E5C66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9005D39-730C-3021-08AD-1C40B0E32A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0535CED-DC12-79B9-9F6F-7C542E4F3A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0CBD468-27CF-D9DC-30DA-4D3F375EA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B740E-54D4-43A9-BA94-F525E808B8AD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F63E454-EC69-7A0E-8A1D-237EAAEED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6FC3604-4E5D-82F9-9B90-ED53EB2E5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062ED-2923-49D3-8888-7F3F97A76E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1358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0B340D-1C45-FDA1-D63A-F8EEC5BE7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7584830-57B6-7932-38C6-0FEE5667C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B740E-54D4-43A9-BA94-F525E808B8AD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4F55B57-FB04-8D34-9252-35D914FA7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424298D-F925-FF83-779E-ECC619AF3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062ED-2923-49D3-8888-7F3F97A76E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9625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20943F3-F452-D982-2A30-9CFEF18F2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B740E-54D4-43A9-BA94-F525E808B8AD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2067292-C850-9580-6B81-5F3423C6F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62B841A-98C5-277E-BE47-3380EEAB9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062ED-2923-49D3-8888-7F3F97A76E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52337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AF24B5-9387-5704-7CB5-EDC96CC05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50B1E6A-90BD-D643-3856-11530AED7B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C2FEF8B-9234-4475-A548-F32B7D3AD9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B9FE34-94D3-51FF-0A77-978CE7D61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B740E-54D4-43A9-BA94-F525E808B8AD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6BA67D3-6ABC-8154-305B-F9B0E837D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C4D40E8-6BEC-0C09-369D-ED096010E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062ED-2923-49D3-8888-7F3F97A76E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22009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1DFA8A-1E65-943C-65DA-745BFA349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278FBFF-D59C-4479-7539-C1934E8195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E16C3AC-7898-06D5-2B5B-1FA811AFF6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B858137-8A0B-C552-45B7-50B4D5A98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B740E-54D4-43A9-BA94-F525E808B8AD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C894E40-C01F-1C8A-6F6E-DB48900CD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644AF6D-CA4E-0155-FC4C-D47F26640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062ED-2923-49D3-8888-7F3F97A76E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3282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D67313-7DAB-D2B3-B545-FBE25BBD7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CA6D157-9A3B-4A67-858B-6CF590869B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50CBA7-2729-02C4-3D16-1C1960776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B740E-54D4-43A9-BA94-F525E808B8AD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33E3A0-9570-51BA-F07B-EFB0E559A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B905659-2432-6C1A-856F-CD2974337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062ED-2923-49D3-8888-7F3F97A76E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60006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58BDA31-BA1A-EC48-3CFC-5F17A22F0D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8B4DD57-098B-6573-F511-E034E91E4A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5014860-BD83-3DA4-D186-9289FA9F9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B740E-54D4-43A9-BA94-F525E808B8AD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64973BE-1855-542B-5C42-B2EB41731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20BCAF-C436-C9B5-B929-33C8CFCF9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062ED-2923-49D3-8888-7F3F97A76E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0058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177D22E-504C-CCFE-96FB-94E0AC91F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5DDF9C6-C8C8-BDC6-F9B5-218E87061D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E1B7732-5DB7-46E0-62C0-D681F998BC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4B740E-54D4-43A9-BA94-F525E808B8AD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12BF78-3CF5-EB73-ADF3-C5CF7C1488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FE1E7CD-38A7-9909-505E-473E0EEF67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0062ED-2923-49D3-8888-7F3F97A76E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3780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AB7878B-3DD1-50C4-3990-A2C89E6B4DD7}"/>
              </a:ext>
            </a:extLst>
          </p:cNvPr>
          <p:cNvSpPr txBox="1"/>
          <p:nvPr/>
        </p:nvSpPr>
        <p:spPr>
          <a:xfrm>
            <a:off x="762000" y="635000"/>
            <a:ext cx="10668000" cy="70788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4000">
                <a:latin typeface="华文行楷" panose="02010800040101010101" pitchFamily="2" charset="-122"/>
                <a:ea typeface="华文行楷" panose="02010800040101010101" pitchFamily="2" charset="-122"/>
              </a:rPr>
              <a:t>嵌入字体：华文行楷 春眠不觉晓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E0FD732-C5DC-5CC9-2DBA-FF59DA635CC0}"/>
              </a:ext>
            </a:extLst>
          </p:cNvPr>
          <p:cNvSpPr txBox="1"/>
          <p:nvPr/>
        </p:nvSpPr>
        <p:spPr>
          <a:xfrm>
            <a:off x="762000" y="2540000"/>
            <a:ext cx="10668000" cy="76944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4400">
                <a:latin typeface="Impact" panose="020B0806030902050204" pitchFamily="34" charset="0"/>
              </a:rPr>
              <a:t>Embedded Font Impact 2024</a:t>
            </a:r>
            <a:endParaRPr lang="zh-CN" altLang="en-US" sz="4400">
              <a:latin typeface="Impact" panose="020B080603090205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0EE113B-4738-A5C7-341C-E8667FDCA9BF}"/>
              </a:ext>
            </a:extLst>
          </p:cNvPr>
          <p:cNvSpPr txBox="1"/>
          <p:nvPr/>
        </p:nvSpPr>
        <p:spPr>
          <a:xfrm>
            <a:off x="762000" y="4445000"/>
            <a:ext cx="10668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3200">
                <a:latin typeface="华文行楷" panose="02010800040101010101" pitchFamily="2" charset="-122"/>
                <a:ea typeface="华文行楷" panose="02010800040101010101" pitchFamily="2" charset="-122"/>
              </a:rPr>
              <a:t>处处闻啼鸟 </a:t>
            </a:r>
            <a:r>
              <a:rPr lang="en-US" altLang="zh-CN" sz="3200">
                <a:latin typeface="华文行楷" panose="02010800040101010101" pitchFamily="2" charset="-122"/>
                <a:ea typeface="华文行楷" panose="02010800040101010101" pitchFamily="2" charset="-122"/>
              </a:rPr>
              <a:t>Mixed </a:t>
            </a:r>
            <a:r>
              <a:rPr lang="zh-CN" altLang="en-US" sz="3200">
                <a:latin typeface="华文行楷" panose="02010800040101010101" pitchFamily="2" charset="-122"/>
                <a:ea typeface="华文行楷" panose="02010800040101010101" pitchFamily="2" charset="-122"/>
              </a:rPr>
              <a:t>混排 </a:t>
            </a:r>
            <a:r>
              <a:rPr lang="en-US" altLang="zh-CN" sz="3200">
                <a:latin typeface="华文行楷" panose="02010800040101010101" pitchFamily="2" charset="-122"/>
                <a:ea typeface="华文行楷" panose="02010800040101010101" pitchFamily="2" charset="-122"/>
              </a:rPr>
              <a:t>123</a:t>
            </a:r>
            <a:endParaRPr lang="zh-CN" altLang="en-US" sz="320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216714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</Words>
  <Application>Microsoft Office PowerPoint</Application>
  <PresentationFormat>自定义</PresentationFormat>
  <Paragraphs>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Impact</vt:lpstr>
      <vt:lpstr>Arial</vt:lpstr>
      <vt:lpstr>等线 Light</vt:lpstr>
      <vt:lpstr>华文行楷</vt:lpstr>
      <vt:lpstr>等线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2026-10-13T06:00:25Z</dcterms:created>
  <dcterms:modified xsi:type="dcterms:W3CDTF">2026-10-13T06:00:25Z</dcterms:modified>
</cp:coreProperties>
</file>