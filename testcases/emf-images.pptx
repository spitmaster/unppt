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4260F4-E29A-1BC0-1C3E-C8D4512A45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D9C672D-2F84-09E7-6768-B93F7D6E36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5D71EF2-12F2-9CCB-F503-3C62D3B607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0A27AE-ACB0-6523-70D1-6F9B87E6A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27BA01-4368-8D6C-8C0F-70B230B7F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8087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B25B4-14E9-9D42-5B2E-C0A86F632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3DB2A57-09FF-CAE6-AEF1-B4D253768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5E4815-10D8-8084-1418-1AE2B93F2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476539-03F9-A845-7AA9-79AB0706D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8BB19A1-D8FE-749F-B20A-063987E7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4446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EBF579-C673-9C39-0151-ED0D5642D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92D84D8-A451-7312-6A47-7E062D70D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0C7EA0-0DB4-4462-AA53-706BB9082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CCC9693-BF19-0DF1-E285-D96D2E681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DAA1AD-1AC9-9016-ED86-78BDE934ED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586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0E7FBB-D6E1-E09A-E22A-5F45DD93F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66496B-B285-35FA-E298-D58225DE98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914967-9342-ED74-0BDF-3D9C8AA4D5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CDE4211-6A68-B5BB-F403-3601F7AD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204647B-9B84-AC0D-EDE3-7A66384944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DD3F55E-7375-D39A-7FF6-A1722CF89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635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75E763-4DE9-F311-7BA3-0D4630AE0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7A2624E-21C3-3F98-D69F-CF1CBCB46A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0BBF183-84A6-9175-937E-D9684EA9F5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05C3DB-1383-A76A-9E2A-4C254E3BEB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4EF9E0-668E-114D-AD5F-3A826ACF5C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5AC223-FFCD-DDF1-A2DA-9EE19E223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B257B95-4EE0-FDC6-621C-B1F7E9AEA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58B761FC-A16F-C346-8CE5-27DC93F7E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54873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A77D70-1237-4EA3-D66A-031FC8A6F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012CA9D-F97D-C10A-2FB7-409D8E502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7D4252-4EB4-BCD2-845A-DC7C9E829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169E577-BB0C-BE13-CF35-CBBC0A4E6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98007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B77AA12-381A-B5EA-3A22-5B197B17B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AC923D6-7A7A-5ED7-0695-C0E1D4403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6C75FA-7E16-9D9B-D0D5-76686CB16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940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8EFDA6-0B02-0B54-D6BB-93A28E455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6DB1EF0-7AEC-6CFF-A7B3-3A197B7E85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4A61462-7549-87A1-2830-DD555A89D9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2DDBC18-81C6-0CAD-8514-11179078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E33A627-0DE6-1142-2DDD-A29F1806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2493FA-0F1F-F61B-9208-8B9A6E434E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759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90CED3-B38F-C6A0-C704-6C5EC9D5E0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1B6CAC8-9776-43D8-996E-003022DEE4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4B14D59-5678-B71B-6592-4F51D98597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137E1DF-EB31-1F33-D3DD-DAF217355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7291F60-59FE-0D8E-364D-260229569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DC338B-B4FE-6DB6-14D1-6F508F328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5314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7ECE69-2ED4-C04E-F455-8CACCC3DF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BB9BB82-C7FD-9E9F-83E0-406B26DC98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B19B68-BC6F-4D10-388B-547CEA085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307CF5-4E09-1650-23B6-1CCB3BE3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457952-7B6F-8DD4-267D-AE11EF6567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09645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34705E-2A78-2DB6-8129-8F49DF7287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0B8EC5-50E6-B062-5425-B05E5ADEF0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F16F27-9B6B-E441-2713-B92ACE5AF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9CBF78-9246-B181-08C1-3BD2AD2A4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ACEAB15-3373-5E0B-9D6A-9E74CF063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3323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8A7CEA4-0642-D354-34AE-62CC6A85C4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5F91737-84BE-BDD0-33DD-2C42CB0D8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007F8B-CD09-82A6-D3FC-29D859922F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2AF7D2-B1A0-4114-9D93-99E0B7FE479F}" type="datetimeFigureOut">
              <a:rPr lang="zh-CN" altLang="en-US" smtClean="0"/>
              <a:t>2026/10/12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100447-C517-BBE8-6488-BBC3B67627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E7DF00-35B6-F136-85EF-E25E0D9A1F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89EBA4-F5C3-4E83-8B64-48F9807355A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47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04BB721-CDD4-7B23-DA56-A28F1793708F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524000"/>
            <a:ext cx="5715000" cy="3213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65B76D3-872F-5DFD-647B-33048CBD6D34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524000"/>
            <a:ext cx="5715000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149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A309FB9-3BC5-86A0-31C1-2F530DA38834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1524000"/>
            <a:ext cx="5715000" cy="32131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2603723-5265-110A-CC0F-0B59771DCBF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6223000" y="1524000"/>
            <a:ext cx="5715000" cy="321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958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yijin zhou</dc:creator>
  <cp:lastModifiedBy>yijin zhou</cp:lastModifiedBy>
  <cp:revision>1</cp:revision>
  <dcterms:created xsi:type="dcterms:W3CDTF">2026-10-12T13:10:13Z</dcterms:created>
  <dcterms:modified xsi:type="dcterms:W3CDTF">2026-10-12T13:10:13Z</dcterms:modified>
</cp:coreProperties>
</file>