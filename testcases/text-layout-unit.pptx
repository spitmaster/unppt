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5B585-701C-384C-E391-FC404A116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E88403-DA8A-AEB1-25B5-660FC46C5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7CA8D-556E-1F95-5655-EE4CAAB9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B1323F-FCDE-9AF9-41E0-FB19204D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F661B4-0FE5-45CA-9EA2-625CC5742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961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5665A8-F8C6-C50E-20C2-E9465665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3ECFF6-1974-05E7-C875-B00073EA8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201AA5-17DB-490D-5D66-8D021F77A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F35DF1-6F16-15CD-8759-63C326CB1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1809BF-034C-4813-05C0-BE9EC3A8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1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72867-AF14-D960-6E7B-0AA9DDD4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07F1C1-E357-A054-ADE3-0BDA3C8F3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8261F-F791-EF9C-5C2A-337D899A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B27DA4-54B1-DC59-1A52-BC81C7D1F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B29B17-7A05-972F-CD4F-CF22405BA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88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F5122A-22E3-371A-CE37-DBE2A135B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36B10-E717-8822-B503-A964FE528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203402-D951-289C-D2FF-B3516FF2A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400582-94D5-8F35-4E69-21C9D868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68CBF7-8464-C064-30A5-38EFCE29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0E04B7-F660-3A24-2300-2CD3F90FB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82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8138D-353E-1159-23B5-CCBA99AB9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09362F-37A0-7CAE-58F5-364B1FB28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67071E-F699-7574-F4F2-040B575F2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B8722C-F437-3C23-B643-544D333246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CFFA985-D7D1-7AC8-3CC1-9E56884DE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ECB01C-1AD9-0C47-8074-0E546035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AD3A9E-C3C6-72B8-8692-A5646742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5EFAF5-0507-4291-95C7-86B21679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352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0045C-A5E1-F8AC-1B53-04F05335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EE633B-C420-3483-9FE2-BA6A3538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7D0061-9DDD-BACC-5B51-4C2E449E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A4C597-48CE-CC29-7DEC-83A235B6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5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2DAB9C-B1A2-975A-CC36-7B828C36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FF2A82-94BB-E36C-A524-CA66903E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6965DC-BB0A-654C-3C86-00B4D354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243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F7BE2-DC39-A069-7672-7C9DFDD5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B79D1-59ED-FD46-7BB7-CAF0BC417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C347F3-6402-F165-7CBF-AF5CD128A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99467E-D11E-348B-B07C-B211271A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A4C38B-C88E-C56D-808D-003CE025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07740A-C99B-89C0-1A68-78FFE999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1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03A6B-04A8-D0FC-4939-AF37AD7A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04FFED3-371E-3FB0-BE90-0E2C941A7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40F4D6-CD07-128E-BB9D-9C06E72755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3EE56F-0A46-7AAB-8B66-01E7E46F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281F45-D468-1B61-80EE-76D2CAFAB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8CAA58-06DC-B7A7-383E-584CD6A0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802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11FB5-681E-2C69-CCFC-06086B5B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CCC450-D1F4-5223-D42A-64CD20B90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379A7-94CC-1F41-29D4-0768E777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36EB9-A273-8798-35E5-7A7DC8CA5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9330C-FAFC-B3E4-CA14-EA14DC5E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61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038DAD-670E-2FDF-EDD5-750FD4251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34504A-A91D-2C00-95E9-B8405EFEC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3F5592-3B6C-3396-BA76-3DC8771D4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A9D8BE-9FE6-6528-A92D-E640A7CB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99A331-E053-2A7D-AAF6-5AC25850F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387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DA82136-C290-2D90-AD86-A8DD9F5F9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5850ED-B662-18E5-B391-213678656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1F5009-DB75-4D86-CBE0-C8696B13FF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2A33E3-0CE4-44B4-8963-125DEB97A119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D8BBAD-A2F9-FC2E-B647-FFA5CA902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28C363-43CF-49C6-A26B-F06180DC6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A0794A-4C04-4977-B551-0E9ADEAA5B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575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A9B76D-40D5-AD6A-7233-FACCEF20873E}"/>
              </a:ext>
            </a:extLst>
          </p:cNvPr>
          <p:cNvSpPr txBox="1"/>
          <p:nvPr/>
        </p:nvSpPr>
        <p:spPr>
          <a:xfrm>
            <a:off x="254000" y="254000"/>
            <a:ext cx="6798336" cy="261610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en-US" altLang="zh-CN" sz="1100">
                <a:latin typeface="Calibri" panose="020F0502020204030204" pitchFamily="34" charset="0"/>
              </a:rPr>
              <a:t>mmmmmmmmmmmmmmmmmmmmmmmmmmmmmmmmmmmmmmmmmmmmmmmmmmmmmmmmmmmm|</a:t>
            </a:r>
            <a:endParaRPr lang="zh-CN" altLang="en-US" sz="1100">
              <a:latin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7E27FC-9092-3843-A2C4-840CCA551EE3}"/>
              </a:ext>
            </a:extLst>
          </p:cNvPr>
          <p:cNvSpPr txBox="1"/>
          <p:nvPr/>
        </p:nvSpPr>
        <p:spPr>
          <a:xfrm>
            <a:off x="254000" y="1397000"/>
            <a:ext cx="4175823" cy="446276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en-US" altLang="zh-CN" sz="2300">
                <a:latin typeface="Calibri" panose="020F0502020204030204" pitchFamily="34" charset="0"/>
              </a:rPr>
              <a:t>iiiiiiiiiiiiiiiiiiiiiiiiiiiiiiiiiiiiiiiiiiiiiiiiiiiiiiiiiiii|</a:t>
            </a:r>
            <a:endParaRPr lang="zh-CN" altLang="en-US" sz="2300">
              <a:latin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04C516-4292-8228-8682-594F013BA4D6}"/>
              </a:ext>
            </a:extLst>
          </p:cNvPr>
          <p:cNvSpPr txBox="1"/>
          <p:nvPr/>
        </p:nvSpPr>
        <p:spPr>
          <a:xfrm>
            <a:off x="254000" y="2540000"/>
            <a:ext cx="6840206" cy="292388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en-US" altLang="zh-CN" sz="1300">
                <a:latin typeface="Arial" panose="020B0604020202020204" pitchFamily="34" charset="0"/>
              </a:rPr>
              <a:t>The quick brown fox jumps over the lazy dog. The quick brown fox jumps over the lazy dog. |</a:t>
            </a:r>
            <a:endParaRPr lang="zh-CN" altLang="en-US" sz="1300"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A57A0C-E81B-629B-3789-CBEFE80C025D}"/>
              </a:ext>
            </a:extLst>
          </p:cNvPr>
          <p:cNvSpPr txBox="1"/>
          <p:nvPr/>
        </p:nvSpPr>
        <p:spPr>
          <a:xfrm>
            <a:off x="254000" y="3683000"/>
            <a:ext cx="5653727" cy="307777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en-US" altLang="zh-CN" sz="1400">
                <a:latin typeface="Calibri" panose="020F0502020204030204" pitchFamily="34" charset="0"/>
              </a:rPr>
              <a:t>Sphinx of black quartz, judge my vow; Sphinx of black quartz, judge my vow; |</a:t>
            </a:r>
            <a:endParaRPr lang="zh-CN" altLang="en-US" sz="1400">
              <a:latin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80E196-1084-E48B-88C3-79395C819876}"/>
              </a:ext>
            </a:extLst>
          </p:cNvPr>
          <p:cNvSpPr txBox="1"/>
          <p:nvPr/>
        </p:nvSpPr>
        <p:spPr>
          <a:xfrm>
            <a:off x="254000" y="4826000"/>
            <a:ext cx="6472926" cy="323165"/>
          </a:xfrm>
          <a:prstGeom prst="rect">
            <a:avLst/>
          </a:prstGeom>
          <a:noFill/>
        </p:spPr>
        <p:txBody>
          <a:bodyPr vert="horz" wrap="none" lIns="0" rIns="0" rtlCol="0">
            <a:spAutoFit/>
          </a:bodyPr>
          <a:lstStyle/>
          <a:p>
            <a:r>
              <a:rPr lang="en-US" altLang="zh-CN" sz="1500">
                <a:latin typeface="Times New Roman" panose="02020603050405020304" pitchFamily="18" charset="0"/>
              </a:rPr>
              <a:t>Pack my box with five dozen liquor jugs. Pack my box with five dozen liquor jugs. |</a:t>
            </a:r>
            <a:endParaRPr lang="zh-CN" altLang="en-US" sz="15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14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1BFE3C-022A-D629-EE01-DD550021076F}"/>
              </a:ext>
            </a:extLst>
          </p:cNvPr>
          <p:cNvSpPr txBox="1"/>
          <p:nvPr/>
        </p:nvSpPr>
        <p:spPr>
          <a:xfrm>
            <a:off x="381000" y="381000"/>
            <a:ext cx="51562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 spc="13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F63DC4-A76F-251B-6C8B-FDFCDD5DC722}"/>
              </a:ext>
            </a:extLst>
          </p:cNvPr>
          <p:cNvSpPr txBox="1"/>
          <p:nvPr/>
        </p:nvSpPr>
        <p:spPr>
          <a:xfrm>
            <a:off x="2921000" y="381000"/>
            <a:ext cx="516255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900" b="1" spc="13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F3A740-B7B7-1CEA-8185-E3EF76BC416B}"/>
              </a:ext>
            </a:extLst>
          </p:cNvPr>
          <p:cNvSpPr txBox="1"/>
          <p:nvPr/>
        </p:nvSpPr>
        <p:spPr>
          <a:xfrm>
            <a:off x="5461000" y="381000"/>
            <a:ext cx="457454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spc="101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FA0CD5-6754-8DC2-8E00-ABF1ECF8AE00}"/>
              </a:ext>
            </a:extLst>
          </p:cNvPr>
          <p:cNvSpPr txBox="1"/>
          <p:nvPr/>
        </p:nvSpPr>
        <p:spPr>
          <a:xfrm>
            <a:off x="8001000" y="381000"/>
            <a:ext cx="458851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 spc="101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E52D0D-ABE1-8D09-B3E1-73E6072D4682}"/>
              </a:ext>
            </a:extLst>
          </p:cNvPr>
          <p:cNvSpPr txBox="1"/>
          <p:nvPr/>
        </p:nvSpPr>
        <p:spPr>
          <a:xfrm>
            <a:off x="381000" y="1778000"/>
            <a:ext cx="64770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700">
                <a:latin typeface="Microsoft YaHei" panose="020B0503020204020204" pitchFamily="34" charset="-122"/>
                <a:ea typeface="Microsoft YaHei" panose="020B0503020204020204" pitchFamily="34" charset="-122"/>
              </a:rPr>
              <a:t>一二三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428117-3FE2-1A93-B7C6-390065EE3C93}"/>
              </a:ext>
            </a:extLst>
          </p:cNvPr>
          <p:cNvSpPr txBox="1"/>
          <p:nvPr/>
        </p:nvSpPr>
        <p:spPr>
          <a:xfrm>
            <a:off x="2921000" y="1778000"/>
            <a:ext cx="1112520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latin typeface="Calibri" panose="020F0502020204030204" pitchFamily="34" charset="0"/>
                <a:ea typeface="Microsoft YaHei" panose="020B0503020204020204" pitchFamily="34" charset="-122"/>
              </a:rPr>
              <a:t>mmmmmmmmmm</a:t>
            </a:r>
            <a:endParaRPr lang="zh-CN" altLang="en-US" sz="1100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A91BF6-F093-F591-5F26-9BA7AD622FC8}"/>
              </a:ext>
            </a:extLst>
          </p:cNvPr>
          <p:cNvSpPr txBox="1"/>
          <p:nvPr/>
        </p:nvSpPr>
        <p:spPr>
          <a:xfrm>
            <a:off x="5461000" y="1778000"/>
            <a:ext cx="1110615" cy="276999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00">
                <a:latin typeface="Calibri" panose="020F0502020204030204" pitchFamily="34" charset="0"/>
                <a:ea typeface="Microsoft YaHei" panose="020B0503020204020204" pitchFamily="34" charset="-122"/>
              </a:rPr>
              <a:t>mmmmmmmmmm</a:t>
            </a:r>
            <a:endParaRPr lang="zh-CN" altLang="en-US" sz="1100">
              <a:latin typeface="Calibri" panose="020F0502020204030204" pitchFamily="34" charset="0"/>
              <a:ea typeface="Microsoft YaHei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2404716-B942-CEE3-9747-8D5FF6A93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2698"/>
              </p:ext>
            </p:extLst>
          </p:nvPr>
        </p:nvGraphicFramePr>
        <p:xfrm>
          <a:off x="381000" y="3810000"/>
          <a:ext cx="508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420">
                  <a:extLst>
                    <a:ext uri="{9D8B030D-6E8A-4147-A177-3AD203B41FA5}">
                      <a16:colId xmlns:a16="http://schemas.microsoft.com/office/drawing/2014/main" val="2926430313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20286632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77119657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zh-CN" altLang="en-US" sz="1900" b="1" spc="13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</a:t>
                      </a:r>
                    </a:p>
                  </a:txBody>
                  <a:tcPr marL="215900" marR="215900"/>
                </a:tc>
                <a:tc>
                  <a:txBody>
                    <a:bodyPr/>
                    <a:lstStyle/>
                    <a:p>
                      <a:r>
                        <a:rPr lang="zh-CN" altLang="en-US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单元格</a:t>
                      </a:r>
                      <a:r>
                        <a:rPr lang="en-US" altLang="zh-CN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</a:t>
                      </a:r>
                      <a:endParaRPr lang="zh-CN" altLang="en-US" sz="1900" b="1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215900" marR="215900"/>
                </a:tc>
                <a:tc>
                  <a:txBody>
                    <a:bodyPr/>
                    <a:lstStyle/>
                    <a:p>
                      <a:r>
                        <a:rPr lang="zh-CN" altLang="en-US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单元格</a:t>
                      </a:r>
                      <a:r>
                        <a:rPr lang="en-US" altLang="zh-CN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  <a:endParaRPr lang="zh-CN" altLang="en-US" sz="1900" b="1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215900" marR="215900"/>
                </a:tc>
                <a:extLst>
                  <a:ext uri="{0D108BD9-81ED-4DB2-BD59-A6C34878D82A}">
                    <a16:rowId xmlns:a16="http://schemas.microsoft.com/office/drawing/2014/main" val="158142647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zh-CN" altLang="en-US" sz="1900" b="1" spc="13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一二</a:t>
                      </a:r>
                    </a:p>
                  </a:txBody>
                  <a:tcPr marL="215900" marR="215900"/>
                </a:tc>
                <a:tc>
                  <a:txBody>
                    <a:bodyPr/>
                    <a:lstStyle/>
                    <a:p>
                      <a:r>
                        <a:rPr lang="zh-CN" altLang="en-US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单元格</a:t>
                      </a:r>
                      <a:r>
                        <a:rPr lang="en-US" altLang="zh-CN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</a:t>
                      </a:r>
                      <a:endParaRPr lang="zh-CN" altLang="en-US" sz="1900" b="1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215900" marR="215900"/>
                </a:tc>
                <a:tc>
                  <a:txBody>
                    <a:bodyPr/>
                    <a:lstStyle/>
                    <a:p>
                      <a:r>
                        <a:rPr lang="zh-CN" altLang="en-US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单元格</a:t>
                      </a:r>
                      <a:r>
                        <a:rPr lang="en-US" altLang="zh-CN" sz="1900" b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</a:t>
                      </a:r>
                      <a:endParaRPr lang="zh-CN" altLang="en-US" sz="1900" b="1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215900" marR="215900"/>
                </a:tc>
                <a:extLst>
                  <a:ext uri="{0D108BD9-81ED-4DB2-BD59-A6C34878D82A}">
                    <a16:rowId xmlns:a16="http://schemas.microsoft.com/office/drawing/2014/main" val="2492143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27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自定义</PresentationFormat>
  <Paragraphs>18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Microsoft YaHei</vt:lpstr>
      <vt:lpstr>Arial</vt:lpstr>
      <vt:lpstr>Calibri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2026-10-15T13:13:10Z</dcterms:created>
  <dcterms:modified xsi:type="dcterms:W3CDTF">2026-10-15T13:13:10Z</dcterms:modified>
</cp:coreProperties>
</file>