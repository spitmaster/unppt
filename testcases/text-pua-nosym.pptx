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2B36D-33A1-3ACB-6C7F-5653D9770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A01C87-1D66-A539-8540-69D2D0996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843996-F238-E679-8900-26013DB0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E270D-F323-2DD7-F37A-7E2F68C70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8E1720-3D10-123F-6F3D-7B535895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84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128A2-E7BE-EC50-5C85-B62D9A43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9E8697-19EB-8626-D669-839A5B658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D9700-18B1-8E1B-30AB-AB87A1E3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93D763-79BE-029D-13DC-7BCEB6EA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E86D2-8590-3547-EBBF-9191F034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781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95809-F612-D096-E2EB-673222258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1CD2F1-F234-A0A7-6922-568F0D7BB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28718E-4B53-A724-996F-DE561D40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6660D3-EFEB-C1E0-45E4-87488B25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1DB20F-934C-7272-5C21-1D0E236B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79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E27BE-8959-8212-3950-C8A18406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C854F8-B9DF-7127-96A3-D3BE98679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292712-3ACD-D22A-57D1-47DA4C622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431C84-8755-8378-4A34-1A3738F7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8E5FB9-4A54-E341-6810-1AD7A2CB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A5BBB5-DAB0-B14F-41AD-45DA3606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090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4ADA9-7263-FF79-32B0-D524DA864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DF38D9-67FA-078E-82A5-37D7D3FDE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E2A3F2-82C8-AA24-F0CF-2CC6912D3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224823-1DB1-0433-99A6-2113B75FC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CB5C0F-4136-CC49-FD66-A550BD8E03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9E4B1C-4F44-A8ED-32D0-599DA97E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F2F64E-53DA-FDEA-6F89-08C98FAB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3AAE3C-9DAC-6990-3370-76690EB1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86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A3ECD-6B3A-66E4-365E-60B8C8C9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0909DC-9452-9C26-222D-A2779506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4609A0-8224-9E7E-28F7-1119F134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38C881-6FBE-6AB5-961C-25C3C595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12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70FABF-D404-AEA1-AF7D-728105E9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57A3FF-8FCA-9ED6-2886-B075F233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0FE29-5629-3B14-2F70-C36A5B7B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650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ED808-9500-1129-BA78-D4C66F143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CDAEEE-8E91-F3AB-18C4-3C05F4A56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1E432C-DFC4-F496-87BB-EDA2F9EC6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79DC4A-24FA-538A-0AD0-695EA8C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72BCC4-1784-82D7-2C6C-55DA3B94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75310A-3FEF-4BAD-7723-331F81ED0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00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907F8-7BD7-ABF9-EEAD-31E3444AC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92C6CF-9564-02A2-A568-393F0C672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57AB34-F296-02CF-7970-C91316FF1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4844DA-9BC7-F7E3-2AB3-C8972BDB8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A55B05-1B3D-B00D-D34E-BAF09866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3DA31-344C-79BE-F660-2874B1A2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64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A7592-4F4E-8398-5F09-6B12BC76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6EB664-41A4-9CB8-47A7-2E7924777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489E0C-C1E3-C61E-1D27-8CD9DA5FC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1BB00B-8A10-AABF-0E17-DC4F081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189F4D-B763-BD75-3B76-BBCE84D58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41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2A03FB-7952-D939-B6A8-48E81F40A6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13FEF7-3194-C323-DBFA-CE7112B44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C68DF-6ED9-3623-33EA-4C18673D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8BED13-38D5-E0BA-E1B6-F7474138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954DD-FF4D-B404-4741-0D5DB7EB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668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E890381-11ED-058A-A57A-6DDC162A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E32E54-BD25-8074-A587-7FDB8F31B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D8CCCC-0CE8-291D-6591-AA9C03E9A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71D60-71BF-466A-BADB-153660DFD4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C90624-2C13-C99C-1A58-6792B3982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5B1365-F0C1-56DB-A6FE-6E0246C9D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0FA94-7F7D-4AD6-98D6-B4DB61D83C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31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2C266A-A9B4-F178-91A9-7B9861EFC5AA}"/>
              </a:ext>
            </a:extLst>
          </p:cNvPr>
          <p:cNvSpPr txBox="1"/>
          <p:nvPr/>
        </p:nvSpPr>
        <p:spPr>
          <a:xfrm>
            <a:off x="254000" y="254000"/>
            <a:ext cx="119616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| 文字  文字  文字  文字 |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78C92F-8E9D-CC93-4B00-BC92815FEAAF}"/>
              </a:ext>
            </a:extLst>
          </p:cNvPr>
          <p:cNvSpPr txBox="1"/>
          <p:nvPr/>
        </p:nvSpPr>
        <p:spPr>
          <a:xfrm>
            <a:off x="254000" y="1778000"/>
            <a:ext cx="119616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800">
                <a:latin typeface="Arial"/>
                <a:ea typeface="Arial"/>
              </a:rPr>
              <a:t>| 文字  文字  文字  文字 |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E27F51-EA1A-FFAC-A0E2-B0B3A71574A6}"/>
              </a:ext>
            </a:extLst>
          </p:cNvPr>
          <p:cNvSpPr txBox="1"/>
          <p:nvPr/>
        </p:nvSpPr>
        <p:spPr>
          <a:xfrm>
            <a:off x="254000" y="3302000"/>
            <a:ext cx="119616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800">
                <a:latin typeface="宋体"/>
                <a:ea typeface="宋体"/>
              </a:rPr>
              <a:t>| 文字  文字  文字  文字 |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EFD133-5083-A772-2D5A-439AAB7164BE}"/>
              </a:ext>
            </a:extLst>
          </p:cNvPr>
          <p:cNvSpPr txBox="1"/>
          <p:nvPr/>
        </p:nvSpPr>
        <p:spPr>
          <a:xfrm>
            <a:off x="254000" y="4826000"/>
            <a:ext cx="119616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800">
                <a:latin typeface="Calibri"/>
                <a:ea typeface="Calibri"/>
              </a:rPr>
              <a:t>| 文字  文字  文字  文字 |</a:t>
            </a:r>
          </a:p>
        </p:txBody>
      </p:sp>
    </p:spTree>
    <p:extLst>
      <p:ext uri="{BB962C8B-B14F-4D97-AF65-F5344CB8AC3E}">
        <p14:creationId xmlns:p14="http://schemas.microsoft.com/office/powerpoint/2010/main" val="3562274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2026-10-19T07:27:52Z</dcterms:created>
  <dcterms:modified xsi:type="dcterms:W3CDTF">2026-10-19T07:27:52Z</dcterms:modified>
</cp:coreProperties>
</file>