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02258-A8C4-0249-154C-6254A9D30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F3D2A4-7DF4-9709-0625-43370D148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5C4B35-C90E-1EBE-0AA2-67E3F7962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A9F83C-DE40-E95A-A44B-AD2D82CFC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839501-8393-A120-C847-D9D30C79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42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18E7D-9194-7B7B-400E-15776672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62F9E-9E40-8757-9FFD-806BC4943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BD0A49-F315-9A48-5491-230BA7E5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17B8B-BDF0-29AD-BD79-41A1F3CD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47B39-6C72-7D9B-C893-82F711C86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348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70611-45BC-5FF8-3AE0-1250E6E07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BF7130-4F57-FC9A-63C4-697AAD107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D90888-2071-C0F1-123E-487AA5779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F89D82-E597-EEC9-F533-4AD4D41F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CFFD9-ACAE-4572-9A1A-F75818F4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72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B04F7-86DF-F53D-82AC-CCC750F0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63FD1E-D4B0-4676-F73B-3B4189A51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309E5C-34FE-A57D-0FC1-262C3CCCE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CFB026-273F-4B32-8D38-9EA84FE6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92CBEE-EEF9-65CE-79EE-86511E32D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FBE64F-BD5D-20A5-D8B2-2A853EF2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38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EA486-A5B4-79E9-380C-5D8050233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3331BE-EDB5-1388-22F5-8D3D51648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010779-1449-0770-F769-B45D1BBE7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3ED9C4-C2A7-A046-5D54-87A01D686C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4D7B38-3DEF-A5DE-FDFA-A4138005D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70D983-27EF-F24C-D292-AA016AD5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D8443E-B847-5B62-8B42-DB0765FD6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3D9AE3-666A-2819-2E63-E5FECEDC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4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C8F7B-CB62-2222-613B-6652E9C66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8CC31C-445C-0F5E-22F4-5D098FBAF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4A311C-5846-DF26-2F4F-34DA5B3B8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651889-BBFB-C459-D692-2421E0DA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853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DA2B9E-E053-5AB5-D37B-B1D8BA90D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D1F38EF-53FB-A3CB-5E4A-A62A37EE8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6DAEDD-E30B-55F0-9714-31E3D065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09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684E-034C-916A-78A4-0C8BF5557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36615-9DED-A2D6-1516-4E869ED57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DDCC78-33CF-843B-908D-A0BD6FC52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028839-6869-BDA6-A2C7-C3089833C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8588DB-7E53-8385-0CE7-2D00DDF2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231FB5-A79B-CD5E-FB8A-D85C9C8F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26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1F79F-87D5-D802-49E0-076C09632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A6B11B-ABF6-890E-65CB-EAEFEDA1F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8EAAAB-455E-D2A9-98EF-355040DCF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4FD731-6784-8D51-9F25-937D238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E7C71F-1A91-CEA9-F2AA-91A5DD623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409E4E-3ABC-565E-4D68-57E1B964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0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8A39F-87A7-C33D-2567-98126045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5A3460-BEEB-3E65-41F9-3E2D772EB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9F5F08-FCB2-45FE-2506-0EF94AD06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C3D3F6-77EC-F948-50F9-22036794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75D689-5F5F-4DCF-140D-93705636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09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16C13A-0A8C-DEF7-8C6D-85000D34D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85FDA9-057A-50A3-D072-E50FDD186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0C3BD9-FA4B-07D2-4B78-AFC6642C7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1E45FC-01EE-5006-2D8F-17EDEA26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2B29E8-F0B2-9F18-903C-827C4C23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94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CF9F94-012E-F43C-5C86-9179AB8D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D37A33-6078-BFE2-9C35-9A07A044F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B0D4C4-E3A8-7D87-F6E1-75778A999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60BBA-527B-4DF8-BB35-1C69E186106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8C6963-5B64-D24D-3994-3E61B416A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EF971B-C5BF-AD59-6E7D-95C635DEE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A4121-39D5-4186-B0E5-BC01DE1B5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4381E-E909-A6AC-1EA8-77B063386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图片占位符</a:t>
            </a:r>
          </a:p>
        </p:txBody>
      </p:sp>
      <p:pic>
        <p:nvPicPr>
          <p:cNvPr id="6" name="PhPic">
            <a:extLst>
              <a:ext uri="{FF2B5EF4-FFF2-40B4-BE49-F238E27FC236}">
                <a16:creationId xmlns:a16="http://schemas.microsoft.com/office/drawing/2014/main" id="{EB0E9E28-88F6-89DD-9481-4E92A9D9B3FB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>
            <a:fillRect/>
          </a:stretch>
        </p:blipFill>
        <p:spPr/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5DC9C2-96D0-156D-6203-025B1383C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59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FB31A5D-7D43-8510-7A4C-EBA2394AB9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4876800" cy="3048000"/>
          </a:xfrm>
          <a:prstGeom prst="rect">
            <a:avLst/>
          </a:prstGeom>
        </p:spPr>
      </p:pic>
      <p:pic>
        <p:nvPicPr>
          <p:cNvPr id="5" name="NoGeomPic">
            <a:extLst>
              <a:ext uri="{FF2B5EF4-FFF2-40B4-BE49-F238E27FC236}">
                <a16:creationId xmlns:a16="http://schemas.microsoft.com/office/drawing/2014/main" id="{CAF5C63A-1BA2-CC22-2AD2-5B6E907FD13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524000"/>
            <a:ext cx="4876800" cy="3048000"/>
          </a:xfrm>
        </p:spPr>
      </p:pic>
    </p:spTree>
    <p:extLst>
      <p:ext uri="{BB962C8B-B14F-4D97-AF65-F5344CB8AC3E}">
        <p14:creationId xmlns:p14="http://schemas.microsoft.com/office/powerpoint/2010/main" val="3270601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图片占位符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2026-10-15T11:47:41Z</dcterms:created>
  <dcterms:modified xsi:type="dcterms:W3CDTF">2026-10-15T11:47:41Z</dcterms:modified>
</cp:coreProperties>
</file>