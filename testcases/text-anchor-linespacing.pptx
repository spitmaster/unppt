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8D96B7-7A78-BF15-CBCE-F080897794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9A9650B-E98D-742B-B965-12B4B2E07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16E76B-7B0F-DA0F-EC4D-AAA4AF745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653CB-9B13-4C23-987B-4737ACEE565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CA6D71-2FD3-0483-60B8-16F4B1EF4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A65AEE-83B7-C699-9DAA-3D9ACB4DE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231B5-C45F-478E-BC8E-5FB483E6D4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1161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F994AF-551C-7B0E-5151-5F36A2136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638E4F-EAF0-4FF5-6AD3-34A495EDA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3FC8E4-4A25-6E30-3296-0C69FE228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653CB-9B13-4C23-987B-4737ACEE565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1054B7-6A09-6D98-B0F3-7E136966E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2EB5B7-B87B-8AE1-D262-AC0071C27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231B5-C45F-478E-BC8E-5FB483E6D4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13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08CB8A-4A25-80F5-7323-499C1196E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C0CD17-CAA7-FAD6-A9C9-BA8AF3A9D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5E2B7E-2079-308E-EBBB-7C8E5EF8C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653CB-9B13-4C23-987B-4737ACEE565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0B975E-4AB1-C148-592E-8EE146995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66F201-4F5C-6D75-038C-B706BC5C0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231B5-C45F-478E-BC8E-5FB483E6D4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5519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010482-CA5A-670C-33FF-0C90B80B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E82B27-C580-E766-29D7-F211FE02FE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5A0EA6F-F535-574D-4EAC-01E5B201B4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93D68B-BB8E-8953-BC78-095C79209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653CB-9B13-4C23-987B-4737ACEE565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EDCFD8-C7A1-35D1-CCE2-F17708B10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22841A-02E4-CD05-2E47-B8DD1C1DC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231B5-C45F-478E-BC8E-5FB483E6D4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671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52CDE0-F28A-FA54-3881-DB7183542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FC7BF0-FF56-A97B-3F73-F6C684B9E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93F45E2-A75B-B546-B77F-D7C3CF506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494DF39-5D6E-77B8-4104-40C73FC78C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5C56B7-3BC4-5B9A-8CD6-D76AC63D8F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1C7CCD5-93E2-C8DE-C113-C6EC7CADD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653CB-9B13-4C23-987B-4737ACEE565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EB251DA-CBBE-F891-209E-47F642AA3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6533247-0EC6-A4CD-6ECC-B7A70B3DA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231B5-C45F-478E-BC8E-5FB483E6D4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102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0DBB67-A48F-353E-08FC-E5EC49C4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6D4D73E-E9BA-5185-370B-208BF7735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653CB-9B13-4C23-987B-4737ACEE565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3C2CFE-9ACC-60F5-B27E-D94A7D0EF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484F240-FFE6-2AB3-AEC8-BDC0ED335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231B5-C45F-478E-BC8E-5FB483E6D4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734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E13C62A-C6E0-C71C-C854-893DEC4B8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653CB-9B13-4C23-987B-4737ACEE565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D551498-6438-5BE1-20C1-446094F72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8F21B0-F7B4-A153-DE8E-B25CDC18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231B5-C45F-478E-BC8E-5FB483E6D4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599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F918A1-E011-9114-DFAE-A44B70B8C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FA531E-6DBA-8C99-BBEF-10FA7A783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77F70D-C69B-8E9E-8F0E-B4AC075749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EE4690-6E8D-9A53-D7B7-C1AE42632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653CB-9B13-4C23-987B-4737ACEE565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E1965F-D3E1-D44D-CA15-C7C20EE5F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D5AF5F-E3CE-5A8F-5D79-67DF8485A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231B5-C45F-478E-BC8E-5FB483E6D4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242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B02DEE-6683-9CED-AD4D-4317A60F0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366815A-4FF5-55E9-41AC-B882782556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4E8A40-D539-11DF-BFC4-F068118068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AE0016-EC58-C624-6D45-FB0B33CB4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653CB-9B13-4C23-987B-4737ACEE565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782381-6291-AE50-8B30-9099F2756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FB4AA5-D55B-BE14-D6AB-D1C31FAAC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231B5-C45F-478E-BC8E-5FB483E6D4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042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287F92-37E5-0D5C-4B50-A701316D4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973805-A46D-54BC-28B5-0CDEEF0B5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CB0ABD-28E3-A5E0-6358-14AB261A4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653CB-9B13-4C23-987B-4737ACEE565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421337-FCAA-F02D-77B3-C63AB5964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E17E6A-974D-10AE-E311-3CC2E6B7B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231B5-C45F-478E-BC8E-5FB483E6D4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297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6537A70-C98C-5D42-EE7B-0B977604E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1B1B97-B6F1-F907-9326-7671C9744D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3D3732-1DF0-AFC9-CA41-D7EB23A5E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653CB-9B13-4C23-987B-4737ACEE565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C36722-DCFF-9964-4358-9446C11E6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1CAD3F-220D-348B-CF16-ADF59B0BA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231B5-C45F-478E-BC8E-5FB483E6D4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5880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F8A9B57-CE0D-1D61-346F-6E1CA5A34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6C7768-60D0-C10F-204F-73387114B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AE4D1B-9687-4992-860A-64B8669BED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C653CB-9B13-4C23-987B-4737ACEE565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C8E37F-E88C-66CE-47DE-D338A2985A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51B27E-601B-CAC4-615A-9D57F4C40A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5231B5-C45F-478E-BC8E-5FB483E6D4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5944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BD3A0BE-3987-3F26-4892-797D161DFB1D}"/>
              </a:ext>
            </a:extLst>
          </p:cNvPr>
          <p:cNvSpPr txBox="1"/>
          <p:nvPr/>
        </p:nvSpPr>
        <p:spPr>
          <a:xfrm>
            <a:off x="381000" y="508000"/>
            <a:ext cx="2667000" cy="5842000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第一行文字</a:t>
            </a:r>
          </a:p>
          <a:p>
            <a:pPr>
              <a:lnSpc>
                <a:spcPct val="150000"/>
              </a:lnSpc>
            </a:pPr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第二行文字</a:t>
            </a:r>
          </a:p>
          <a:p>
            <a:pPr>
              <a:lnSpc>
                <a:spcPct val="150000"/>
              </a:lnSpc>
            </a:pPr>
            <a:endParaRPr lang="zh-CN" altLang="en-US" sz="20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第四行文字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4340C7-422E-C88F-01B8-57FA2FA0E92C}"/>
              </a:ext>
            </a:extLst>
          </p:cNvPr>
          <p:cNvSpPr txBox="1"/>
          <p:nvPr/>
        </p:nvSpPr>
        <p:spPr>
          <a:xfrm>
            <a:off x="3302000" y="508000"/>
            <a:ext cx="2667000" cy="5842000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rtlCol="0" anchor="ctr">
            <a:no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第一行文字</a:t>
            </a:r>
          </a:p>
          <a:p>
            <a:pPr>
              <a:lnSpc>
                <a:spcPct val="200000"/>
              </a:lnSpc>
            </a:pPr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第二行文字</a:t>
            </a:r>
          </a:p>
          <a:p>
            <a:pPr>
              <a:lnSpc>
                <a:spcPct val="200000"/>
              </a:lnSpc>
            </a:pPr>
            <a:endParaRPr lang="zh-CN" altLang="en-US" sz="20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第四行文字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D89A8C0-926E-1752-E17B-13368999B63F}"/>
              </a:ext>
            </a:extLst>
          </p:cNvPr>
          <p:cNvSpPr txBox="1"/>
          <p:nvPr/>
        </p:nvSpPr>
        <p:spPr>
          <a:xfrm>
            <a:off x="6223000" y="508000"/>
            <a:ext cx="2667000" cy="5842000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rtlCol="0" anchor="b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第一行文字</a:t>
            </a:r>
          </a:p>
          <a:p>
            <a:pPr>
              <a:lnSpc>
                <a:spcPct val="150000"/>
              </a:lnSpc>
            </a:pPr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第二行文字</a:t>
            </a:r>
          </a:p>
          <a:p>
            <a:pPr>
              <a:lnSpc>
                <a:spcPct val="150000"/>
              </a:lnSpc>
            </a:pPr>
            <a:endParaRPr lang="zh-CN" altLang="en-US" sz="20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第四行文字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7F06B7-B259-AE5F-D05A-852630261502}"/>
              </a:ext>
            </a:extLst>
          </p:cNvPr>
          <p:cNvSpPr txBox="1"/>
          <p:nvPr/>
        </p:nvSpPr>
        <p:spPr>
          <a:xfrm>
            <a:off x="9144000" y="508000"/>
            <a:ext cx="2667000" cy="5842000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rtlCol="0" anchor="b">
            <a:no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第一行文字</a:t>
            </a:r>
          </a:p>
          <a:p>
            <a:pPr>
              <a:lnSpc>
                <a:spcPct val="200000"/>
              </a:lnSpc>
            </a:pPr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第二行文字</a:t>
            </a:r>
          </a:p>
          <a:p>
            <a:pPr>
              <a:lnSpc>
                <a:spcPct val="200000"/>
              </a:lnSpc>
            </a:pPr>
            <a:endParaRPr lang="zh-CN" altLang="en-US" sz="20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第四行文字</a:t>
            </a:r>
          </a:p>
        </p:txBody>
      </p:sp>
    </p:spTree>
    <p:extLst>
      <p:ext uri="{BB962C8B-B14F-4D97-AF65-F5344CB8AC3E}">
        <p14:creationId xmlns:p14="http://schemas.microsoft.com/office/powerpoint/2010/main" val="2810395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自定义</PresentationFormat>
  <Paragraphs>16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2026-10-15T18:12:46Z</dcterms:created>
  <dcterms:modified xsi:type="dcterms:W3CDTF">2026-10-15T18:12:46Z</dcterms:modified>
</cp:coreProperties>
</file>