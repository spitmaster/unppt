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0-1小组（含）</c:v>
                </c:pt>
                <c:pt idx="1">
                  <c:v>1-3小组（含）</c:v>
                </c:pt>
                <c:pt idx="2">
                  <c:v>3-6小组（含）</c:v>
                </c:pt>
                <c:pt idx="3">
                  <c:v>6-12小组（含）</c:v>
                </c:pt>
                <c:pt idx="4">
                  <c:v>12-36小组（含）</c:v>
                </c:pt>
                <c:pt idx="5">
                  <c:v>36小组以上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</c:v>
                </c:pt>
                <c:pt idx="1">
                  <c:v>0.18</c:v>
                </c:pt>
                <c:pt idx="2">
                  <c:v>0.18</c:v>
                </c:pt>
                <c:pt idx="3">
                  <c:v>0.21</c:v>
                </c:pt>
                <c:pt idx="4">
                  <c:v>0.24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E9-4141-8396-9706DC250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类别一</c:v>
                </c:pt>
                <c:pt idx="1">
                  <c:v>类别二</c:v>
                </c:pt>
                <c:pt idx="2">
                  <c:v>类别三</c:v>
                </c:pt>
                <c:pt idx="3">
                  <c:v>类别四</c:v>
                </c:pt>
                <c:pt idx="4">
                  <c:v>类别五</c:v>
                </c:pt>
                <c:pt idx="5">
                  <c:v>类别六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29-4423-8564-FB4C44F87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第一类项目名称</c:v>
                </c:pt>
                <c:pt idx="1">
                  <c:v>第二类项目</c:v>
                </c:pt>
                <c:pt idx="2">
                  <c:v>第三类项目名称较长</c:v>
                </c:pt>
                <c:pt idx="3">
                  <c:v>第四类</c:v>
                </c:pt>
                <c:pt idx="4">
                  <c:v>第五类项目名称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7-4C8C-8F01-FBD1C7213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甲乙</c:v>
                </c:pt>
                <c:pt idx="1">
                  <c:v>甲乙丙丁</c:v>
                </c:pt>
                <c:pt idx="2">
                  <c:v>甲乙丙丁戊己</c:v>
                </c:pt>
                <c:pt idx="3">
                  <c:v>甲乙丙丁戊己庚辛</c:v>
                </c:pt>
                <c:pt idx="4">
                  <c:v>甲乙丙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9</c:v>
                </c:pt>
                <c:pt idx="2">
                  <c:v>14</c:v>
                </c:pt>
                <c:pt idx="3">
                  <c:v>21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B4-40F8-8280-547B2F685B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东区</c:v>
                </c:pt>
                <c:pt idx="1">
                  <c:v>西区</c:v>
                </c:pt>
                <c:pt idx="2">
                  <c:v>南区</c:v>
                </c:pt>
                <c:pt idx="3">
                  <c:v>北区</c:v>
                </c:pt>
                <c:pt idx="4">
                  <c:v>中区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23-4E5D-B6AF-4D6B17256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45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153E7-B57D-443F-C63D-7A7B1B637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FAB884-A5AC-17B4-5DB6-2DB23E1BA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7FFB04-911C-F643-25B0-BC93BDFB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D3016-49E3-6B35-80AF-AF1B8DB52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91A92C-95E6-6BAB-4BD9-B5C50000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41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516F9-5C0C-5935-6E93-6D05B1B3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E9DD8-90CF-3D23-EA57-660BC18B5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9C32A-F5B8-485A-D5AE-A7DDABC4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FF95A-881E-5A2A-FFE9-1AFC41AB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96B8ED-ADB7-6917-9BB2-4059E1D7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43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7CB3F-17C8-08B0-0933-21DFEE709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55DA5E-3F7D-EF61-FD5D-5AEFB0281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286869-FAF8-A263-78E2-879C32D2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4CCDF-9772-FC8C-877E-C102A5E9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CAE7E-60AD-FE7F-4258-090C90A3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45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669B4-F6B1-D128-9AFF-66011A84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0AAFC9-FEF9-88B0-240C-2F4B8D6EB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E92F55-1619-AFBE-20E5-73D59353B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145A95-D6CE-1B2C-BF1B-4F15C06F5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61AA85-749E-FAC7-8491-42C95635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FC6F60-98C5-141E-D284-1F303FF5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2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892C5-B0E3-DCED-8B7E-2B732993A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12CEDE-347F-A918-74C3-ECC56D6F1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1C7BD3-694A-05AE-C384-AEF468F4E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937A6D-E8FB-631F-6E14-874CC11EA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60D123-4DDA-4D5B-2D1B-4F8BBB8F1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DADEDF-6673-1D6E-424E-CE2CD2FB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E70B12-1D4C-706B-2A1C-0516ADA0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DC9CD7-D256-71E4-23A0-482B71BF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38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2B9C8-3B08-1ECB-4C4E-69FBF889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57E6A9-0E2F-ADF7-790B-605D5FE6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2A6D80-72B3-9F7D-D817-540C0F1C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B68062-A527-5F0F-2765-E2C7343E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54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6F317E-CDB0-342C-2B96-6706117A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64A09C-C30F-33F9-C2B4-4D6FA5E4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3C667D-FDC0-7473-1F1B-08260A6E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64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D10D5-BDD7-185E-AADC-D243BE90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2913D-93FC-D8EF-8D97-48C647A6B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9D3E9C-38FE-9EAD-7D26-A8860C8B2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9263BC-9330-DF6E-145D-A2186AFA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BCC984-0399-5811-2B8A-5F7FB295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ACC6F6-8619-6277-1E82-6480600C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98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81A1E-88B5-341E-CBE0-D93BC24E1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C2C0C8-B4E3-BB53-0E82-FC114A4AB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5DB22F-7D54-D216-7946-5E1363183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F1ACA5-EEA4-6DF5-A806-2E41495B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F74C9B-93D8-4223-81A8-7DB6B82A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2B4E6F-D8FE-2895-B606-B2D44ED5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11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A2DEC-A2E9-DFA5-6BAD-CD1BF83E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08BAE7-5B94-73BA-2BFE-70EDE3ED6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7414A-588C-A9AA-A3C1-8F70C671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DDDEE-7D80-16C4-62A7-975B1682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0B7C0A-002B-1424-18D5-AC365348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81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412EC0-0628-01A4-2075-FFA95F7FD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830CBF-DDB3-9EED-A514-989A630C9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5552C-7B10-1CF4-BE2B-7B9D9FE4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472D2-E5BB-B48C-1D14-74181207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FB707-3C29-5C00-EEA4-04AEBC40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9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CF69C4-68F2-892A-6772-795A9A146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4E944-0F84-053F-2C68-7CBD91E8F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CC87B5-AB53-7FCE-1090-AA8616AC5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BF35F-912E-4C94-A39B-3A1B09F49E63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DAFD7-33CB-6494-B447-E308F83EB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C96EA-189D-431C-1069-7509EB0CE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D1709-61AA-484B-A21D-F9B56E2933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7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7C7D126-7D44-2AD7-A10E-DE4F2EBEBF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009709"/>
              </p:ext>
            </p:extLst>
          </p:nvPr>
        </p:nvGraphicFramePr>
        <p:xfrm>
          <a:off x="221615" y="215265"/>
          <a:ext cx="11720830" cy="5346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575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D4B884A-3031-9984-FBA4-EB69C50CA2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503637"/>
              </p:ext>
            </p:extLst>
          </p:nvPr>
        </p:nvGraphicFramePr>
        <p:xfrm>
          <a:off x="127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EE12EF8-FEE4-5F83-1D3C-DC94D4BDD4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6214350"/>
              </p:ext>
            </p:extLst>
          </p:nvPr>
        </p:nvGraphicFramePr>
        <p:xfrm>
          <a:off x="6350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3E00C289-86A1-29F1-6114-8CEFE5E577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2473666"/>
              </p:ext>
            </p:extLst>
          </p:nvPr>
        </p:nvGraphicFramePr>
        <p:xfrm>
          <a:off x="127000" y="3556000"/>
          <a:ext cx="381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AB915964-13FF-2EC5-E326-E84828D09B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7049985"/>
              </p:ext>
            </p:extLst>
          </p:nvPr>
        </p:nvGraphicFramePr>
        <p:xfrm>
          <a:off x="6350000" y="3556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462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2026-10-23T13:46:04Z</dcterms:created>
  <dcterms:modified xsi:type="dcterms:W3CDTF">2026-10-23T13:46:04Z</dcterms:modified>
</cp:coreProperties>
</file>