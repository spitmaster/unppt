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7AFCD-7CCB-438A-9C1F-93C5A88E9367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B9EC4-8CA8-48CF-BDC2-D6BC2817C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72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第一段备注</a:t>
            </a:r>
          </a:p>
          <a:p>
            <a:r>
              <a:rPr lang="zh-CN" altLang="en-US"/>
              <a:t>第二段：</a:t>
            </a:r>
            <a:r>
              <a:rPr lang="en-US" altLang="zh-CN"/>
              <a:t>A &lt; B &amp; C</a:t>
            </a:r>
            <a:br>
              <a:rPr lang="en-US" altLang="zh-CN"/>
            </a:br>
            <a:r>
              <a:rPr lang="zh-CN" altLang="en-US"/>
              <a:t>段内换行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9EC4-8CA8-48CF-BDC2-D6BC2817C7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03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隐藏页的备注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9EC4-8CA8-48CF-BDC2-D6BC2817C7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71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9D73C-9328-7793-BAD5-0BF66DEB5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57E68D-43D4-87BC-60BE-510244FBF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D9809B-B512-BAEC-1AF4-2B51B522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D96D12-1A61-7B91-3D9C-3B32B515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A4D197-1400-2ED3-228F-A55E2F12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70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3FACE-6249-52FD-4642-F472CEB1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68261A-D261-5761-08ED-8BC15D4E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86D21-5298-F1BC-25ED-7EC9811D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91940D-30D5-8EA4-E9B4-551A0577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F6879-D892-A0EE-3E78-2B9B8612C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7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36334-08B7-50C9-FA32-9122CAC1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BEF36E-6714-8065-3C0B-84DD8A7C9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B6766F-05A8-2854-24DA-32419000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5799F-513F-1878-B638-AA4B8598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AD03C-38C9-480C-7AEC-416BDCE8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5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3F8F7-2404-9955-DF8E-34BBEC78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0A1E4-A6B7-11E7-8F87-CCE6AF77C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F145B1-0617-7E6D-1F52-B2BB2018C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ACF221-0F70-8E8D-EDC4-698240CE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9B7A36-4417-BDB8-FDF5-0886FC20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EB07-2044-C111-603F-77F16B89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1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86C63-1B02-0326-DCE3-A36050E0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D61496-5B11-0261-FAD9-A11DFE90A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8D583-8008-E903-D6AB-FD6CB0C47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657A69-A309-7E97-07B1-DA308D70F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AF925A-D9BB-B540-39D2-383BCB9EA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C2955C-375A-E575-ACDB-0439F01A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BA5539-31F8-6186-C131-68396CA3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AC02A1-1726-D0D2-A841-673CE656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26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1EE18-ADC1-3E3C-666D-B4C0F788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C1BAA5-8DFA-C66D-7948-3E894141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867A22-3D44-8596-77D9-256E8E7C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304DD7-ACC1-CA3F-F5DB-379F9346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97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2642F2-6A2B-6202-4C6E-E404F146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426196-052E-4D21-96D9-1AD18947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F71DAA-9E7B-8237-3549-C4DF8C4B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10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8E0EE-7B12-42B1-DE48-17794123B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B429EF-7DC5-C883-1058-4CE20F593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9437CA-30F6-3375-A3FE-B74DF34F3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94A268-62C6-1A85-D2CE-284E2750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CCDB5B-1E0A-4042-712E-56E8A533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3E4935-9BF2-BE05-E005-C1CA7282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34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EF9B2-F3CB-1B5A-9566-F1584E8D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F110F0-3669-7C54-E4C9-E14BA023B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091337-AD5C-EC2D-295F-DBC7E9611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89A8B5-B22D-0ADB-6D8F-B2BCD0A6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0D496D-F69B-3985-8C56-ABB4BB77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9284F5-EFCF-0D53-957D-2D1C9816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41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3B7BA-0E09-C298-7C28-7A54EE23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33F2DD-67F2-F13D-65AB-1D5D8C5D3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91707-8BCE-C08F-152B-01753AD8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BCE1C-AC02-FB40-A8FC-7E56958F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41D1B-7A37-93E3-19BD-5259C879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10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4E6358-B8CA-19D6-0014-3B3DF71EF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369A71-9946-55BF-45CB-572C7711A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45732-8D00-0F08-B133-B132F8C7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C809-DF38-864A-0201-A4700044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9E45E-4A33-8C6F-12BF-C3FA86B7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41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0DB0E2-402C-EB44-5D75-F3A50596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41508D-A907-BDDC-8310-3D7292BE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C1587-B4F6-FD7C-EE09-6F86277C5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5CA71-04D7-4240-BE26-A6A18B27DB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7455E-C36C-F1D5-28D9-6B560008A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7372BF-47AA-9C6B-2060-B55CA77A9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C195E-B4F7-48A4-A56E-792D8B9A0E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33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6B14B3-4CB4-E367-691E-71C303E79070}"/>
              </a:ext>
            </a:extLst>
          </p:cNvPr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82782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362775-1C11-ADCD-8E0D-83F718212396}"/>
              </a:ext>
            </a:extLst>
          </p:cNvPr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32963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2AD539-9437-21A5-AF8F-E4C26DF35898}"/>
              </a:ext>
            </a:extLst>
          </p:cNvPr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40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533758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自定义</PresentationFormat>
  <Paragraphs>8</Paragraphs>
  <Slides>3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2026-10-15T06:41:50Z</dcterms:created>
  <dcterms:modified xsi:type="dcterms:W3CDTF">2026-10-15T06:41:50Z</dcterms:modified>
</cp:coreProperties>
</file>