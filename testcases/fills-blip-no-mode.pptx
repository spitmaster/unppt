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39EAA8-04AF-116F-042B-806114AA38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6B92F7A-ECB4-9882-DD6A-836057FBF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F9F845-0A87-D571-3C9A-04E37EFD6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E5B55-7014-4B33-99BE-DB5AAE97AD5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4F0577-BF0D-04D6-2A07-C00AA3F33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A0858F-CDBE-A3C2-9876-2916AB71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3AA16-7A0B-482C-AB1C-A21231E60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076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7622D9-92AB-8423-B0DE-1AF9B4AD3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BE1EA5-BAAF-082F-7A81-05B1A9520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FB5437-3206-1277-3A23-178C653E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E5B55-7014-4B33-99BE-DB5AAE97AD5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662AD8-FA0A-C330-B8BF-37F7AE180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0A6FC5-A660-BF78-F9A6-768F0F657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3AA16-7A0B-482C-AB1C-A21231E60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787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BA292C-EE37-E4F1-C8E0-EEE52E0B6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E5A0E6-0A0E-8C1E-1B50-0ED507B4A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993ED5-0B60-F52B-C022-BA9C6ADFC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E5B55-7014-4B33-99BE-DB5AAE97AD5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020312-F2D1-8520-D67E-2C8A2949E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91532E-FC20-D7F6-9382-29BBDE25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3AA16-7A0B-482C-AB1C-A21231E60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156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26787-11F1-EB13-3BDB-87184A9E4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4BAD4F-7BDF-1002-1E17-83A5559CD7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B26CB3-4962-5A26-1655-F5A1500BD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EA7244-90BE-E083-27EF-D0491A3CA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E5B55-7014-4B33-99BE-DB5AAE97AD5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3330A2-EC33-74CC-DEB3-E2175FC77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490294-7D39-42F4-BC34-EF976C499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3AA16-7A0B-482C-AB1C-A21231E60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094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71C464-2852-85F2-1F65-EE006011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48CDC9-2DC3-FD13-B98D-BEB632ED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3C089B-B6A9-09A7-9684-0A82CDB12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5E3749A-2458-D8D2-BEF6-F3379D2CB3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3FEE09C-ACB4-B88D-F879-A3A9AB3224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C23BA4-B881-0AE8-F389-762854F1C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E5B55-7014-4B33-99BE-DB5AAE97AD5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32311A2-FE85-A313-580B-85697DDAB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EB2BB34-CB36-D1D1-F2F9-830F2EC17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3AA16-7A0B-482C-AB1C-A21231E60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128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C96219-AC04-72FB-2B26-7F2D70A2E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641BD95-A2AC-E170-0A4F-6C8C4DF85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E5B55-7014-4B33-99BE-DB5AAE97AD5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91DF17-069C-C6E0-6222-5C034612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6CE0D3-60AF-0E12-6CD1-E74C2C489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3AA16-7A0B-482C-AB1C-A21231E60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53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F67F7D-9A98-3FA0-94EE-66ACA19ED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E5B55-7014-4B33-99BE-DB5AAE97AD5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896D7D-6CBF-2830-EC4B-CEB5C197D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FB99EB-3D05-BB33-B714-7D35BAB6F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3AA16-7A0B-482C-AB1C-A21231E60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882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F66401-E344-54ED-0C13-59E86510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688230-1DB4-1E9B-2355-536A5044E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5FF1D8-F601-9ACE-AC1E-CADFC022A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2C4AAA-4B49-A751-FC90-6B70ABE28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E5B55-7014-4B33-99BE-DB5AAE97AD5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E5FA31-9AD0-9A2F-A430-11F7C166B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A3883B-CC5C-7DF3-FB58-13B66D7AC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3AA16-7A0B-482C-AB1C-A21231E60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151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F3ADF7-D4AE-E64A-0CFB-9BC3ABE96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5527D6A-D7F3-9AA5-FFEC-0F2179313C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D3A045-1AF7-626E-0129-3006494E0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8FA634-D1A1-F3C8-9A6E-0AF039504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E5B55-7014-4B33-99BE-DB5AAE97AD5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A04DB8-694E-4E97-5486-FBB09D27C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551E70-392F-A399-4657-76C14EED5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3AA16-7A0B-482C-AB1C-A21231E60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015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70012B-2D29-49EC-8AA7-0863A397B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B96AC3-9DB2-8216-8529-980A2E4C7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A355DA-5612-8560-70E8-85905713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E5B55-7014-4B33-99BE-DB5AAE97AD5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467A84-9FF9-7CC3-FFAB-6D2080772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BA53C-5C8A-2875-E9B4-97C4CF329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3AA16-7A0B-482C-AB1C-A21231E60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773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C449D58-D6AD-2D99-DD55-EF08B144B6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CCA48F-978D-77CB-FFFD-6F2F3374B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F7924B-243F-5242-984F-A6407350A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E5B55-7014-4B33-99BE-DB5AAE97AD5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057843-B037-B64B-ED8D-306FE2717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710D64-9FB8-2BC5-3750-6E578C02F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3AA16-7A0B-482C-AB1C-A21231E60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010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6208588-5B4F-13E9-043E-D46A969DB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5F2E7C-3259-1740-EF51-338C677C2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E9F41E-26F3-859A-FB16-82CB9DFA51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FE5B55-7014-4B33-99BE-DB5AAE97AD5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7C572-B38E-FCCE-D3C1-0A240F491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7ABBA4-B00A-9A72-0916-83FC23114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13AA16-7A0B-482C-AB1C-A21231E60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853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ABC3D26-16DB-B8EC-410D-F52FB47C1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114120"/>
              </p:ext>
            </p:extLst>
          </p:nvPr>
        </p:nvGraphicFramePr>
        <p:xfrm>
          <a:off x="508000" y="762000"/>
          <a:ext cx="5080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61909645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068037537"/>
                    </a:ext>
                  </a:extLst>
                </a:gridCol>
              </a:tblGrid>
              <a:tr h="1905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>
                      <a:blip r:embed="rId2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>
                      <a:blip r:embed="rId2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78271922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>
                      <a:blip r:embed="rId2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>
                      <a:blip r:embed="rId2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05932235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036C5FFD-668B-41EF-1651-B41074070481}"/>
              </a:ext>
            </a:extLst>
          </p:cNvPr>
          <p:cNvSpPr/>
          <p:nvPr/>
        </p:nvSpPr>
        <p:spPr>
          <a:xfrm>
            <a:off x="6350000" y="762000"/>
            <a:ext cx="5080000" cy="3810000"/>
          </a:xfrm>
          <a:prstGeom prst="rect">
            <a:avLst/>
          </a:prstGeom>
          <a:blipFill>
            <a:blip r:embed="rId2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169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A56DC1B-6593-69F8-2055-A9F139E85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203006"/>
              </p:ext>
            </p:extLst>
          </p:nvPr>
        </p:nvGraphicFramePr>
        <p:xfrm>
          <a:off x="508000" y="762000"/>
          <a:ext cx="5080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3963657594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838627268"/>
                    </a:ext>
                  </a:extLst>
                </a:gridCol>
              </a:tblGrid>
              <a:tr h="1905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>
                      <a:blip r:embed="rId2"/>
                      <a:tile tx="0" ty="0" sx="50000" sy="50000" flip="none" algn="ctr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>
                      <a:blip r:embed="rId2"/>
                      <a:tile tx="0" ty="0" sx="50000" sy="50000" flip="none" algn="ctr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846597294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>
                      <a:blip r:embed="rId2"/>
                      <a:tile tx="0" ty="0" sx="50000" sy="50000" flip="none" algn="ctr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>
                      <a:blip r:embed="rId2"/>
                      <a:tile tx="0" ty="0" sx="50000" sy="50000" flip="none" algn="ctr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46545961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B4D22DBE-B3A3-4E57-2BCE-D6A2DA3E7D56}"/>
              </a:ext>
            </a:extLst>
          </p:cNvPr>
          <p:cNvSpPr/>
          <p:nvPr/>
        </p:nvSpPr>
        <p:spPr>
          <a:xfrm>
            <a:off x="6350000" y="762000"/>
            <a:ext cx="5080000" cy="3810000"/>
          </a:xfrm>
          <a:prstGeom prst="rect">
            <a:avLst/>
          </a:prstGeom>
          <a:blipFill>
            <a:blip r:embed="rId2"/>
            <a:tile tx="0" ty="0" sx="50000" sy="50000" flip="none" algn="ctr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595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2026-10-19T05:16:44Z</dcterms:created>
  <dcterms:modified xsi:type="dcterms:W3CDTF">2026-10-19T05:16:44Z</dcterms:modified>
</cp:coreProperties>
</file>