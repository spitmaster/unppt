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43B50-4EA2-07B9-B138-87C37EB68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376452-DB8B-09C9-D077-521A4F410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9A99A7-70B1-607B-C462-1D6E4984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8F0BD-4DEB-B5F6-2F7E-A475661E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BD1491-8232-9240-BD57-93DCBBFFD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872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E529B-E604-9CED-C6FA-3D6C9E5FF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74D8F-55E8-AF2F-9946-F2686C350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841D19-9B5D-C3A2-5025-B94EBED9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F668B-A4E6-7C49-8DC1-B70509A1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646EF-940D-DF83-3210-8F6D7638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76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1E07C2-F6D2-37F8-DF9F-AF7E90C3F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45CBDA-465F-A4EE-C159-3FB2F5F79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42B28B-583F-E1C2-2013-F47683F0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189654-68AF-68D3-124C-F995A149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2DDA9B-A166-6614-0300-BD589622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71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B6920-7AD4-386D-96E7-273A3380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C14D6-C616-8723-FDC8-FA22C9241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7F62C6-51C2-3DEB-7DB6-3057D5276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5FF01B-5119-9968-1997-B9F01FF11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DAA33F-5EA0-BBB6-105C-F86DBD31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D0F151-E9F1-370D-5F8D-8FAACC72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48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D77FE-E24E-80B7-7BD8-9CBDE41A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0B649-21F3-349A-F980-89C45E3BD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3518DC-22E2-FDC7-83B4-1F6EA964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4D3524-6911-835B-F0F1-A821AFB14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8C335D-B90A-522C-532A-F2C59DDAE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823FCC-93FF-B571-65A8-C51E9AAA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46BA12-EFE3-DFDD-E431-2F484744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2446A5-8D01-69A1-2B64-24989F36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C36A0-13E6-AD79-6B9C-4EFC6376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3CB720-A69E-1D20-633C-46FBC4AE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E64B95-1391-FE64-0BC0-D196A387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15291E-B9A3-9DE4-0B20-7523275D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4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2ADF8D-8627-8374-75EC-E8A9F78E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55C311-9BC6-7092-1547-7EBAA53A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FC0CE-D7F3-9F0F-E059-C90A09E6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21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F1660-83F7-F30A-9D36-0449A1123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948B46-F736-277E-57AF-33AB49BF2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CEC3CF-F836-C5A6-F544-D95EE4F51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1B98B1-6BED-CEF7-3CFD-CD17466A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64D658-C05D-4EBD-F10E-AC0F80B5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ED292F-3769-9831-6A3C-D1D802B9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641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6A30D-2CB7-E4D7-5AFA-F276DEF9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DD9154-0788-E526-BA47-8BC475540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048F19-C98E-0876-9479-A94EB16E2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6ACD24-C007-C5C5-4073-A5256C63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6160AF-70D4-EC8B-CFDA-760855E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C798C3-6D31-0939-3AE0-53D2D894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3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6B070-A8CF-2946-EC84-3D3CC5C6C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3AB46-5AFA-3AA6-839E-F301FECE4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299DB-5643-2A3C-1DB5-F66FCC95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1E209-498F-E895-E07A-65C319E5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3D17A-60C0-D599-661E-F820842A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85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A66A17-965B-5E50-E385-77895D958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D36430-8EB0-0DE0-9CBC-5457105D4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4E7922-0FB3-0952-1908-2EF8D7CDC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EAA6AE-8BCA-462B-2272-6BA8CF4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D4AC3-32C9-B076-4C57-53684FCE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48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82FA1-CFC3-BE71-2A1E-2955D900C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FA7D10-6197-0797-B67F-FBECCF992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95E9B-6D9F-C718-D546-1231FAB4B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CA612-7D9D-4AA2-B871-341F29654EDB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39304-1438-37A4-E3BE-B97D51DA9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F14B5-286F-6D67-0BE7-18562E4E0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80624-CF2A-4456-969A-668FEC9B47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10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56755F-F9B2-0F39-40FF-4F592EB29A1F}"/>
              </a:ext>
            </a:extLst>
          </p:cNvPr>
          <p:cNvSpPr txBox="1"/>
          <p:nvPr/>
        </p:nvSpPr>
        <p:spPr>
          <a:xfrm>
            <a:off x="381000" y="254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A" panose="020B0800000000000000" charset="-122"/>
                <a:ea typeface="Unppt Missing PanA" panose="020B0800000000000000" charset="-122"/>
              </a:rPr>
              <a:t>1979</a:t>
            </a:r>
            <a:r>
              <a:rPr lang="zh-CN" altLang="en-US" sz="2800">
                <a:latin typeface="Unppt Missing PanA" panose="020B0800000000000000" charset="-122"/>
                <a:ea typeface="Unppt Missing PanA" panose="020B0800000000000000" charset="-122"/>
              </a:rPr>
              <a:t>年前，只有单一的中国人民银行 </a:t>
            </a:r>
            <a:r>
              <a:rPr lang="zh-CN" altLang="zh-CN" sz="2800">
                <a:latin typeface="Unppt Missing PanA" panose="020B0800000000000000" charset="-122"/>
                <a:ea typeface="Unppt Missing PanA" panose="020B0800000000000000" charset="-122"/>
              </a:rPr>
              <a:t>Bank</a:t>
            </a:r>
            <a:endParaRPr lang="zh-CN" altLang="en-US" sz="2800">
              <a:latin typeface="Unppt Missing PanA" panose="020B0800000000000000" charset="-122"/>
              <a:ea typeface="Unppt Missing PanA" panose="020B08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0633E4-B196-AA48-3130-384BE6EC6D66}"/>
              </a:ext>
            </a:extLst>
          </p:cNvPr>
          <p:cNvSpPr txBox="1"/>
          <p:nvPr/>
        </p:nvSpPr>
        <p:spPr>
          <a:xfrm>
            <a:off x="381000" y="13335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B" panose="020B0503020204020204" charset="-122"/>
                <a:ea typeface="Unppt Missing PanB" panose="020B0503020204020204" charset="-122"/>
              </a:rPr>
              <a:t>1979</a:t>
            </a:r>
            <a:r>
              <a:rPr lang="zh-CN" altLang="en-US" sz="2800">
                <a:latin typeface="Unppt Missing PanB" panose="020B0503020204020204" charset="-122"/>
                <a:ea typeface="Unppt Missing PanB" panose="020B0503020204020204" charset="-122"/>
              </a:rPr>
              <a:t>年前，只有单一的中国人民银行 </a:t>
            </a:r>
            <a:r>
              <a:rPr lang="zh-CN" altLang="zh-CN" sz="2800">
                <a:latin typeface="Unppt Missing PanB" panose="020B0503020204020204" charset="-122"/>
                <a:ea typeface="Unppt Missing PanB" panose="020B0503020204020204" charset="-122"/>
              </a:rPr>
              <a:t>Bank</a:t>
            </a:r>
            <a:endParaRPr lang="zh-CN" altLang="en-US" sz="2800">
              <a:latin typeface="Unppt Missing PanB" panose="020B0503020204020204" charset="-122"/>
              <a:ea typeface="Unppt Missing PanB" panose="020B050302020402020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4D3FF6-0AEF-D26E-2836-D9469C5FFB5F}"/>
              </a:ext>
            </a:extLst>
          </p:cNvPr>
          <p:cNvSpPr txBox="1"/>
          <p:nvPr/>
        </p:nvSpPr>
        <p:spPr>
          <a:xfrm>
            <a:off x="381000" y="2413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C" panose="02010600030101010101" charset="-122"/>
                <a:ea typeface="Unppt Missing PanC" panose="02010600030101010101" charset="-122"/>
              </a:rPr>
              <a:t>1979</a:t>
            </a:r>
            <a:r>
              <a:rPr lang="zh-CN" altLang="en-US" sz="2800">
                <a:latin typeface="Unppt Missing PanC" panose="02010600030101010101" charset="-122"/>
                <a:ea typeface="Unppt Missing PanC" panose="02010600030101010101" charset="-122"/>
              </a:rPr>
              <a:t>年前，只有单一的中国人民银行 </a:t>
            </a:r>
            <a:r>
              <a:rPr lang="zh-CN" altLang="zh-CN" sz="2800">
                <a:latin typeface="Unppt Missing PanC" panose="02010600030101010101" charset="-122"/>
                <a:ea typeface="Unppt Missing PanC" panose="02010600030101010101" charset="-122"/>
              </a:rPr>
              <a:t>Bank</a:t>
            </a:r>
            <a:endParaRPr lang="zh-CN" altLang="en-US" sz="2800">
              <a:latin typeface="Unppt Missing PanC" panose="02010600030101010101" charset="-122"/>
              <a:ea typeface="Unppt Missing PanC" panose="02010600030101010101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0F40FF-996D-D3B8-6F31-7D88A6EF5D38}"/>
              </a:ext>
            </a:extLst>
          </p:cNvPr>
          <p:cNvSpPr txBox="1"/>
          <p:nvPr/>
        </p:nvSpPr>
        <p:spPr>
          <a:xfrm>
            <a:off x="381000" y="34925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D" charset="-122"/>
                <a:ea typeface="Unppt Missing PanD" charset="-122"/>
              </a:rPr>
              <a:t>1979</a:t>
            </a:r>
            <a:r>
              <a:rPr lang="zh-CN" altLang="en-US" sz="2800">
                <a:latin typeface="Unppt Missing PanD" charset="-122"/>
                <a:ea typeface="Unppt Missing PanD" charset="-122"/>
              </a:rPr>
              <a:t>年前，只有单一的中国人民银行 </a:t>
            </a:r>
            <a:r>
              <a:rPr lang="zh-CN" altLang="zh-CN" sz="2800">
                <a:latin typeface="Unppt Missing PanD" charset="-122"/>
                <a:ea typeface="Unppt Missing PanD" charset="-122"/>
              </a:rPr>
              <a:t>Bank</a:t>
            </a:r>
            <a:endParaRPr lang="zh-CN" altLang="en-US" sz="2800">
              <a:latin typeface="Unppt Missing PanD" charset="-122"/>
              <a:ea typeface="Unppt Missing PanD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A9D20-C115-5E0C-BDE3-1ECF1824FD9B}"/>
              </a:ext>
            </a:extLst>
          </p:cNvPr>
          <p:cNvSpPr txBox="1"/>
          <p:nvPr/>
        </p:nvSpPr>
        <p:spPr>
          <a:xfrm>
            <a:off x="381000" y="4572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E" panose="020B0800000000000000"/>
                <a:ea typeface="Unppt Missing PanE" panose="020B0800000000000000"/>
              </a:rPr>
              <a:t>1979</a:t>
            </a:r>
            <a:r>
              <a:rPr lang="zh-CN" altLang="en-US" sz="2800">
                <a:latin typeface="Unppt Missing PanE" panose="020B0800000000000000"/>
                <a:ea typeface="Unppt Missing PanE" panose="020B0800000000000000"/>
              </a:rPr>
              <a:t>年前，只有单一的中国人民银行 </a:t>
            </a:r>
            <a:r>
              <a:rPr lang="zh-CN" altLang="zh-CN" sz="2800">
                <a:latin typeface="Unppt Missing PanE" panose="020B0800000000000000"/>
                <a:ea typeface="Unppt Missing PanE" panose="020B0800000000000000"/>
              </a:rPr>
              <a:t>Bank</a:t>
            </a:r>
            <a:endParaRPr lang="zh-CN" altLang="en-US" sz="2800">
              <a:latin typeface="Unppt Missing PanE" panose="020B0800000000000000"/>
              <a:ea typeface="Unppt Missing PanE" panose="020B080000000000000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44476B-B246-E566-439D-9EDD2FAADE18}"/>
              </a:ext>
            </a:extLst>
          </p:cNvPr>
          <p:cNvSpPr txBox="1"/>
          <p:nvPr/>
        </p:nvSpPr>
        <p:spPr>
          <a:xfrm>
            <a:off x="381000" y="56515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Source Han Sans CN Regular" panose="020B0800000000000000" charset="-122"/>
                <a:ea typeface="Source Han Sans CN Regular" panose="020B0800000000000000" charset="-122"/>
              </a:rPr>
              <a:t>1979</a:t>
            </a:r>
            <a:r>
              <a:rPr lang="zh-CN" altLang="en-US" sz="2800">
                <a:latin typeface="Source Han Sans CN Regular" panose="020B0800000000000000" charset="-122"/>
                <a:ea typeface="Source Han Sans CN Regular" panose="020B0800000000000000" charset="-122"/>
              </a:rPr>
              <a:t>年前，只有单一的中国人民银行 </a:t>
            </a:r>
            <a:r>
              <a:rPr lang="zh-CN" altLang="zh-CN" sz="2800">
                <a:latin typeface="Source Han Sans CN Regular" panose="020B0800000000000000" charset="-122"/>
                <a:ea typeface="Source Han Sans CN Regular" panose="020B0800000000000000" charset="-122"/>
              </a:rPr>
              <a:t>Bank</a:t>
            </a:r>
            <a:endParaRPr lang="zh-CN" altLang="en-US" sz="2800">
              <a:latin typeface="Source Han Sans CN Regular" panose="020B0800000000000000" charset="-122"/>
              <a:ea typeface="Source Han Sans CN Regular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1279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PanMarker0</vt:lpstr>
      <vt:lpstr>PanMarker1</vt:lpstr>
      <vt:lpstr>PanMarker2</vt:lpstr>
      <vt:lpstr>PanMarker3</vt:lpstr>
      <vt:lpstr>PanMarker4</vt:lpstr>
      <vt:lpstr>PanMarker5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2026-10-16T22:56:39Z</dcterms:created>
  <dcterms:modified xsi:type="dcterms:W3CDTF">2026-10-16T22:56:39Z</dcterms:modified>
</cp:coreProperties>
</file>