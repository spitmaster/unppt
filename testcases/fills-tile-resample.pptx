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45AEA4-01A2-C117-54EF-B17BAC0C9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C4B2025-0786-B791-117D-818E633D1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FF71CC-6DF1-BFB2-E824-35409DE9E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853B3-9E41-445A-BB9B-3D9517776C9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DA69F8-F8B6-A92B-6EE7-510F64F69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C9C74E-8007-8D09-E1C5-6FF8017F6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AFD5-838D-4819-B5C9-369FC99794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203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DD47BC-8EE5-3570-18B5-F806681C0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17C320-BDBA-AD5E-2DF7-550FAC2E1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70BB2D-1D42-A484-DEDC-DBCC538C5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853B3-9E41-445A-BB9B-3D9517776C9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4642DA-018C-00EB-BF71-6DC5E6137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75A636-772A-C702-4E1D-9C323B984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AFD5-838D-4819-B5C9-369FC99794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6650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1D9A09-4DA7-F875-F1BC-E99AAD3F7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0F3B51-63AA-4A4A-31F0-7D599091C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D5397A-5F79-1E1D-038D-038B4375E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853B3-9E41-445A-BB9B-3D9517776C9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A14337-225E-98F1-4C18-1602F0A8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63B3BB-7F7F-90AE-DBE4-B9180E636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AFD5-838D-4819-B5C9-369FC99794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953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5D9D21-0160-A170-8B45-E47ACCDA0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A6F11D-5D98-762D-1431-C227227D3B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EE19D0-221B-1FFD-09B0-CE208F4E09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E47A3B-8FEF-AF0A-F47D-8EC77981C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853B3-9E41-445A-BB9B-3D9517776C9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BC13DD-8AAE-AA28-2D79-6B74A81F0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571741-EEF6-CEB4-3E96-A18E5A3F6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AFD5-838D-4819-B5C9-369FC99794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7350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D77232-F540-2E70-CB99-9D203D24F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58A291-3D55-C105-8147-D3863967B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57AA6B6-076E-BD77-F248-43D523B47F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C4782CA-0667-344C-E58B-5BB4ABBEF1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B9D27F8-FDE6-A157-79F9-A18722D4DD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2509A50-C631-0128-7291-8AF4970CE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853B3-9E41-445A-BB9B-3D9517776C9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8ECBB9A-7EB3-A925-E7E5-865B13B84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36040FE-29DD-0E5A-98B2-1B4D8E532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AFD5-838D-4819-B5C9-369FC99794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377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1C587E-005A-0F54-A02C-71076A2ED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3939CCE-65BB-0748-CDC6-3B7A8544C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853B3-9E41-445A-BB9B-3D9517776C9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33287FC-9AC2-FEF5-4605-3E3821D0D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EE1E4E3-4094-9ACB-6666-451138D11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AFD5-838D-4819-B5C9-369FC99794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0002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ED1E88E-D5D5-E32E-FAEE-446D02312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853B3-9E41-445A-BB9B-3D9517776C9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64C63C1-6204-66EA-B1E0-6750A2A75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C10EFA-C9D1-0DB2-4D4E-60E160161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AFD5-838D-4819-B5C9-369FC99794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0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75D3B2-8839-901E-9525-35E828CE3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1BD721-F9EC-7BE7-2132-8ECA411EE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F63819-1DEB-5526-1DC7-9C22698EB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A9B973-F596-8995-6522-DB1204E3C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853B3-9E41-445A-BB9B-3D9517776C9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323F07-4A36-0DB8-D54D-3352D0077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6CBE74-2377-ED2A-5884-8F35F397D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AFD5-838D-4819-B5C9-369FC99794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076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3E4409-5271-DD55-BFDD-C0B323AE6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26BE383-CE70-EB70-8855-6CCF124FB1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E95E07-995B-7889-E2EC-683EB683C8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1FBA5E-731C-3D7B-FAC1-0ED853B5B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853B3-9E41-445A-BB9B-3D9517776C9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4A1FDC-E7F3-2FC1-6C35-94954908B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325068-6568-B79E-B34E-FFED9966E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AFD5-838D-4819-B5C9-369FC99794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5364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8BD09C-02CA-F54D-DD1D-68F3A3D0C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4392739-0241-E104-B258-963D320C4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D56748-3C42-2AAD-4DDA-08F4612F5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853B3-9E41-445A-BB9B-3D9517776C9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D1B950-138D-7418-D8D4-1C05A08B5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88EC55-9102-0C19-DF40-061606494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AFD5-838D-4819-B5C9-369FC99794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7211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42D2FC7-5883-27F1-BD28-D32C3DADE7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92A4C87-91D8-C2C4-A4F4-702F1CA48C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774539-4EAB-4D32-4C2B-0F6B57E77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853B3-9E41-445A-BB9B-3D9517776C9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AC52A3-B8C1-92CA-219A-D5623C215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3F96F6-9DA0-A857-B7C3-006EC0098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AFD5-838D-4819-B5C9-369FC99794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6532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C8E2710-609E-87B4-E8EA-3B4AC417D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1C5162-4C0B-6043-9EC5-A4CE1B93A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AB3D20-E589-2499-69A7-BFC2046588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2853B3-9E41-445A-BB9B-3D9517776C98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4EBB7C-9EE4-6C72-D119-796AAA73BE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34BBAD-1A66-F21A-F9A7-A1E78C8550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B8AFD5-838D-4819-B5C9-369FC99794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213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FE33335-3F7F-52FB-AB29-80E060964305}"/>
              </a:ext>
            </a:extLst>
          </p:cNvPr>
          <p:cNvSpPr/>
          <p:nvPr/>
        </p:nvSpPr>
        <p:spPr>
          <a:xfrm>
            <a:off x="381000" y="508000"/>
            <a:ext cx="2667000" cy="2794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BE1290-AE1D-AEAD-50ED-80E7477AB258}"/>
              </a:ext>
            </a:extLst>
          </p:cNvPr>
          <p:cNvSpPr/>
          <p:nvPr/>
        </p:nvSpPr>
        <p:spPr>
          <a:xfrm>
            <a:off x="381000" y="3683000"/>
            <a:ext cx="2667000" cy="27940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D32000-EDE7-4881-13BD-0E11301E6D79}"/>
              </a:ext>
            </a:extLst>
          </p:cNvPr>
          <p:cNvSpPr/>
          <p:nvPr/>
        </p:nvSpPr>
        <p:spPr>
          <a:xfrm>
            <a:off x="3302000" y="508000"/>
            <a:ext cx="2667000" cy="2794000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E38A72-66D9-9030-8E27-E19E424D892F}"/>
              </a:ext>
            </a:extLst>
          </p:cNvPr>
          <p:cNvSpPr/>
          <p:nvPr/>
        </p:nvSpPr>
        <p:spPr>
          <a:xfrm>
            <a:off x="3302000" y="3683000"/>
            <a:ext cx="2667000" cy="2794000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B42CB45-F122-0C02-2BF0-F984D994500B}"/>
              </a:ext>
            </a:extLst>
          </p:cNvPr>
          <p:cNvSpPr/>
          <p:nvPr/>
        </p:nvSpPr>
        <p:spPr>
          <a:xfrm>
            <a:off x="6223000" y="508000"/>
            <a:ext cx="2667000" cy="2794000"/>
          </a:xfrm>
          <a:prstGeom prst="rect">
            <a:avLst/>
          </a:prstGeom>
          <a:blipFill>
            <a:blip r:embed="rId6"/>
            <a:tile tx="0" ty="0" sx="100000" sy="100000" flip="none" algn="tl"/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86B9ACD-A996-6DAF-AF30-291C7FA58105}"/>
              </a:ext>
            </a:extLst>
          </p:cNvPr>
          <p:cNvSpPr/>
          <p:nvPr/>
        </p:nvSpPr>
        <p:spPr>
          <a:xfrm>
            <a:off x="6223000" y="3683000"/>
            <a:ext cx="2667000" cy="2794000"/>
          </a:xfrm>
          <a:prstGeom prst="rect">
            <a:avLst/>
          </a:prstGeom>
          <a:blipFill>
            <a:blip r:embed="rId7"/>
            <a:tile tx="0" ty="0" sx="100000" sy="100000" flip="none" algn="tl"/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A1732D0-58DE-2B82-C0E0-B42952B8F242}"/>
              </a:ext>
            </a:extLst>
          </p:cNvPr>
          <p:cNvSpPr/>
          <p:nvPr/>
        </p:nvSpPr>
        <p:spPr>
          <a:xfrm>
            <a:off x="9144000" y="508000"/>
            <a:ext cx="2667000" cy="2794000"/>
          </a:xfrm>
          <a:prstGeom prst="rect">
            <a:avLst/>
          </a:prstGeom>
          <a:blipFill>
            <a:blip r:embed="rId8"/>
            <a:tile tx="0" ty="0" sx="100000" sy="100000" flip="none" algn="tl"/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28DE3D0-66AE-0946-00EC-BBA099589687}"/>
              </a:ext>
            </a:extLst>
          </p:cNvPr>
          <p:cNvSpPr/>
          <p:nvPr/>
        </p:nvSpPr>
        <p:spPr>
          <a:xfrm>
            <a:off x="9144000" y="3683000"/>
            <a:ext cx="2667000" cy="2794000"/>
          </a:xfrm>
          <a:prstGeom prst="rect">
            <a:avLst/>
          </a:prstGeom>
          <a:blipFill>
            <a:blip r:embed="rId9"/>
            <a:tile tx="0" ty="0" sx="100000" sy="100000" flip="none" algn="tl"/>
          </a:blip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202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4476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2026-10-16T19:19:58Z</dcterms:created>
  <dcterms:modified xsi:type="dcterms:W3CDTF">2026-10-16T19:19:58Z</dcterms:modified>
</cp:coreProperties>
</file>