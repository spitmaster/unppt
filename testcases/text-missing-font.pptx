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C8968-18E2-22CC-52ED-DABCA0705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A5DD48-977C-6719-8F6C-C725F3505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816A38-B732-0719-9E70-C1BA4CD0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1914BB-02A1-55D1-94C0-55555CC5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51602-6CC2-3632-1070-8283F79A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6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FDFCC-6655-46A4-5DD4-C36B3FFB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59EF86-A8E2-6804-D0DA-BC35A1D9C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AAA14-9AB6-8643-0182-F3E7B5D4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0EA452-3A25-5B34-A760-88359CF0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67656E-AEF7-C815-8237-D44D06D8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70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32882-9ABB-92EF-4947-EAC13E66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EA494F-49D2-727D-3DE3-225940DFF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21D6D-0765-0CD8-14F9-5E816671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A4E462-A09C-BA60-CEDE-A1125EED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BA550B-9F6F-6A3C-41AB-ABBE4BDC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74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FF92-281A-3C49-30CB-984E2FB5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7C8716-E90B-7696-23FD-CE9636863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C7D8E3-0FDE-0AE1-0EBE-8B6D0D29E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3C10A7-E1AE-C168-AE30-81CE78A95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B2EEBA-0B69-BED4-007A-73F98050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9427B2-859C-8BE9-518F-5B60A51B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8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A8849-FE8B-CC68-3730-706CA539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B2849-5527-DCA7-9E3A-A13B1DE3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A51486-45BA-31DF-B83C-1E46F8EFA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0E989D-4759-D104-633D-570207C23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7BEAC4-1E23-377A-1F29-2F5FB9CF0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293A50-1BEA-9E34-7060-893EFB94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892717-E4FC-8CEC-2DED-116D3553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22528E-131F-4A87-DE84-229B53C0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2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DEACB-A09C-8778-5DF7-0B240A0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1770AC-0475-8AEB-0574-03C59D091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FC28E8-F387-FB52-B780-761D48378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E1C96E-2B75-4000-A742-A4AB10CC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99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5BB570-92A3-EFBB-72AF-D52CE6BC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31A7AD-28A0-D3FB-D80B-734ACE3A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FB9353-1356-2651-5C26-42C8E1E4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92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52245-B354-D95A-CCA9-612989901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31DFE4-8B50-D36A-D953-AFF60E450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647FF8-9189-7B00-085C-C6013766F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A933BB-90E8-7C21-C36C-62B3B869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A9A438-A5FC-70FF-0D73-35DDA11E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8DECF0-0CDE-DCF7-F740-A898B994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8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CB120-12C6-DEF6-5E8C-B2B1AE25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A1CC42-A1C6-6C32-80C7-6CBF4B959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A66423-BD85-D92C-5D85-DD936A731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E46093-89C6-901B-6D98-19E04CDF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B7344E-E208-E95D-D0E9-7BBD2378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9CE1C-1B37-C062-64D9-77ECC860F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40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FB912-C92F-A4EB-ED99-8AAC2FCF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45A28C-1AAA-D35E-6CAD-76BA3B544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B4A808-66B8-1DC5-4FBF-4F97D0BF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8FAF0-3A4B-57C5-FED4-22009D49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5F6AC-6AC9-843C-67CA-154658C2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68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E8E368-1D37-CD97-78E2-F6FED4BFD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C312AB-7507-BDBF-7090-DB285753F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E0A24-1323-67C7-B127-4EB3A007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A78502-D915-649C-3D1B-494D754F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9E6A95-7D3E-624A-406A-861AD0B4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1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E50F1C-2DB4-6900-853D-393E10E0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CB5F47-B896-1588-1D00-3CD8C8B60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BF167-183D-87E5-BAE2-295F65D19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3FE9F-3FEF-41E5-957E-25BB9AEA9EB6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F8C21-4093-1325-20FE-FEDC470F8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71F7F-C592-AD53-B1B0-672E9CB8E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AC3C7-DE78-4B4F-A494-48BC2575B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403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D5E19E-E070-C487-DDBE-31D681F804F7}"/>
              </a:ext>
            </a:extLst>
          </p:cNvPr>
          <p:cNvSpPr txBox="1"/>
          <p:nvPr/>
        </p:nvSpPr>
        <p:spPr>
          <a:xfrm>
            <a:off x="254000" y="254000"/>
            <a:ext cx="1143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NoSuchFont CN Light"/>
              </a:rPr>
              <a:t>缺失字体测试 中文 </a:t>
            </a:r>
            <a:r>
              <a:rPr lang="en-US" altLang="zh-CN" sz="2400">
                <a:latin typeface="NoSuchFont CN Light"/>
              </a:rPr>
              <a:t>English 123</a:t>
            </a:r>
            <a:endParaRPr lang="zh-CN" altLang="en-US" sz="2400">
              <a:latin typeface="NoSuchFont CN Ligh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943108-047F-6D9E-C7F9-518D958F9B3F}"/>
              </a:ext>
            </a:extLst>
          </p:cNvPr>
          <p:cNvSpPr txBox="1"/>
          <p:nvPr/>
        </p:nvSpPr>
        <p:spPr>
          <a:xfrm>
            <a:off x="254000" y="1270000"/>
            <a:ext cx="1143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缺失字体测试 中文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123</a:t>
            </a:r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656C95-22AB-127A-F9BC-7BC17A510FC2}"/>
              </a:ext>
            </a:extLst>
          </p:cNvPr>
          <p:cNvSpPr txBox="1"/>
          <p:nvPr/>
        </p:nvSpPr>
        <p:spPr>
          <a:xfrm>
            <a:off x="254000" y="2286000"/>
            <a:ext cx="1143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缺失字体测试 中文 </a:t>
            </a:r>
            <a:r>
              <a:rPr lang="en-US" altLang="zh-CN" sz="2400">
                <a:latin typeface="DengXian" panose="02010600030101010101" pitchFamily="2" charset="-122"/>
                <a:ea typeface="DengXian" panose="02010600030101010101" pitchFamily="2" charset="-122"/>
              </a:rPr>
              <a:t>English 123</a:t>
            </a:r>
            <a:endParaRPr lang="zh-CN" altLang="en-US" sz="240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C597A2-DC23-3743-ECAB-F71A9E211E55}"/>
              </a:ext>
            </a:extLst>
          </p:cNvPr>
          <p:cNvSpPr txBox="1"/>
          <p:nvPr/>
        </p:nvSpPr>
        <p:spPr>
          <a:xfrm>
            <a:off x="254000" y="3302000"/>
            <a:ext cx="1143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缺失字体测试 中文 </a:t>
            </a:r>
            <a:r>
              <a:rPr lang="en-US" altLang="zh-CN" sz="2400">
                <a:latin typeface="SimSun" panose="02010600030101010101" pitchFamily="2" charset="-122"/>
                <a:ea typeface="SimSun" panose="02010600030101010101" pitchFamily="2" charset="-122"/>
              </a:rPr>
              <a:t>English 123</a:t>
            </a:r>
            <a:endParaRPr lang="zh-CN" alt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B04F21-BF56-2F86-335E-5B9C87C0736B}"/>
              </a:ext>
            </a:extLst>
          </p:cNvPr>
          <p:cNvSpPr txBox="1"/>
          <p:nvPr/>
        </p:nvSpPr>
        <p:spPr>
          <a:xfrm>
            <a:off x="254000" y="4318000"/>
            <a:ext cx="1143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Arial" panose="020B0604020202020204" pitchFamily="34" charset="0"/>
              </a:rPr>
              <a:t>缺失字体测试 中文 </a:t>
            </a:r>
            <a:r>
              <a:rPr lang="en-US" altLang="zh-CN" sz="2400">
                <a:latin typeface="Arial" panose="020B0604020202020204" pitchFamily="34" charset="0"/>
              </a:rPr>
              <a:t>English 123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8BCC07-F3A7-E7A4-F3C3-A07F8CB57150}"/>
              </a:ext>
            </a:extLst>
          </p:cNvPr>
          <p:cNvSpPr txBox="1"/>
          <p:nvPr/>
        </p:nvSpPr>
        <p:spPr>
          <a:xfrm>
            <a:off x="254000" y="5334000"/>
            <a:ext cx="5588000" cy="63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思源黑体 CN Light"/>
              </a:rPr>
              <a:t>缺失字体测试 中文 </a:t>
            </a:r>
            <a:r>
              <a:rPr lang="en-US" altLang="zh-CN">
                <a:latin typeface="思源黑体 CN Light"/>
              </a:rPr>
              <a:t>English 123</a:t>
            </a:r>
            <a:endParaRPr lang="zh-CN" altLang="en-US">
              <a:latin typeface="思源黑体 CN Ligh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E2140E-FE61-3921-3F37-83AED7607FE4}"/>
              </a:ext>
            </a:extLst>
          </p:cNvPr>
          <p:cNvSpPr txBox="1"/>
          <p:nvPr/>
        </p:nvSpPr>
        <p:spPr>
          <a:xfrm>
            <a:off x="6096000" y="5334000"/>
            <a:ext cx="5588000" cy="63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思源黑体 CN Bold"/>
              </a:rPr>
              <a:t>缺失字体测试 中文 </a:t>
            </a:r>
            <a:r>
              <a:rPr lang="en-US" altLang="zh-CN">
                <a:latin typeface="思源黑体 CN Bold"/>
              </a:rPr>
              <a:t>English 123</a:t>
            </a:r>
            <a:endParaRPr lang="zh-CN" altLang="en-US">
              <a:latin typeface="思源黑体 CN Bold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8DE0D4-5790-456B-B8D3-117C731D15BD}"/>
              </a:ext>
            </a:extLst>
          </p:cNvPr>
          <p:cNvSpPr txBox="1"/>
          <p:nvPr/>
        </p:nvSpPr>
        <p:spPr>
          <a:xfrm>
            <a:off x="254000" y="6096000"/>
            <a:ext cx="5588000" cy="635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某某黑体"/>
              </a:rPr>
              <a:t>缺失字体测试 中文 </a:t>
            </a:r>
            <a:r>
              <a:rPr lang="en-US" altLang="zh-CN">
                <a:latin typeface="某某黑体"/>
              </a:rPr>
              <a:t>English 123</a:t>
            </a:r>
            <a:endParaRPr lang="zh-CN" altLang="en-US">
              <a:latin typeface="某某黑体"/>
            </a:endParaRPr>
          </a:p>
        </p:txBody>
      </p:sp>
    </p:spTree>
    <p:extLst>
      <p:ext uri="{BB962C8B-B14F-4D97-AF65-F5344CB8AC3E}">
        <p14:creationId xmlns:p14="http://schemas.microsoft.com/office/powerpoint/2010/main" val="166884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NoSuchFont CN Light</vt:lpstr>
      <vt:lpstr>DengXian</vt:lpstr>
      <vt:lpstr>DengXian</vt:lpstr>
      <vt:lpstr>等线 Light</vt:lpstr>
      <vt:lpstr>某某黑体</vt:lpstr>
      <vt:lpstr>思源黑体 CN Bold</vt:lpstr>
      <vt:lpstr>思源黑体 CN Light</vt:lpstr>
      <vt:lpstr>SimSun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2026-10-12T11:56:46Z</dcterms:created>
  <dcterms:modified xsi:type="dcterms:W3CDTF">2026-10-12T11:56:46Z</dcterms:modified>
</cp:coreProperties>
</file>