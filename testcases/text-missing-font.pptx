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25E1A1-1433-B8BF-7476-AF6572367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8B90282-D354-C937-5052-A207BE6C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490FE8-A9FD-5915-B47F-5B80D1622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C05B4A-E769-EF0A-445B-EF8770AAD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22DE4E-CAD5-6E61-4335-04654803D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341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EBBD7F-33EA-49EF-990C-926B841F7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619C75-E509-7822-4011-D0274D23B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DBC900-C65D-4206-FA3F-7DE4DC7DD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12933F-468F-BB9C-5A70-E7451A825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754273-6C02-A778-4536-0D5129790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6489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4B6998-22F4-F4E7-FF9B-A85F79A0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B52725-B4F9-A404-4EF1-27CEB26CF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FB0CFB-BB50-0FD2-E9F2-059645229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21D92D-621B-89B6-FA22-D1F4BB9CE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3FBFF9-DB11-BAE0-D495-7E3C1D99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6971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8FBEC8-C5E6-091F-C9A7-574B0AF16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E99CB1-B0A4-B5C7-6350-46BE3A2DE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D07281-0D59-88AD-FAE0-F9C2524D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03D5AB-8352-EC1A-7764-6E69DE6F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F17EFD-5263-BEF1-E44D-946303253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D2F245-05CD-BE41-3265-34066190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358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FA9CD0-C489-B84E-7356-B2F6B0AF9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950534-E321-F938-A6F3-49DF895E2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3ACE7EA-8C86-4801-E880-D9277C498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545ACE0-5020-FB10-0E54-99DE1D4F33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6A91571-D518-7F77-3B34-9518E70BEF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8186888-18A6-2116-A81E-2C76F7BDB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A2FEB5E-8646-4371-7DEF-6C31E0FA0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C7A10EF-9E4C-D68D-7434-F458C1F3A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6919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01F46B-A894-F03B-51ED-02566D76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FF3898-A792-B782-1CAC-1FB3B6E4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DFE6757-0D15-074A-E60C-2980B9912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0399D30-B9C8-3DC2-E916-433BDCD93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821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3EB975C-EB1A-F198-003E-08957BBB8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837CA1B-5121-3984-AAD2-C947C0C1B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279477-C97C-DBA0-71F6-60BE97AA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927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60AEFE-9E62-DE2A-285F-FB1FCC75F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B24B2A-26D3-2F3D-2233-01E79D19E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1069AB-52AA-AED7-B8C2-21643CBB5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991083-CE0E-B43A-A577-67922B851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D05F64-4C6D-E35E-6862-930E858B7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2A3359-35FF-4102-8DF1-D5BCEDBA7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0456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BAA588-4460-164A-19A6-4E7A7B0B6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24611C2-5725-4062-8BF8-F8CDEC4D65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F1981FD-1216-4595-909C-0476D1678B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E177DD-A064-D9BA-02E6-4C3E60036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6270C1-6FAC-DE7A-E076-CCA26D403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BC33BC-6045-4634-C962-B2FD4F1E0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626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D375C-96B2-6616-5295-3ADB6B1B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6B7EE3-3ADE-EC4B-19D1-5A68CA8CE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B138C7-96FF-E7E2-7628-13297CFD1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609BDF-AE81-399D-8034-1B5899716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E925A1-FE20-C358-0E56-928BF38F8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2348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91BDC6-05AF-310F-7DC6-B7EA342643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2EC615B-88AE-66E7-FA55-D741B6CB0D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3B1CA1-6243-DF55-6219-60A989875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3DF734-4631-B20F-9800-31CAF4C99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6546C8-5E58-ED24-A097-5F2AEE30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528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813F6A0-5858-44CE-D38E-F21AF068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E55671-2DEE-375D-2390-D89409F1AE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5FE78C-A591-9C18-6D43-090AF94BD2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5B5228-157C-4A61-B94F-7D39B61223F1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F09493-AA56-026D-F944-C8C8152C8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F105D1-C00C-B075-E9C7-369E220FF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784516-1282-408B-B9C0-B358D54563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7299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FD1BE4B-5E21-D155-8C57-9D0CF418EF48}"/>
              </a:ext>
            </a:extLst>
          </p:cNvPr>
          <p:cNvSpPr txBox="1"/>
          <p:nvPr/>
        </p:nvSpPr>
        <p:spPr>
          <a:xfrm>
            <a:off x="254000" y="254000"/>
            <a:ext cx="1143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400">
                <a:latin typeface="NoSuchFont CN Light"/>
              </a:rPr>
              <a:t>缺失字体测试 中文 </a:t>
            </a:r>
            <a:r>
              <a:rPr lang="en-US" altLang="zh-CN" sz="2400">
                <a:latin typeface="NoSuchFont CN Light"/>
              </a:rPr>
              <a:t>English 123</a:t>
            </a:r>
            <a:endParaRPr lang="zh-CN" altLang="en-US" sz="2400">
              <a:latin typeface="NoSuchFont CN Ligh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F38F0F5-1BC9-7C31-01FF-4A2A837E472E}"/>
              </a:ext>
            </a:extLst>
          </p:cNvPr>
          <p:cNvSpPr txBox="1"/>
          <p:nvPr/>
        </p:nvSpPr>
        <p:spPr>
          <a:xfrm>
            <a:off x="254000" y="1270000"/>
            <a:ext cx="1143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缺失字体测试 中文 </a:t>
            </a:r>
            <a:r>
              <a:rPr lang="en-US" altLang="zh-CN" sz="2400">
                <a:latin typeface="Microsoft YaHei" panose="020B0503020204020204" pitchFamily="34" charset="-122"/>
                <a:ea typeface="Microsoft YaHei" panose="020B0503020204020204" pitchFamily="34" charset="-122"/>
              </a:rPr>
              <a:t>English 123</a:t>
            </a:r>
            <a:endParaRPr lang="zh-CN" altLang="en-US" sz="24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89D64E2-9302-B16D-B94A-E8185196031E}"/>
              </a:ext>
            </a:extLst>
          </p:cNvPr>
          <p:cNvSpPr txBox="1"/>
          <p:nvPr/>
        </p:nvSpPr>
        <p:spPr>
          <a:xfrm>
            <a:off x="254000" y="2286000"/>
            <a:ext cx="1143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400">
                <a:latin typeface="DengXian" panose="02010600030101010101" pitchFamily="2" charset="-122"/>
                <a:ea typeface="DengXian" panose="02010600030101010101" pitchFamily="2" charset="-122"/>
              </a:rPr>
              <a:t>缺失字体测试 中文 </a:t>
            </a:r>
            <a:r>
              <a:rPr lang="en-US" altLang="zh-CN" sz="2400">
                <a:latin typeface="DengXian" panose="02010600030101010101" pitchFamily="2" charset="-122"/>
                <a:ea typeface="DengXian" panose="02010600030101010101" pitchFamily="2" charset="-122"/>
              </a:rPr>
              <a:t>English 123</a:t>
            </a:r>
            <a:endParaRPr lang="zh-CN" altLang="en-US" sz="2400"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A37329-7D27-8090-AE6E-40201361EA91}"/>
              </a:ext>
            </a:extLst>
          </p:cNvPr>
          <p:cNvSpPr txBox="1"/>
          <p:nvPr/>
        </p:nvSpPr>
        <p:spPr>
          <a:xfrm>
            <a:off x="254000" y="3302000"/>
            <a:ext cx="1143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400">
                <a:latin typeface="SimSun" panose="02010600030101010101" pitchFamily="2" charset="-122"/>
                <a:ea typeface="SimSun" panose="02010600030101010101" pitchFamily="2" charset="-122"/>
              </a:rPr>
              <a:t>缺失字体测试 中文 </a:t>
            </a:r>
            <a:r>
              <a:rPr lang="en-US" altLang="zh-CN" sz="2400">
                <a:latin typeface="SimSun" panose="02010600030101010101" pitchFamily="2" charset="-122"/>
                <a:ea typeface="SimSun" panose="02010600030101010101" pitchFamily="2" charset="-122"/>
              </a:rPr>
              <a:t>English 123</a:t>
            </a:r>
            <a:endParaRPr lang="zh-CN" altLang="en-US" sz="2400"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A59C7D4-B4C8-27C0-86C6-7E19D1B22BF5}"/>
              </a:ext>
            </a:extLst>
          </p:cNvPr>
          <p:cNvSpPr txBox="1"/>
          <p:nvPr/>
        </p:nvSpPr>
        <p:spPr>
          <a:xfrm>
            <a:off x="254000" y="4318000"/>
            <a:ext cx="11430000" cy="762000"/>
          </a:xfrm>
          <a:prstGeom prst="rect">
            <a:avLst/>
          </a:prstGeom>
          <a:noFill/>
          <a:ln w="6350">
            <a:solidFill>
              <a:srgbClr val="C8C8C8"/>
            </a:solidFill>
          </a:ln>
        </p:spPr>
        <p:txBody>
          <a:bodyPr vert="horz" wrap="square" rtlCol="0" anchor="t">
            <a:noAutofit/>
          </a:bodyPr>
          <a:lstStyle/>
          <a:p>
            <a:r>
              <a:rPr lang="zh-CN" altLang="en-US" sz="2400">
                <a:latin typeface="Arial" panose="020B0604020202020204" pitchFamily="34" charset="0"/>
              </a:rPr>
              <a:t>缺失字体测试 中文 </a:t>
            </a:r>
            <a:r>
              <a:rPr lang="en-US" altLang="zh-CN" sz="2400">
                <a:latin typeface="Arial" panose="020B0604020202020204" pitchFamily="34" charset="0"/>
              </a:rPr>
              <a:t>English 123</a:t>
            </a:r>
            <a:endParaRPr lang="zh-CN" altLang="en-US" sz="24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17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自定义</PresentationFormat>
  <Paragraphs>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NoSuchFont CN Light</vt:lpstr>
      <vt:lpstr>DengXian</vt:lpstr>
      <vt:lpstr>DengXian</vt:lpstr>
      <vt:lpstr>等线 Light</vt:lpstr>
      <vt:lpstr>SimSun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2026-10-12T11:45:57Z</dcterms:created>
  <dcterms:modified xsi:type="dcterms:W3CDTF">2026-10-12T11:45:57Z</dcterms:modified>
</cp:coreProperties>
</file>