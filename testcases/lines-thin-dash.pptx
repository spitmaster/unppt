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C2E63-26A0-4B35-0EB3-BFF4D6722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951BD3-0D83-8D14-ED9E-3A0B25A63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55F29D-9E4D-571A-E5A4-01CF329E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747CE-235F-CA2B-311C-35C34DAC3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33EF3D-CE6D-893D-0BB5-CB4084F89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11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F63EC-174C-3EEF-7616-C58F138E8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671D08-C05D-1EF0-1B54-F37D5013C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335508-711E-2568-90DB-3187E9521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6B35A8-A7D3-DFEF-1BA7-D7F683DD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320FC4-A8CC-A022-4746-7194D4A5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9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440CC-758B-79A9-4EF5-557CAFC0B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5EA9E9-2830-642C-FF53-50D352D59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ADC1C-FEAA-3328-AA52-999EC6936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3056B5-3711-77C9-9B3C-40774B872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99B617-57AA-A5AF-A4B0-3B76C7FB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82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5B3FB-A8F4-6948-4770-F5822D0C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B39805-69D1-D497-0479-D044AF064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7ED406-1CC9-CB0B-4CD5-6A1917F35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EE48F2-C27B-5F1F-FD17-5B4E979F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0CFD62-0C8A-2D1B-C31C-85883F603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878941-9E10-FE88-E4EB-C16C425C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9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5A46F-3D55-7AEA-B064-3D8E29778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5E9D39-AF87-FC3C-8C9C-8E7875AEC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BDE3E7-3044-6B2C-A4DF-48A8AE0E6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777A69-1F83-A40D-1E22-C1D398027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D54BEA-9091-D2D7-32D0-835EEB254E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258474-2DD6-41E0-F14B-D7B3960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A79FD2-CED6-AE83-7C95-6B5BF9E6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3DF8A5-266D-3244-02E5-F65A6E408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386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3231E5-D31A-1CEA-B80B-0A17942A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9A312D-D2B0-5343-C5C0-EF68F1F0C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1B3442-F4C9-0178-C2BE-FA0B3BF29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CE7B7A-0BDA-3753-494A-4FB70ACE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231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385D13-D0A2-446E-246B-84DED791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E641D9-E5FA-3C8B-4D07-05CA60612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2502C4-E472-82B6-6C28-8242DE5F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372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F76E9-B546-2C69-3DE8-C37F4D45F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49B86-64E0-4F14-DB43-F1FE0D8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D4EA4C-48CD-F0A8-1E6C-5A3D72CA6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F50656-51AC-14F4-98FC-2C9EB98B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A8CB68-28E9-6400-DF0A-1C940524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3623C4-0B52-CAA8-E98A-1949D5EE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773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4CB58-992E-575F-E1B1-509E40B4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09D63E-17E3-AA52-416D-C04CC250E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9D02BE-6EE2-97B1-AB52-B94C745C3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FF470-F611-29EA-C194-2376E374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E2ACD0-5B55-D3A4-37C8-45A2A9EE6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5E8291-F5C2-DA82-A680-52D52AC7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34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77014-8ECD-7F7C-B3B1-532497B8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1598A5-167E-2F48-89DF-D661B8FA6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56E19-CF3B-5DEC-DE07-F68A0668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6770A8-AFA1-7D8E-32D5-EDB024C1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71DE76-6969-3BDF-EFDC-4D0079D5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91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0E4CF3-A942-5C33-E2CB-948ED9A2F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8E9C40-3218-ADD6-D5F1-DC1997F58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6CCED-08E2-8A65-0E71-EB10EB34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54CAA4-FD25-34D9-BA0C-FE493E1E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1060CE-7857-71EB-7B72-FB7D9A5D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152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4A5ED9-04B7-738C-42FE-E96258ED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374661-32EF-CCFE-2A4C-51838180E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6821E3-A37F-AF0F-1D03-72FAC7524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AD2EA1-F4DF-4FE7-8C72-030F2E330BE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B99DAD-C472-BA98-F9AD-6E3E4C062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79E889-7241-4B1C-8C40-1DB5BF23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618DB4-20CF-4B1D-B115-11E66CC5D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9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47F634CC-5960-FCAB-67E1-89A609C34573}"/>
              </a:ext>
            </a:extLst>
          </p:cNvPr>
          <p:cNvCxnSpPr/>
          <p:nvPr/>
        </p:nvCxnSpPr>
        <p:spPr>
          <a:xfrm>
            <a:off x="381000" y="508000"/>
            <a:ext cx="2540000" cy="0"/>
          </a:xfrm>
          <a:prstGeom prst="line">
            <a:avLst/>
          </a:prstGeom>
          <a:ln w="6350" cap="rnd">
            <a:solidFill>
              <a:srgbClr val="00000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03E6D07-5BEF-1658-E5AD-46F7DB026BB0}"/>
              </a:ext>
            </a:extLst>
          </p:cNvPr>
          <p:cNvCxnSpPr/>
          <p:nvPr/>
        </p:nvCxnSpPr>
        <p:spPr>
          <a:xfrm>
            <a:off x="3302000" y="508000"/>
            <a:ext cx="2540000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056B27E-32AB-9C44-8049-CD76C0544019}"/>
              </a:ext>
            </a:extLst>
          </p:cNvPr>
          <p:cNvCxnSpPr/>
          <p:nvPr/>
        </p:nvCxnSpPr>
        <p:spPr>
          <a:xfrm>
            <a:off x="6223000" y="508000"/>
            <a:ext cx="2540000" cy="0"/>
          </a:xfrm>
          <a:prstGeom prst="line">
            <a:avLst/>
          </a:prstGeom>
          <a:ln w="6350" cap="sq">
            <a:solidFill>
              <a:srgbClr val="00000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9F3C53F-22D6-A538-C41A-09E166B9716F}"/>
              </a:ext>
            </a:extLst>
          </p:cNvPr>
          <p:cNvCxnSpPr/>
          <p:nvPr/>
        </p:nvCxnSpPr>
        <p:spPr>
          <a:xfrm>
            <a:off x="9144000" y="508000"/>
            <a:ext cx="2540000" cy="0"/>
          </a:xfrm>
          <a:prstGeom prst="line">
            <a:avLst/>
          </a:prstGeom>
          <a:ln w="6350">
            <a:solidFill>
              <a:srgbClr val="00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01A0EF2-C72D-1D2D-4207-5500B5C1F94E}"/>
              </a:ext>
            </a:extLst>
          </p:cNvPr>
          <p:cNvCxnSpPr/>
          <p:nvPr/>
        </p:nvCxnSpPr>
        <p:spPr>
          <a:xfrm>
            <a:off x="381000" y="1143000"/>
            <a:ext cx="2540000" cy="0"/>
          </a:xfrm>
          <a:prstGeom prst="line">
            <a:avLst/>
          </a:prstGeom>
          <a:ln w="9525" cap="rnd">
            <a:solidFill>
              <a:srgbClr val="00000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00A6CF9-5907-0230-88B6-C6B0676BD344}"/>
              </a:ext>
            </a:extLst>
          </p:cNvPr>
          <p:cNvCxnSpPr/>
          <p:nvPr/>
        </p:nvCxnSpPr>
        <p:spPr>
          <a:xfrm>
            <a:off x="3302000" y="1143000"/>
            <a:ext cx="2540000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DE0F94A-C262-9F94-B9DD-3D8E23257FEA}"/>
              </a:ext>
            </a:extLst>
          </p:cNvPr>
          <p:cNvCxnSpPr/>
          <p:nvPr/>
        </p:nvCxnSpPr>
        <p:spPr>
          <a:xfrm>
            <a:off x="6223000" y="1143000"/>
            <a:ext cx="2540000" cy="0"/>
          </a:xfrm>
          <a:prstGeom prst="line">
            <a:avLst/>
          </a:prstGeom>
          <a:ln w="9525" cap="sq">
            <a:solidFill>
              <a:srgbClr val="00000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2031FBC-9011-B187-CA89-3BBE37B2BFD5}"/>
              </a:ext>
            </a:extLst>
          </p:cNvPr>
          <p:cNvCxnSpPr/>
          <p:nvPr/>
        </p:nvCxnSpPr>
        <p:spPr>
          <a:xfrm>
            <a:off x="9144000" y="1143000"/>
            <a:ext cx="2540000" cy="0"/>
          </a:xfrm>
          <a:prstGeom prst="line">
            <a:avLst/>
          </a:prstGeom>
          <a:ln w="9525">
            <a:solidFill>
              <a:srgbClr val="00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2C7B5F7-FA5E-9E1F-1492-07391D53C2EC}"/>
              </a:ext>
            </a:extLst>
          </p:cNvPr>
          <p:cNvCxnSpPr/>
          <p:nvPr/>
        </p:nvCxnSpPr>
        <p:spPr>
          <a:xfrm>
            <a:off x="381000" y="1778000"/>
            <a:ext cx="2540000" cy="0"/>
          </a:xfrm>
          <a:prstGeom prst="line">
            <a:avLst/>
          </a:prstGeom>
          <a:ln w="12700" cap="rnd">
            <a:solidFill>
              <a:srgbClr val="00000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B94016C-D25B-596E-5436-CD431399F02C}"/>
              </a:ext>
            </a:extLst>
          </p:cNvPr>
          <p:cNvCxnSpPr/>
          <p:nvPr/>
        </p:nvCxnSpPr>
        <p:spPr>
          <a:xfrm>
            <a:off x="3302000" y="1778000"/>
            <a:ext cx="254000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B617499-4443-68A3-FB9F-F9255EA59C3B}"/>
              </a:ext>
            </a:extLst>
          </p:cNvPr>
          <p:cNvCxnSpPr/>
          <p:nvPr/>
        </p:nvCxnSpPr>
        <p:spPr>
          <a:xfrm>
            <a:off x="6223000" y="1778000"/>
            <a:ext cx="2540000" cy="0"/>
          </a:xfrm>
          <a:prstGeom prst="line">
            <a:avLst/>
          </a:prstGeom>
          <a:ln w="12700" cap="sq">
            <a:solidFill>
              <a:srgbClr val="00000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B0F7967-A5E1-4183-9210-0FFAFC448B81}"/>
              </a:ext>
            </a:extLst>
          </p:cNvPr>
          <p:cNvCxnSpPr/>
          <p:nvPr/>
        </p:nvCxnSpPr>
        <p:spPr>
          <a:xfrm>
            <a:off x="9144000" y="1778000"/>
            <a:ext cx="2540000" cy="0"/>
          </a:xfrm>
          <a:prstGeom prst="line">
            <a:avLst/>
          </a:prstGeom>
          <a:ln w="12700">
            <a:solidFill>
              <a:srgbClr val="00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C57574FD-E643-4E9E-9856-384718DE7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856342"/>
              </p:ext>
            </p:extLst>
          </p:nvPr>
        </p:nvGraphicFramePr>
        <p:xfrm>
          <a:off x="508000" y="2794000"/>
          <a:ext cx="1117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35565127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57875997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02159295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78659207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12760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18185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rnd" cmpd="sng">
                      <a:solidFill>
                        <a:srgbClr val="000000"/>
                      </a:solidFill>
                      <a:prstDash val="dot"/>
                    </a:lnL>
                    <a:lnR w="6350" cap="rnd" cmpd="sng">
                      <a:solidFill>
                        <a:srgbClr val="000000"/>
                      </a:solidFill>
                      <a:prstDash val="dot"/>
                    </a:lnR>
                    <a:lnT w="6350" cap="rnd" cmpd="sng">
                      <a:solidFill>
                        <a:srgbClr val="000000"/>
                      </a:solidFill>
                      <a:prstDash val="dot"/>
                    </a:lnT>
                    <a:lnB w="6350" cap="rnd" cmpd="sng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148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135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2026-10-19T07:15:20Z</dcterms:created>
  <dcterms:modified xsi:type="dcterms:W3CDTF">2026-10-19T07:15:20Z</dcterms:modified>
</cp:coreProperties>
</file>