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430927-5413-3FC4-3271-50CCCCD86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99FF72F-BA1F-8A4F-E7F0-B0D29BC271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4B8E7E-A48A-7615-A9DE-5F7A92938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4D240-677C-4E19-B696-772117A20CF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70B074-AD54-339C-E4E8-E46C4A0C1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646044-08DB-FDAD-4554-42261F822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EB049-6059-4631-AA0F-0ABB31202D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5406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0A2EFF-9664-AEA7-9095-EB3BF757B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CE57D7-81E6-1676-05E2-08C98B23B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EE9E2D-3523-CEDC-854B-E3F9EDE6C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4D240-677C-4E19-B696-772117A20CF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8C9829-C5D7-CB33-4E73-65D297894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DEAEA4-BF6D-B44A-62FD-BA8A96833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EB049-6059-4631-AA0F-0ABB31202D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2424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CC3C5C-48E2-8E9A-48E3-992AB8A82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F2BD33-D844-F06B-FAAF-A753286DB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3F6269-F40C-7AC5-7D24-89FCD0C82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4D240-677C-4E19-B696-772117A20CF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BAC7E9-4C0E-8302-CBA1-2CE79FE68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E73EEB-E7D7-F231-AC97-7D6063A0B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EB049-6059-4631-AA0F-0ABB31202D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7430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C2D828-CFF1-B507-B054-0392F09F0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3C3A48-E868-EC3A-B71B-EFFDBC1718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9B6EBE3-F55E-6D6E-F47A-38C7F38D8F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D35773-E31A-FA88-059E-56933E770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4D240-677C-4E19-B696-772117A20CF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EBB605-50F0-5F00-DAE0-E4EE8EB47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C4AD91-F4B9-D221-A8A1-BFFCA9E38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EB049-6059-4631-AA0F-0ABB31202D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5244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7C90ED-1A62-5D9A-D8E5-FB96329EA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6DCB22-7678-D1F7-DB76-9EE53C938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3551F32-25C7-9915-E2FD-CCABFBDA87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44F6A79-5EDA-E3DC-86D0-8A575EDC5F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97C9FFC-BFA0-3515-32C4-AAC9853840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613C425-DB0A-F783-DE13-D5FB69ECF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4D240-677C-4E19-B696-772117A20CF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AC08371-CCD4-87D9-EDC3-248A74C4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B31A9FF-9205-2804-9495-681980187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EB049-6059-4631-AA0F-0ABB31202D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8892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815BB7-B16C-291D-EB80-88B9E3706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BE4B685-22AC-A8D0-B3CA-DDF73C9E9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4D240-677C-4E19-B696-772117A20CF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F037B1C-429E-C43F-3F16-4EC24DEEF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DF32848-3365-B435-8D2E-96C21D9C4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EB049-6059-4631-AA0F-0ABB31202D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534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B890C53-A944-C035-6292-DD4C1B732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4D240-677C-4E19-B696-772117A20CF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68A56FF-FB81-C3EF-5348-CD7C8CC7E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89C13E-94E3-3AC6-72E8-3EBB70E81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EB049-6059-4631-AA0F-0ABB31202D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6536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E96954-5194-7E80-DA05-D525F3F40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4AAA2C-0FD7-CA6D-700F-2F1D14AFC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3EDC3D-B46B-3E25-54DD-8E137F1C7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127144-53D1-6A5B-0F81-F37B8A8B3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4D240-677C-4E19-B696-772117A20CF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791CB17-6C19-E5C3-0119-21119044F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7A6A7EF-8AE9-67A4-6E0F-4F2C670F1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EB049-6059-4631-AA0F-0ABB31202D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3030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12C85E-72E9-9F91-F570-2F83F1C73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E5D5EBB-783F-759A-42E4-2AD4B2880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2370E5F-7896-F8B9-CD8F-8C53AB7A9E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56171F-F3BE-0E0E-50C5-66BFDE70A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4D240-677C-4E19-B696-772117A20CF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757A21-2BF6-6104-718E-B9E657F5F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70ECC2-3017-51EC-F117-31A2FAABA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EB049-6059-4631-AA0F-0ABB31202D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616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CBE82E-64E2-C944-5ACC-2CA60B030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787372-4955-A05C-607F-0EB1875A16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A7F65C-742A-F42B-E4B8-D16438D04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4D240-677C-4E19-B696-772117A20CF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F23CE4-E150-6CFF-A3AF-9D00C45A6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1FF93E-45D7-8C9F-E1E3-064723739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EB049-6059-4631-AA0F-0ABB31202D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683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920FF96-E231-AC94-5B2A-FCCCEAA9AA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4812055-03E3-C4FB-6CFF-CA445AC73A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5CDA00-370D-78CB-07E8-BBC3AD4A5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4D240-677C-4E19-B696-772117A20CF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734FF2-3475-FE4E-81AF-B6A4D0D70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E7020F-09D7-1C9E-9174-413544556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EB049-6059-4631-AA0F-0ABB31202D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448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2A2E5F7-0848-E33A-83F9-1E61E121D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A48C44-BDE4-D96A-207B-3D2032C5AC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FCF85E-DDB4-5257-AF66-18EFA31E75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84D240-677C-4E19-B696-772117A20CF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BABBE5-B973-A390-D6F8-A942D1A4A0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E00C14-FBA7-5A7A-F587-2B1E78A177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6EB049-6059-4631-AA0F-0ABB31202D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538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4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1CE4704-8AA5-0634-593A-A7BF12032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EB049-6059-4631-AA0F-0ABB31202D08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DF1855F-6835-EE74-69AE-B8F0EC93F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页脚 </a:t>
            </a:r>
            <a:r>
              <a:rPr lang="en-US" altLang="zh-CN"/>
              <a:t>Footer</a:t>
            </a:r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9DAE9D-11C5-633A-3126-02D36775D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日期 </a:t>
            </a:r>
            <a:r>
              <a:rPr lang="en-US" altLang="zh-CN"/>
              <a:t>Date</a:t>
            </a:r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E4E8464-A8AF-1BD6-715D-73C74FCDDDEC}"/>
              </a:ext>
            </a:extLst>
          </p:cNvPr>
          <p:cNvSpPr txBox="1"/>
          <p:nvPr/>
        </p:nvSpPr>
        <p:spPr>
          <a:xfrm>
            <a:off x="762000" y="762000"/>
            <a:ext cx="5080000" cy="76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rPr>
              <a:t>文本框 </a:t>
            </a:r>
            <a:r>
              <a:rPr lang="en-US" altLang="zh-CN">
                <a:latin typeface="Microsoft YaHei" panose="020B0503020204020204" pitchFamily="34" charset="-122"/>
                <a:ea typeface="Microsoft YaHei" panose="020B0503020204020204" pitchFamily="34" charset="-122"/>
              </a:rPr>
              <a:t>Textbox</a:t>
            </a:r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A327D78-BFAA-9362-1FA3-45C6A8347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130764"/>
              </p:ext>
            </p:extLst>
          </p:nvPr>
        </p:nvGraphicFramePr>
        <p:xfrm>
          <a:off x="6604000" y="762000"/>
          <a:ext cx="4826000" cy="10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3308974969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3857437613"/>
                    </a:ext>
                  </a:extLst>
                </a:gridCol>
              </a:tblGrid>
              <a:tr h="1016000">
                <a:tc>
                  <a:txBody>
                    <a:bodyPr/>
                    <a:lstStyle/>
                    <a:p>
                      <a:r>
                        <a:rPr lang="zh-CN" altLang="en-US"/>
                        <a:t>表格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Table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554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1769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自定义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2026-10-19T06:19:25Z</dcterms:created>
  <dcterms:modified xsi:type="dcterms:W3CDTF">2026-10-19T06:19:25Z</dcterms:modified>
</cp:coreProperties>
</file>