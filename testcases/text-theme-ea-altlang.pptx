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CDA1E4-19DD-B292-A464-3608D49E3D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FFBCB9E-81F8-A0BA-A66D-5E9E4F48BA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7E20CC-1381-B291-F159-60825C183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B6849-5DD1-4804-B1A9-7EE9B41758F0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1D90D62-EA6D-1E10-ECE4-BD58FD9299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D3F02A5-0406-851A-E0AF-6EE5BA428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8785E-9EA9-405A-BD29-DBE9C83FF8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93280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67D1FC-04B8-CC26-A6B2-AF2D3179C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58B9EAC-DFBF-0194-0848-84C52DD593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79B6430-9910-4358-1B1C-A729295CD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B6849-5DD1-4804-B1A9-7EE9B41758F0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F142633-1F83-2A73-BB9E-2100A2A71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F8D1C6-76D9-5B48-30BD-B10C87789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8785E-9EA9-405A-BD29-DBE9C83FF8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43959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DC12D9-22C3-D9EB-BDDA-A98BF06A1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70CA87B-6B3A-BBED-B603-95FBC12E32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EE9FCF9-1C57-7E15-D6F1-28F38BBDF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B6849-5DD1-4804-B1A9-7EE9B41758F0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CB1FAC5-10FC-552F-1CB5-E5F88A885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358C929-FF89-B89E-2C44-D51347CD7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8785E-9EA9-405A-BD29-DBE9C83FF8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43925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8AAFF9-0D27-3724-5CEE-A1F63CF0CA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0E7545D-2493-1F9E-BE05-07F183ED85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EFBA882-CDF8-7E59-7BF4-DFA9462705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52A9370-A296-09AB-31CB-CFBA6BF80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B6849-5DD1-4804-B1A9-7EE9B41758F0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059EA66-9BC6-BE73-7399-E73E92792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B526B37-CF60-C396-1872-50F0BAC98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8785E-9EA9-405A-BD29-DBE9C83FF8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21114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1A3188-AC1F-54AF-D9D3-4204EDC8F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C1F98A8-C5AB-D172-608B-CDCE5F717B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9FD493D-37E7-92EF-1E60-8AFECB7F88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ADE0B4E-C052-1E4F-A332-1CDD64DDA3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DB1F5FD-A3ED-96B1-C564-CE80736617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B485854-2205-3904-9929-A35E9A8F8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B6849-5DD1-4804-B1A9-7EE9B41758F0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3576420-374F-B5DD-5323-F111B8D91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C1388AF-897B-B2B6-2BF8-FC3254439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8785E-9EA9-405A-BD29-DBE9C83FF8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24222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49187B-EE3F-2240-B57A-10A8975BD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202BD8B-0095-FDAC-2190-22ACFC92F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B6849-5DD1-4804-B1A9-7EE9B41758F0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F063F59-41EC-7297-4237-A49F8A2F4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451FCB7-0B61-B5C8-D834-BE38C75D5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8785E-9EA9-405A-BD29-DBE9C83FF8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92100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52070CF-AF1A-30FC-12DB-56E9CC976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B6849-5DD1-4804-B1A9-7EE9B41758F0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5C27F13-6F45-FFBF-EC2D-85B13E362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8CF7B94-2491-ACCD-4C53-F3CC2DE7F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8785E-9EA9-405A-BD29-DBE9C83FF8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8006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C2428B-FC6E-4644-EDF7-6EB6D626F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19EF42B-994C-FB9E-D2AE-B176F67CEC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35CFCBA-2257-06E4-77B9-759A837716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F741725-7D66-A40B-343F-05E7E340C9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B6849-5DD1-4804-B1A9-7EE9B41758F0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404C202-3374-A098-2316-C501B3CE5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7003E87-ED9F-ABC5-06D3-9A8E8B8D4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8785E-9EA9-405A-BD29-DBE9C83FF8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68874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BD0604-827A-B6AB-2D7A-4947766AB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0302280-AEAC-F49E-8793-28EECF69FF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7DE5FCD-9D90-7D74-5498-AE7B0DCFDE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954D44D-6968-AF33-6F5C-98386AE9F4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B6849-5DD1-4804-B1A9-7EE9B41758F0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3C4C98C-AA22-F71E-B5FA-5E569D04A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D6353C8-2F28-5B58-F776-DD0993F97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8785E-9EA9-405A-BD29-DBE9C83FF8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6915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79A151-B0CF-155F-BF8D-C8A926D7F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6D959A9-A8D1-C5F1-DD42-F7F2599F2E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A922438-18C1-139A-BED9-ABEAA306F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B6849-5DD1-4804-B1A9-7EE9B41758F0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1AEEB5B-3FEB-F9F4-3F12-C26949B7A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8221445-3A86-C2A3-0A86-FC0F8C49D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8785E-9EA9-405A-BD29-DBE9C83FF8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35024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EEE95C8-9D7A-D394-B171-CEC15456C1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58BFE52-ADCF-0AE0-5B8E-32ABFE0824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7633F20-9016-7F7D-CC69-58737846F4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B6849-5DD1-4804-B1A9-7EE9B41758F0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DC988C5-25ED-7D5B-6FAA-3887C2980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5344483-D5DC-D902-2F30-85187C922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8785E-9EA9-405A-BD29-DBE9C83FF8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19034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128D93A-C013-35EA-B9B6-467E35688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A0FD173-AFEB-7F71-5333-23EE07B0A6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09E7B3A-BD78-4E28-E2E7-AD397B00F7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2B6849-5DD1-4804-B1A9-7EE9B41758F0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5246B31-D2E4-E44A-A550-2C214D481D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BFFB94A-64E4-FF7B-FA85-A2C388C2E2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C8785E-9EA9-405A-BD29-DBE9C83FF8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8861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2BC366C-457C-BBCE-D8FE-358068816668}"/>
              </a:ext>
            </a:extLst>
          </p:cNvPr>
          <p:cNvSpPr txBox="1"/>
          <p:nvPr/>
        </p:nvSpPr>
        <p:spPr>
          <a:xfrm>
            <a:off x="254000" y="127000"/>
            <a:ext cx="1298753" cy="369332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US" sz="2800" dirty="0">
                <a:latin typeface="+mn-ea"/>
              </a:rPr>
              <a:t>ABCDEFabcdef0123 测试示例文字 1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23F8081-6619-2EC6-94A1-47AFFAFEAC55}"/>
              </a:ext>
            </a:extLst>
          </p:cNvPr>
          <p:cNvSpPr txBox="1"/>
          <p:nvPr/>
        </p:nvSpPr>
        <p:spPr>
          <a:xfrm>
            <a:off x="254000" y="939800"/>
            <a:ext cx="1298753" cy="369332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US" altLang="zh-CN" sz="2800" dirty="0">
                <a:latin typeface="+mn-ea"/>
              </a:rPr>
              <a:t>ABCDEFabcdef0123 测试示例文字 2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0790BDE-3485-5EB4-F535-EA825889A291}"/>
              </a:ext>
            </a:extLst>
          </p:cNvPr>
          <p:cNvSpPr txBox="1"/>
          <p:nvPr/>
        </p:nvSpPr>
        <p:spPr>
          <a:xfrm>
            <a:off x="254000" y="1752600"/>
            <a:ext cx="1298753" cy="369332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zh-CN" altLang="en-US" sz="2800" dirty="0">
                <a:latin typeface="+mn-ea"/>
              </a:rPr>
              <a:t>ABCDEFabcdef0123 测试示例文字 3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F2A2A6C-94CC-13F6-BF80-193CC8BE3316}"/>
              </a:ext>
            </a:extLst>
          </p:cNvPr>
          <p:cNvSpPr txBox="1"/>
          <p:nvPr/>
        </p:nvSpPr>
        <p:spPr>
          <a:xfrm>
            <a:off x="254000" y="2565400"/>
            <a:ext cx="1298753" cy="369332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sz="2800" dirty="0">
                <a:latin typeface="+mn-ea"/>
              </a:rPr>
              <a:t>ABCDEFabcdef0123 测试示例文字 4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4B87119-B9E9-1CA3-DDC9-2015E3A9798C}"/>
              </a:ext>
            </a:extLst>
          </p:cNvPr>
          <p:cNvSpPr txBox="1"/>
          <p:nvPr/>
        </p:nvSpPr>
        <p:spPr>
          <a:xfrm>
            <a:off x="254000" y="3378200"/>
            <a:ext cx="1298753" cy="369332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ja-JP" sz="2800" dirty="0">
                <a:latin typeface="+mn-ea"/>
              </a:rPr>
              <a:t>ABCDEFabcdef0123 测试示例文字 5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AACDA3E-1B58-C2DF-C21C-44DF57DDFB39}"/>
              </a:ext>
            </a:extLst>
          </p:cNvPr>
          <p:cNvSpPr txBox="1"/>
          <p:nvPr/>
        </p:nvSpPr>
        <p:spPr>
          <a:xfrm>
            <a:off x="254000" y="4191000"/>
            <a:ext cx="1298753" cy="369332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US" altLang="zh-CN" sz="2800" dirty="0">
                <a:latin typeface="Arial"/>
                <a:ea typeface="+mn-ea"/>
              </a:rPr>
              <a:t>ABCDEFabcdef0123 测试示例文字 6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4AB690A-04F0-B849-B211-BAD3131D4B34}"/>
              </a:ext>
            </a:extLst>
          </p:cNvPr>
          <p:cNvSpPr txBox="1"/>
          <p:nvPr/>
        </p:nvSpPr>
        <p:spPr>
          <a:xfrm>
            <a:off x="254000" y="5003800"/>
            <a:ext cx="1298753" cy="369332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US" sz="2800" dirty="0">
                <a:latin typeface="Arial"/>
                <a:ea typeface="+mn-ea"/>
              </a:rPr>
              <a:t>ABCDEFabcdef0123 测试示例文字 7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1677222-6B5A-28CB-DA9D-917213400CE9}"/>
              </a:ext>
            </a:extLst>
          </p:cNvPr>
          <p:cNvSpPr txBox="1"/>
          <p:nvPr/>
        </p:nvSpPr>
        <p:spPr>
          <a:xfrm>
            <a:off x="254000" y="5816600"/>
            <a:ext cx="1298753" cy="369332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US" altLang="zh-CN" sz="2800" dirty="0">
                <a:latin typeface="+mj-ea"/>
                <a:ea typeface="+mj-ea"/>
              </a:rPr>
              <a:t>ABCDEFabcdef0123 测试示例文字 8</a:t>
            </a:r>
          </a:p>
        </p:txBody>
      </p:sp>
    </p:spTree>
    <p:extLst>
      <p:ext uri="{BB962C8B-B14F-4D97-AF65-F5344CB8AC3E}">
        <p14:creationId xmlns:p14="http://schemas.microsoft.com/office/powerpoint/2010/main" val="5780301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</Words>
  <Application>Microsoft Office PowerPoint</Application>
  <PresentationFormat>自定义</PresentationFormat>
  <Paragraphs>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2026-10-19T01:37:33Z</dcterms:created>
  <dcterms:modified xsi:type="dcterms:W3CDTF">2026-10-19T01:37:33Z</dcterms:modified>
</cp:coreProperties>
</file>