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1D5EC-C2EC-AC61-01A3-B1CE6A7D9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2322DDD-1795-C977-FBA1-C1B814243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4F065-83A5-BAE8-EF0E-D12C9D3A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E78CAF-456B-C1E1-A4A1-1FCFE8E86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4637D-A285-B840-0B6A-0EDE85F46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841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4D17D-C825-A5AE-0C23-A16CC53B8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D9777-A6A5-6A96-A08A-E4BCC9376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1A1E46-4B99-CA7F-BCCB-B3EEA5E1F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620473-43CB-F7B3-1F01-178306F3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08A6A3-6B0C-8CB9-903C-A89995A8C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34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185FFF-39C2-18A6-FF41-8BC3BFCBF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2FABA5-9986-CA55-3602-1D4EA09A3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09DCF1-D77D-4201-DF97-9B72C52C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71B215-1CFE-0E00-9CE6-2253E41A4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E5C8FF-C5CE-30FA-7DD6-B44186C3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79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E0650-FB35-F5F0-2DBF-8286E097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5E15A-2044-7C03-3C3B-9689BE7CD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68CDAE-03C3-7A00-3554-F4D0C094B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0304CB-984C-55CD-4942-F58E5D61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FE62F5-4092-3CF4-F8A1-D3FA8F297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65839D-2766-FC32-E5BC-A4C787D40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8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4E638-057E-12AA-5753-26DBF60B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F3ADA5-FF4B-F061-7A4E-A069B407E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C29EB-2A5E-CD46-BBD5-AA3116F8B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5C237F-ADA3-1717-BB68-FC5B74AF5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90168F-7283-D9EF-D8FB-87DD82A70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2EE442-991E-A30F-A78D-8D3FDC5A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E4525C-9D47-E11E-2D1F-50B4E50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28FE2F-5385-106E-7C60-8E654F54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37A7C-8596-8B4B-2586-093DF93DE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75BEC1-C8FD-94A1-9DA2-21C02EBEA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CF9C78-D0D7-F01B-601B-1C084D2B6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C1B22A-2153-AC61-9537-E9637D77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51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2AE4B41-18B6-B5DB-6B73-7543554C4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695D7F-E5DC-2F92-E651-D9E9B08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A3D40F-7D38-E1C5-561C-2A16221B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43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36F0F-49F6-1200-24E0-C701D436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ECE46D-653C-F284-ADE9-1A2E6E92D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0727ED-5B0B-0919-FA33-F2F9FEF7E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3FF5467-F292-F187-0C9D-9282DABC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FEED4C-9978-3300-8FA5-8032EE2C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46EED6-4C8C-3BCB-6ED4-5C14511A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64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205A5-E95F-5397-50DA-7F095C90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B092EA-7950-65A6-A664-C83DAC0D3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DAB2B0-0606-D653-7EFA-6E0268DD4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D0FDF2-167D-AA37-3980-0D9C7144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C628A9-9E07-BB1B-8B22-20707B27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47BE84-BB47-254C-807B-5241E105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12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04A7F-6A45-D882-5277-EB342C07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6CA639-7B7D-42FC-45AE-4B2F0DA79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2B2524-3CF5-1491-4761-99A06255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D80AB-38AD-F475-F2EE-676A4AAE1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65BE90-C1AE-60C8-2C4F-4C9CC562E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587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B4C0DD-E430-5CEB-D96C-6BB931712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FC69FC-2639-7D6D-70E6-8F54B5287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3E258A-CE11-6360-6EC5-8276C141A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42D0B-6AFA-BB36-6788-474DB15D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5B3B8-EA3B-DB34-4FA7-F8A70283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00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7B1DCF-0D45-FFA6-6442-93C09137A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C8E1B1-B7E7-8ED9-EACE-BF91322E4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05041A-CBFC-60F8-27D3-170DBF462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AF8A7-1274-49AE-903E-3C275B4BF3C3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FF12DE-E36B-68B4-596D-518C8696C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4B036A-2A2A-67AB-DC18-89F6FAAC6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16982-03A5-44A1-B362-819DFE3CC6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1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E1DF33-F728-04BE-232E-3B6035F0481A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第 </a:t>
            </a:r>
            <a:r>
              <a:rPr lang="en-US" altLang="zh-CN" sz="3200"/>
              <a:t>1 </a:t>
            </a:r>
            <a:r>
              <a:rPr lang="zh-CN" altLang="en-US" sz="3200"/>
              <a:t>页：</a:t>
            </a:r>
            <a:r>
              <a:rPr lang="en-US" altLang="zh-CN" sz="3200"/>
              <a:t>3 </a:t>
            </a:r>
            <a:r>
              <a:rPr lang="zh-CN" altLang="en-US" sz="3200"/>
              <a:t>秒后自动换片</a:t>
            </a:r>
          </a:p>
        </p:txBody>
      </p:sp>
    </p:spTree>
    <p:extLst>
      <p:ext uri="{BB962C8B-B14F-4D97-AF65-F5344CB8AC3E}">
        <p14:creationId xmlns:p14="http://schemas.microsoft.com/office/powerpoint/2010/main" val="1589196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CEA282-B8E8-4203-61AA-5402D31B9243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第 </a:t>
            </a:r>
            <a:r>
              <a:rPr lang="en-US" altLang="zh-CN" sz="3200"/>
              <a:t>2 </a:t>
            </a:r>
            <a:r>
              <a:rPr lang="zh-CN" altLang="en-US" sz="3200"/>
              <a:t>页：</a:t>
            </a:r>
            <a:r>
              <a:rPr lang="en-US" altLang="zh-CN" sz="3200"/>
              <a:t>2 </a:t>
            </a:r>
            <a:r>
              <a:rPr lang="zh-CN" altLang="en-US" sz="3200"/>
              <a:t>秒换片，两个单击动画自动播放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BF776B-4A26-6401-26D7-01295CDE1B12}"/>
              </a:ext>
            </a:extLst>
          </p:cNvPr>
          <p:cNvSpPr/>
          <p:nvPr/>
        </p:nvSpPr>
        <p:spPr>
          <a:xfrm>
            <a:off x="1270000" y="2794000"/>
            <a:ext cx="2540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A9BF21-EF66-DA09-6D3D-DFDF47FC3362}"/>
              </a:ext>
            </a:extLst>
          </p:cNvPr>
          <p:cNvSpPr/>
          <p:nvPr/>
        </p:nvSpPr>
        <p:spPr>
          <a:xfrm>
            <a:off x="4445000" y="2794000"/>
            <a:ext cx="2540000" cy="1524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074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467CBD-BCC9-DF7D-1D73-E90FD98847D2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第 </a:t>
            </a:r>
            <a:r>
              <a:rPr lang="en-US" altLang="zh-CN" sz="3200"/>
              <a:t>3 </a:t>
            </a:r>
            <a:r>
              <a:rPr lang="zh-CN" altLang="en-US" sz="3200"/>
              <a:t>页：动画 </a:t>
            </a:r>
            <a:r>
              <a:rPr lang="en-US" altLang="zh-CN" sz="3200"/>
              <a:t>2.5 </a:t>
            </a:r>
            <a:r>
              <a:rPr lang="zh-CN" altLang="en-US" sz="3200"/>
              <a:t>秒才播完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049FEC3-E447-D82B-D699-B866B38CC21B}"/>
              </a:ext>
            </a:extLst>
          </p:cNvPr>
          <p:cNvSpPr/>
          <p:nvPr/>
        </p:nvSpPr>
        <p:spPr>
          <a:xfrm>
            <a:off x="1270000" y="2794000"/>
            <a:ext cx="2540000" cy="2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99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711492B-1768-CD39-F26A-F409BA767F5F}"/>
              </a:ext>
            </a:extLst>
          </p:cNvPr>
          <p:cNvSpPr txBox="1"/>
          <p:nvPr/>
        </p:nvSpPr>
        <p:spPr>
          <a:xfrm>
            <a:off x="762000" y="508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第 </a:t>
            </a:r>
            <a:r>
              <a:rPr lang="en-US" altLang="zh-CN" sz="3200"/>
              <a:t>4 </a:t>
            </a:r>
            <a:r>
              <a:rPr lang="zh-CN" altLang="en-US" sz="3200"/>
              <a:t>页：单击不换片</a:t>
            </a:r>
          </a:p>
        </p:txBody>
      </p:sp>
    </p:spTree>
    <p:extLst>
      <p:ext uri="{BB962C8B-B14F-4D97-AF65-F5344CB8AC3E}">
        <p14:creationId xmlns:p14="http://schemas.microsoft.com/office/powerpoint/2010/main" val="747817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自定义</PresentationFormat>
  <Paragraphs>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2026-10-13T07:20:17Z</dcterms:created>
  <dcterms:modified xsi:type="dcterms:W3CDTF">2026-10-13T07:20:17Z</dcterms:modified>
</cp:coreProperties>
</file>