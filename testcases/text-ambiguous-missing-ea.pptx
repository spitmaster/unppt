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F41E1-D635-9FCE-8B39-C91E99306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C9FA06-A08B-BAF9-E069-0FD347E7C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449B3-2EE2-A4DE-8D08-CE8FA715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084152-C297-EB77-ACA8-8A9BF665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17FA4-2978-0ADB-67A8-62A4501D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89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639927-6EA2-C4F6-4A3F-B9267F5D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8040C3-150B-3D85-8B97-E796C942E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F3F541-3AFA-1393-39D6-D1B56523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3655BB-753B-5EFF-5816-EEA43E8D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E7E13-D8B1-5F2F-9180-82ECFFC0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345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BF670-495B-17D1-6AC8-A8A8B697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876C54-89ED-DF92-93F4-4BB5D469A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49F960-5719-4591-023D-E486CDFB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8BE89-9F35-983E-6EC5-D982766F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CA5ED4-6904-B027-4FC8-7C3D577E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1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886F5-F662-227F-AA45-9E79E4264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662818-50FD-00CB-D5AB-112F1AA956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08FA3F-3259-5197-DB29-8F3B3EC0C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42309B-BE94-7BE5-00E6-C229AD18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7F15F7-1E21-256D-5A47-58A55C6E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C2311E-84C6-3EB8-49E6-769EB065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02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11013-161A-5436-A7EB-86923F055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FDF8B4-DB8B-DF3E-3845-3131D4A28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E45B69-21AC-0BEB-92B7-7B4B26AE9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D9A033-D1EB-00E7-2E2B-8F20F2507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A20CA9-8355-294E-4597-A28595F71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51EEF7-A86F-DCB2-5763-F8CCA4860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334DED-7F3E-27EE-4C8E-DDC4FF0C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80F3DB9-B150-8EC8-4EA0-B66BD61F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30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3ABDC-4EE2-41ED-3E20-3462BCB70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7F9D0E-8249-6771-7903-7379BC4F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37F8B7-759D-33E5-6E84-C3610B73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96FE5D-A556-D7F7-E36C-AD17843B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20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FF813E-3EB5-5F7E-284B-0FE4DB2D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CEA6CA-29A9-DFA4-0401-053B0336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A35087-6F3B-1F03-6625-D4828187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01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AE259-6E29-C81E-6F0B-4705CEDB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AE4A7-4898-4D97-114D-3B8B74EB1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A35096-3C57-21AF-76EE-C9254F776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813645-5D57-5298-F667-4E5081713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9045C8-FD12-375F-DC27-A50DEFE8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6C9037-F678-9A48-7149-61A73C73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78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BA706-4EC6-EBBA-BF0E-177169392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54EC77-47B0-00B5-0582-39574A026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8D2B96-370B-6F21-D61B-D0C00729E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1C4843-B78C-09F5-203B-F1E6AC29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10846B-1980-BC21-5227-897C9096A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A20645-C1F2-2C84-C4CE-7E33C86F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1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A2D90-F24F-38FA-F5F7-1BFB90E1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315EDD-D2FC-1E54-3EE4-6BADCBAA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0A2869-763E-87FC-8D72-31BB7B25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86C2A6-40D2-BE25-2F0D-7FB6CA9B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BD6BA-2C33-CF9C-6029-33E47943E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38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91E1DD-A6A8-9467-AABD-D8B76433C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7263CF-1FAC-E48D-2FFF-DBD0537C2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0EED9-1A1D-F5E0-F229-3B90ABEF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5D072-5D98-AB5C-F189-D248596F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26A11C-5B65-F001-D0C5-C5CF5A96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90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9B5D60-B474-CB45-9655-DE594DFD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C1DEA8-736C-FAF4-C4E6-51EE50881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7AE89-DFC3-D515-B992-E0B3F4D34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11D12-044A-421B-9392-6AD870755F1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C12C5-BE7C-8A00-4C1A-C702BB08C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EAFDD-DB36-8362-020E-1125E349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D16DB-1CF3-448F-BD42-9B0E8538F2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37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04B751-648E-8A66-630E-0187EE94EEBF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不存在的中文字体甲" panose="02010600030101010101" charset="-122"/>
              </a:rPr>
              <a:t>捐赠“爱心图书室”，每年“六一”‘带领’</a:t>
            </a:r>
            <a:r>
              <a:rPr lang="zh-CN" altLang="zh-CN" sz="2800">
                <a:latin typeface="Arial" panose="020B0604020202020204" pitchFamily="34" charset="0"/>
                <a:ea typeface="不存在的中文字体甲" panose="02010600030101010101" charset="-122"/>
              </a:rPr>
              <a:t>——</a:t>
            </a:r>
            <a:r>
              <a:rPr lang="zh-CN" altLang="en-US" sz="2800">
                <a:latin typeface="Arial" panose="020B0604020202020204" pitchFamily="34" charset="0"/>
                <a:ea typeface="不存在的中文字体甲" panose="02010600030101010101" charset="-122"/>
              </a:rPr>
              <a:t>学生</a:t>
            </a:r>
            <a:r>
              <a:rPr lang="zh-CN" altLang="zh-CN" sz="2800">
                <a:latin typeface="Arial" panose="020B0604020202020204" pitchFamily="34" charset="0"/>
                <a:ea typeface="不存在的中文字体甲" panose="02010600030101010101" charset="-122"/>
              </a:rPr>
              <a:t>…</a:t>
            </a:r>
            <a:r>
              <a:rPr lang="zh-CN" altLang="en-US" sz="2800">
                <a:latin typeface="Arial" panose="020B0604020202020204" pitchFamily="34" charset="0"/>
                <a:ea typeface="不存在的中文字体甲" panose="02010600030101010101" charset="-122"/>
              </a:rPr>
              <a:t>开展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40EC40-E5D4-6FCD-EE5F-CB490EFA4AB2}"/>
              </a:ext>
            </a:extLst>
          </p:cNvPr>
          <p:cNvSpPr txBox="1"/>
          <p:nvPr/>
        </p:nvSpPr>
        <p:spPr>
          <a:xfrm>
            <a:off x="381000" y="1905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不存在的中文字体乙"/>
              </a:rPr>
              <a:t>捐赠“爱心图书室”，每年“六一”‘带领’</a:t>
            </a:r>
            <a:r>
              <a:rPr lang="zh-CN" altLang="zh-CN" sz="2800">
                <a:latin typeface="Arial" panose="020B0604020202020204" pitchFamily="34" charset="0"/>
                <a:ea typeface="不存在的中文字体乙"/>
              </a:rPr>
              <a:t>——</a:t>
            </a:r>
            <a:r>
              <a:rPr lang="zh-CN" altLang="en-US" sz="2800">
                <a:latin typeface="Arial" panose="020B0604020202020204" pitchFamily="34" charset="0"/>
                <a:ea typeface="不存在的中文字体乙"/>
              </a:rPr>
              <a:t>学生</a:t>
            </a:r>
            <a:r>
              <a:rPr lang="zh-CN" altLang="zh-CN" sz="2800">
                <a:latin typeface="Arial" panose="020B0604020202020204" pitchFamily="34" charset="0"/>
                <a:ea typeface="不存在的中文字体乙"/>
              </a:rPr>
              <a:t>…</a:t>
            </a:r>
            <a:r>
              <a:rPr lang="zh-CN" altLang="en-US" sz="2800">
                <a:latin typeface="Arial" panose="020B0604020202020204" pitchFamily="34" charset="0"/>
                <a:ea typeface="不存在的中文字体乙"/>
              </a:rPr>
              <a:t>开展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E1D213-529D-7CE3-06F8-1AC537CC3715}"/>
              </a:ext>
            </a:extLst>
          </p:cNvPr>
          <p:cNvSpPr txBox="1"/>
          <p:nvPr/>
        </p:nvSpPr>
        <p:spPr>
          <a:xfrm>
            <a:off x="381000" y="3429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宋体" panose="02010600030101010101" charset="-122"/>
              </a:rPr>
              <a:t>捐赠“爱心图书室”，每年“六一”‘带领’</a:t>
            </a:r>
            <a:r>
              <a:rPr lang="zh-CN" altLang="zh-CN" sz="2800">
                <a:latin typeface="Arial" panose="020B0604020202020204" pitchFamily="34" charset="0"/>
                <a:ea typeface="宋体" panose="02010600030101010101" charset="-122"/>
              </a:rPr>
              <a:t>——</a:t>
            </a:r>
            <a:r>
              <a:rPr lang="zh-CN" altLang="en-US" sz="2800">
                <a:latin typeface="Arial" panose="020B0604020202020204" pitchFamily="34" charset="0"/>
                <a:ea typeface="宋体" panose="02010600030101010101" charset="-122"/>
              </a:rPr>
              <a:t>学生</a:t>
            </a:r>
            <a:r>
              <a:rPr lang="zh-CN" altLang="zh-CN" sz="2800">
                <a:latin typeface="Arial" panose="020B0604020202020204" pitchFamily="34" charset="0"/>
                <a:ea typeface="宋体" panose="02010600030101010101" charset="-122"/>
              </a:rPr>
              <a:t>…</a:t>
            </a:r>
            <a:r>
              <a:rPr lang="zh-CN" altLang="en-US" sz="2800">
                <a:latin typeface="Arial" panose="020B0604020202020204" pitchFamily="34" charset="0"/>
                <a:ea typeface="宋体" panose="02010600030101010101" charset="-122"/>
              </a:rPr>
              <a:t>开展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186BEA-2269-8D9B-E816-0322D6ABCAE5}"/>
              </a:ext>
            </a:extLst>
          </p:cNvPr>
          <p:cNvSpPr txBox="1"/>
          <p:nvPr/>
        </p:nvSpPr>
        <p:spPr>
          <a:xfrm>
            <a:off x="381000" y="4953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捐赠“爱心图书室”，每年“六一”‘带领’</a:t>
            </a:r>
            <a:r>
              <a:rPr lang="zh-CN" altLang="zh-CN" sz="2800">
                <a:latin typeface="Arial" panose="020B0604020202020204" pitchFamily="34" charset="0"/>
                <a:ea typeface="微软雅黑" panose="020B0503020204020204" charset="-122"/>
              </a:rPr>
              <a:t>——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学生</a:t>
            </a:r>
            <a:r>
              <a:rPr lang="zh-CN" altLang="zh-CN" sz="2800">
                <a:latin typeface="Arial" panose="020B0604020202020204" pitchFamily="34" charset="0"/>
                <a:ea typeface="微软雅黑" panose="020B0503020204020204" charset="-122"/>
              </a:rPr>
              <a:t>…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开展</a:t>
            </a:r>
          </a:p>
        </p:txBody>
      </p:sp>
    </p:spTree>
    <p:extLst>
      <p:ext uri="{BB962C8B-B14F-4D97-AF65-F5344CB8AC3E}">
        <p14:creationId xmlns:p14="http://schemas.microsoft.com/office/powerpoint/2010/main" val="2638397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2026-10-16T22:33:24Z</dcterms:created>
  <dcterms:modified xsi:type="dcterms:W3CDTF">2026-10-16T22:33:25Z</dcterms:modified>
</cp:coreProperties>
</file>