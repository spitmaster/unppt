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E450D0-5F33-86BF-47C5-356CB5E8838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0A26C6E-1658-CCED-D437-BECA0C1672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AF84FAE-B119-AADE-F1FF-2116A119B3EE}"/>
              </a:ext>
            </a:extLst>
          </p:cNvPr>
          <p:cNvSpPr>
            <a:spLocks noGrp="1"/>
          </p:cNvSpPr>
          <p:nvPr>
            <p:ph type="dt" sz="half" idx="10"/>
          </p:nvPr>
        </p:nvSpPr>
        <p:spPr/>
        <p:txBody>
          <a:bodyPr/>
          <a:lstStyle/>
          <a:p>
            <a:fld id="{97C5331B-7EBC-4F6B-88CF-107CDF25B58B}"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BA48F708-9B53-9576-2EB7-390129A3862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9FF3B2-C085-9151-4EB5-CC58D4AEE9AE}"/>
              </a:ext>
            </a:extLst>
          </p:cNvPr>
          <p:cNvSpPr>
            <a:spLocks noGrp="1"/>
          </p:cNvSpPr>
          <p:nvPr>
            <p:ph type="sldNum" sz="quarter" idx="12"/>
          </p:nvPr>
        </p:nvSpPr>
        <p:spPr/>
        <p:txBody>
          <a:bodyPr/>
          <a:lstStyle/>
          <a:p>
            <a:fld id="{ECB8A240-5E3E-45EC-B439-8B9AC60F8718}" type="slidenum">
              <a:rPr lang="zh-CN" altLang="en-US" smtClean="0"/>
              <a:t>‹#›</a:t>
            </a:fld>
            <a:endParaRPr lang="zh-CN" altLang="en-US"/>
          </a:p>
        </p:txBody>
      </p:sp>
    </p:spTree>
    <p:extLst>
      <p:ext uri="{BB962C8B-B14F-4D97-AF65-F5344CB8AC3E}">
        <p14:creationId xmlns:p14="http://schemas.microsoft.com/office/powerpoint/2010/main" val="2061030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4FE97-5A56-18E5-6C47-78441FFA521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FF6F623-6C74-2125-D102-82489753A15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1BA6A43-39E9-42CE-B4DF-B3702266A9A1}"/>
              </a:ext>
            </a:extLst>
          </p:cNvPr>
          <p:cNvSpPr>
            <a:spLocks noGrp="1"/>
          </p:cNvSpPr>
          <p:nvPr>
            <p:ph type="dt" sz="half" idx="10"/>
          </p:nvPr>
        </p:nvSpPr>
        <p:spPr/>
        <p:txBody>
          <a:bodyPr/>
          <a:lstStyle/>
          <a:p>
            <a:fld id="{97C5331B-7EBC-4F6B-88CF-107CDF25B58B}"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073D609E-4253-7565-5EE6-E07078AAB28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2036C44-C5DC-4BEF-722B-753202C1D7C9}"/>
              </a:ext>
            </a:extLst>
          </p:cNvPr>
          <p:cNvSpPr>
            <a:spLocks noGrp="1"/>
          </p:cNvSpPr>
          <p:nvPr>
            <p:ph type="sldNum" sz="quarter" idx="12"/>
          </p:nvPr>
        </p:nvSpPr>
        <p:spPr/>
        <p:txBody>
          <a:bodyPr/>
          <a:lstStyle/>
          <a:p>
            <a:fld id="{ECB8A240-5E3E-45EC-B439-8B9AC60F8718}" type="slidenum">
              <a:rPr lang="zh-CN" altLang="en-US" smtClean="0"/>
              <a:t>‹#›</a:t>
            </a:fld>
            <a:endParaRPr lang="zh-CN" altLang="en-US"/>
          </a:p>
        </p:txBody>
      </p:sp>
    </p:spTree>
    <p:extLst>
      <p:ext uri="{BB962C8B-B14F-4D97-AF65-F5344CB8AC3E}">
        <p14:creationId xmlns:p14="http://schemas.microsoft.com/office/powerpoint/2010/main" val="3151551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42FFF-26E1-1CF8-1E53-26E8AEEC4ED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E22FCFD-6DC4-381C-3CA9-D4EF2F2496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EF4773E-6EBF-FE3E-5766-5ECEA8AA5B14}"/>
              </a:ext>
            </a:extLst>
          </p:cNvPr>
          <p:cNvSpPr>
            <a:spLocks noGrp="1"/>
          </p:cNvSpPr>
          <p:nvPr>
            <p:ph type="dt" sz="half" idx="10"/>
          </p:nvPr>
        </p:nvSpPr>
        <p:spPr/>
        <p:txBody>
          <a:bodyPr/>
          <a:lstStyle/>
          <a:p>
            <a:fld id="{97C5331B-7EBC-4F6B-88CF-107CDF25B58B}"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81761A71-B0B9-BC26-D1FF-A5BDFF70E44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DA52EBC-6AF0-7BBF-4AA2-1DB6516E5F4F}"/>
              </a:ext>
            </a:extLst>
          </p:cNvPr>
          <p:cNvSpPr>
            <a:spLocks noGrp="1"/>
          </p:cNvSpPr>
          <p:nvPr>
            <p:ph type="sldNum" sz="quarter" idx="12"/>
          </p:nvPr>
        </p:nvSpPr>
        <p:spPr/>
        <p:txBody>
          <a:bodyPr/>
          <a:lstStyle/>
          <a:p>
            <a:fld id="{ECB8A240-5E3E-45EC-B439-8B9AC60F8718}" type="slidenum">
              <a:rPr lang="zh-CN" altLang="en-US" smtClean="0"/>
              <a:t>‹#›</a:t>
            </a:fld>
            <a:endParaRPr lang="zh-CN" altLang="en-US"/>
          </a:p>
        </p:txBody>
      </p:sp>
    </p:spTree>
    <p:extLst>
      <p:ext uri="{BB962C8B-B14F-4D97-AF65-F5344CB8AC3E}">
        <p14:creationId xmlns:p14="http://schemas.microsoft.com/office/powerpoint/2010/main" val="28023389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40BA13-FF16-DACA-401C-3CF01EFBC2B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E9F1F37-EAE2-376D-381F-4109C7CC7F2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3F6B6D8-C600-D3AC-FB03-330F97AF6FC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1426ABE-35D0-5711-29BB-05D46BB07CBE}"/>
              </a:ext>
            </a:extLst>
          </p:cNvPr>
          <p:cNvSpPr>
            <a:spLocks noGrp="1"/>
          </p:cNvSpPr>
          <p:nvPr>
            <p:ph type="dt" sz="half" idx="10"/>
          </p:nvPr>
        </p:nvSpPr>
        <p:spPr/>
        <p:txBody>
          <a:bodyPr/>
          <a:lstStyle/>
          <a:p>
            <a:fld id="{97C5331B-7EBC-4F6B-88CF-107CDF25B58B}" type="datetimeFigureOut">
              <a:rPr lang="zh-CN" altLang="en-US" smtClean="0"/>
              <a:t>2026/10/19</a:t>
            </a:fld>
            <a:endParaRPr lang="zh-CN" altLang="en-US"/>
          </a:p>
        </p:txBody>
      </p:sp>
      <p:sp>
        <p:nvSpPr>
          <p:cNvPr id="6" name="页脚占位符 5">
            <a:extLst>
              <a:ext uri="{FF2B5EF4-FFF2-40B4-BE49-F238E27FC236}">
                <a16:creationId xmlns:a16="http://schemas.microsoft.com/office/drawing/2014/main" id="{083F1350-81CF-8DF2-64EB-D4865242B62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6C432A-AC64-43B4-9A11-1090F5FD48AB}"/>
              </a:ext>
            </a:extLst>
          </p:cNvPr>
          <p:cNvSpPr>
            <a:spLocks noGrp="1"/>
          </p:cNvSpPr>
          <p:nvPr>
            <p:ph type="sldNum" sz="quarter" idx="12"/>
          </p:nvPr>
        </p:nvSpPr>
        <p:spPr/>
        <p:txBody>
          <a:bodyPr/>
          <a:lstStyle/>
          <a:p>
            <a:fld id="{ECB8A240-5E3E-45EC-B439-8B9AC60F8718}" type="slidenum">
              <a:rPr lang="zh-CN" altLang="en-US" smtClean="0"/>
              <a:t>‹#›</a:t>
            </a:fld>
            <a:endParaRPr lang="zh-CN" altLang="en-US"/>
          </a:p>
        </p:txBody>
      </p:sp>
    </p:spTree>
    <p:extLst>
      <p:ext uri="{BB962C8B-B14F-4D97-AF65-F5344CB8AC3E}">
        <p14:creationId xmlns:p14="http://schemas.microsoft.com/office/powerpoint/2010/main" val="866009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F33CFB-0C71-677C-CA49-ACCFD7F2D4C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67F0CAE-7E2C-FC29-30FE-E5E80B0712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2950F39-7247-9BC9-7BA4-C564195CC9E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C1C1D5A-DC68-68CF-AA49-E9FC59FCA3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7C0993D-863D-4B6F-3D08-AAA0BCF4994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E7CD782-5F82-1756-D37A-31719C78466A}"/>
              </a:ext>
            </a:extLst>
          </p:cNvPr>
          <p:cNvSpPr>
            <a:spLocks noGrp="1"/>
          </p:cNvSpPr>
          <p:nvPr>
            <p:ph type="dt" sz="half" idx="10"/>
          </p:nvPr>
        </p:nvSpPr>
        <p:spPr/>
        <p:txBody>
          <a:bodyPr/>
          <a:lstStyle/>
          <a:p>
            <a:fld id="{97C5331B-7EBC-4F6B-88CF-107CDF25B58B}" type="datetimeFigureOut">
              <a:rPr lang="zh-CN" altLang="en-US" smtClean="0"/>
              <a:t>2026/10/19</a:t>
            </a:fld>
            <a:endParaRPr lang="zh-CN" altLang="en-US"/>
          </a:p>
        </p:txBody>
      </p:sp>
      <p:sp>
        <p:nvSpPr>
          <p:cNvPr id="8" name="页脚占位符 7">
            <a:extLst>
              <a:ext uri="{FF2B5EF4-FFF2-40B4-BE49-F238E27FC236}">
                <a16:creationId xmlns:a16="http://schemas.microsoft.com/office/drawing/2014/main" id="{C56A9111-3F03-D426-BE21-81305F11740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C7BEDEE-22F2-BF52-F9CE-5B0E00DE4D16}"/>
              </a:ext>
            </a:extLst>
          </p:cNvPr>
          <p:cNvSpPr>
            <a:spLocks noGrp="1"/>
          </p:cNvSpPr>
          <p:nvPr>
            <p:ph type="sldNum" sz="quarter" idx="12"/>
          </p:nvPr>
        </p:nvSpPr>
        <p:spPr/>
        <p:txBody>
          <a:bodyPr/>
          <a:lstStyle/>
          <a:p>
            <a:fld id="{ECB8A240-5E3E-45EC-B439-8B9AC60F8718}" type="slidenum">
              <a:rPr lang="zh-CN" altLang="en-US" smtClean="0"/>
              <a:t>‹#›</a:t>
            </a:fld>
            <a:endParaRPr lang="zh-CN" altLang="en-US"/>
          </a:p>
        </p:txBody>
      </p:sp>
    </p:spTree>
    <p:extLst>
      <p:ext uri="{BB962C8B-B14F-4D97-AF65-F5344CB8AC3E}">
        <p14:creationId xmlns:p14="http://schemas.microsoft.com/office/powerpoint/2010/main" val="1562988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F04816-CE4E-04D5-D4ED-2724E0DC684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5CFF55D-8290-93EB-9151-B99F49069CDC}"/>
              </a:ext>
            </a:extLst>
          </p:cNvPr>
          <p:cNvSpPr>
            <a:spLocks noGrp="1"/>
          </p:cNvSpPr>
          <p:nvPr>
            <p:ph type="dt" sz="half" idx="10"/>
          </p:nvPr>
        </p:nvSpPr>
        <p:spPr/>
        <p:txBody>
          <a:bodyPr/>
          <a:lstStyle/>
          <a:p>
            <a:fld id="{97C5331B-7EBC-4F6B-88CF-107CDF25B58B}" type="datetimeFigureOut">
              <a:rPr lang="zh-CN" altLang="en-US" smtClean="0"/>
              <a:t>2026/10/19</a:t>
            </a:fld>
            <a:endParaRPr lang="zh-CN" altLang="en-US"/>
          </a:p>
        </p:txBody>
      </p:sp>
      <p:sp>
        <p:nvSpPr>
          <p:cNvPr id="4" name="页脚占位符 3">
            <a:extLst>
              <a:ext uri="{FF2B5EF4-FFF2-40B4-BE49-F238E27FC236}">
                <a16:creationId xmlns:a16="http://schemas.microsoft.com/office/drawing/2014/main" id="{6C28AF4A-CF89-AD09-7069-FDCDDFF6E8D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B2AAC3D-BACB-B296-13F6-C891976374E9}"/>
              </a:ext>
            </a:extLst>
          </p:cNvPr>
          <p:cNvSpPr>
            <a:spLocks noGrp="1"/>
          </p:cNvSpPr>
          <p:nvPr>
            <p:ph type="sldNum" sz="quarter" idx="12"/>
          </p:nvPr>
        </p:nvSpPr>
        <p:spPr/>
        <p:txBody>
          <a:bodyPr/>
          <a:lstStyle/>
          <a:p>
            <a:fld id="{ECB8A240-5E3E-45EC-B439-8B9AC60F8718}" type="slidenum">
              <a:rPr lang="zh-CN" altLang="en-US" smtClean="0"/>
              <a:t>‹#›</a:t>
            </a:fld>
            <a:endParaRPr lang="zh-CN" altLang="en-US"/>
          </a:p>
        </p:txBody>
      </p:sp>
    </p:spTree>
    <p:extLst>
      <p:ext uri="{BB962C8B-B14F-4D97-AF65-F5344CB8AC3E}">
        <p14:creationId xmlns:p14="http://schemas.microsoft.com/office/powerpoint/2010/main" val="2377788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42E6500-B395-52D8-145E-723AA51C2132}"/>
              </a:ext>
            </a:extLst>
          </p:cNvPr>
          <p:cNvSpPr>
            <a:spLocks noGrp="1"/>
          </p:cNvSpPr>
          <p:nvPr>
            <p:ph type="dt" sz="half" idx="10"/>
          </p:nvPr>
        </p:nvSpPr>
        <p:spPr/>
        <p:txBody>
          <a:bodyPr/>
          <a:lstStyle/>
          <a:p>
            <a:fld id="{97C5331B-7EBC-4F6B-88CF-107CDF25B58B}" type="datetimeFigureOut">
              <a:rPr lang="zh-CN" altLang="en-US" smtClean="0"/>
              <a:t>2026/10/19</a:t>
            </a:fld>
            <a:endParaRPr lang="zh-CN" altLang="en-US"/>
          </a:p>
        </p:txBody>
      </p:sp>
      <p:sp>
        <p:nvSpPr>
          <p:cNvPr id="3" name="页脚占位符 2">
            <a:extLst>
              <a:ext uri="{FF2B5EF4-FFF2-40B4-BE49-F238E27FC236}">
                <a16:creationId xmlns:a16="http://schemas.microsoft.com/office/drawing/2014/main" id="{BB26D37F-54CB-C8CE-003F-179846CAF1D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CDF3C95-97BA-CBA1-17A9-410549E31397}"/>
              </a:ext>
            </a:extLst>
          </p:cNvPr>
          <p:cNvSpPr>
            <a:spLocks noGrp="1"/>
          </p:cNvSpPr>
          <p:nvPr>
            <p:ph type="sldNum" sz="quarter" idx="12"/>
          </p:nvPr>
        </p:nvSpPr>
        <p:spPr/>
        <p:txBody>
          <a:bodyPr/>
          <a:lstStyle/>
          <a:p>
            <a:fld id="{ECB8A240-5E3E-45EC-B439-8B9AC60F8718}" type="slidenum">
              <a:rPr lang="zh-CN" altLang="en-US" smtClean="0"/>
              <a:t>‹#›</a:t>
            </a:fld>
            <a:endParaRPr lang="zh-CN" altLang="en-US"/>
          </a:p>
        </p:txBody>
      </p:sp>
    </p:spTree>
    <p:extLst>
      <p:ext uri="{BB962C8B-B14F-4D97-AF65-F5344CB8AC3E}">
        <p14:creationId xmlns:p14="http://schemas.microsoft.com/office/powerpoint/2010/main" val="2929560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8F5E16-486C-F823-E786-C2F209944C2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27DCFF7-B482-9C46-C257-AE423DCA3F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9EE3D5A-0386-3D4C-FCCC-4037EE77BA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BC77535-54A3-AAFB-191D-A1B280B59B79}"/>
              </a:ext>
            </a:extLst>
          </p:cNvPr>
          <p:cNvSpPr>
            <a:spLocks noGrp="1"/>
          </p:cNvSpPr>
          <p:nvPr>
            <p:ph type="dt" sz="half" idx="10"/>
          </p:nvPr>
        </p:nvSpPr>
        <p:spPr/>
        <p:txBody>
          <a:bodyPr/>
          <a:lstStyle/>
          <a:p>
            <a:fld id="{97C5331B-7EBC-4F6B-88CF-107CDF25B58B}" type="datetimeFigureOut">
              <a:rPr lang="zh-CN" altLang="en-US" smtClean="0"/>
              <a:t>2026/10/19</a:t>
            </a:fld>
            <a:endParaRPr lang="zh-CN" altLang="en-US"/>
          </a:p>
        </p:txBody>
      </p:sp>
      <p:sp>
        <p:nvSpPr>
          <p:cNvPr id="6" name="页脚占位符 5">
            <a:extLst>
              <a:ext uri="{FF2B5EF4-FFF2-40B4-BE49-F238E27FC236}">
                <a16:creationId xmlns:a16="http://schemas.microsoft.com/office/drawing/2014/main" id="{0E1429D2-C562-32C7-15B3-66DC440656C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498BC1D-9982-432A-9A9B-C535FF792834}"/>
              </a:ext>
            </a:extLst>
          </p:cNvPr>
          <p:cNvSpPr>
            <a:spLocks noGrp="1"/>
          </p:cNvSpPr>
          <p:nvPr>
            <p:ph type="sldNum" sz="quarter" idx="12"/>
          </p:nvPr>
        </p:nvSpPr>
        <p:spPr/>
        <p:txBody>
          <a:bodyPr/>
          <a:lstStyle/>
          <a:p>
            <a:fld id="{ECB8A240-5E3E-45EC-B439-8B9AC60F8718}" type="slidenum">
              <a:rPr lang="zh-CN" altLang="en-US" smtClean="0"/>
              <a:t>‹#›</a:t>
            </a:fld>
            <a:endParaRPr lang="zh-CN" altLang="en-US"/>
          </a:p>
        </p:txBody>
      </p:sp>
    </p:spTree>
    <p:extLst>
      <p:ext uri="{BB962C8B-B14F-4D97-AF65-F5344CB8AC3E}">
        <p14:creationId xmlns:p14="http://schemas.microsoft.com/office/powerpoint/2010/main" val="162629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49A74F-FB50-5D28-DA19-64F991D85BB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10EECC8-3389-A5D7-F6F1-8EE19B1ACC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AFFF5B6-200A-4591-7828-1FF15AFC45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C4780C3-3CE6-17BB-B54D-784E364B9781}"/>
              </a:ext>
            </a:extLst>
          </p:cNvPr>
          <p:cNvSpPr>
            <a:spLocks noGrp="1"/>
          </p:cNvSpPr>
          <p:nvPr>
            <p:ph type="dt" sz="half" idx="10"/>
          </p:nvPr>
        </p:nvSpPr>
        <p:spPr/>
        <p:txBody>
          <a:bodyPr/>
          <a:lstStyle/>
          <a:p>
            <a:fld id="{97C5331B-7EBC-4F6B-88CF-107CDF25B58B}" type="datetimeFigureOut">
              <a:rPr lang="zh-CN" altLang="en-US" smtClean="0"/>
              <a:t>2026/10/19</a:t>
            </a:fld>
            <a:endParaRPr lang="zh-CN" altLang="en-US"/>
          </a:p>
        </p:txBody>
      </p:sp>
      <p:sp>
        <p:nvSpPr>
          <p:cNvPr id="6" name="页脚占位符 5">
            <a:extLst>
              <a:ext uri="{FF2B5EF4-FFF2-40B4-BE49-F238E27FC236}">
                <a16:creationId xmlns:a16="http://schemas.microsoft.com/office/drawing/2014/main" id="{57FBF499-1AF1-AFD1-92C6-C40D0DD1C27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F49E42E-DCE2-DFC8-B9B6-D95B43598791}"/>
              </a:ext>
            </a:extLst>
          </p:cNvPr>
          <p:cNvSpPr>
            <a:spLocks noGrp="1"/>
          </p:cNvSpPr>
          <p:nvPr>
            <p:ph type="sldNum" sz="quarter" idx="12"/>
          </p:nvPr>
        </p:nvSpPr>
        <p:spPr/>
        <p:txBody>
          <a:bodyPr/>
          <a:lstStyle/>
          <a:p>
            <a:fld id="{ECB8A240-5E3E-45EC-B439-8B9AC60F8718}" type="slidenum">
              <a:rPr lang="zh-CN" altLang="en-US" smtClean="0"/>
              <a:t>‹#›</a:t>
            </a:fld>
            <a:endParaRPr lang="zh-CN" altLang="en-US"/>
          </a:p>
        </p:txBody>
      </p:sp>
    </p:spTree>
    <p:extLst>
      <p:ext uri="{BB962C8B-B14F-4D97-AF65-F5344CB8AC3E}">
        <p14:creationId xmlns:p14="http://schemas.microsoft.com/office/powerpoint/2010/main" val="198094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5ADBB7-0729-1C3D-1C93-55129A4726F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8D4AE53-13FA-E36B-3CD7-3D10F8DC6D3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6764F87-5D3C-D418-1177-3E25B90C96AC}"/>
              </a:ext>
            </a:extLst>
          </p:cNvPr>
          <p:cNvSpPr>
            <a:spLocks noGrp="1"/>
          </p:cNvSpPr>
          <p:nvPr>
            <p:ph type="dt" sz="half" idx="10"/>
          </p:nvPr>
        </p:nvSpPr>
        <p:spPr/>
        <p:txBody>
          <a:bodyPr/>
          <a:lstStyle/>
          <a:p>
            <a:fld id="{97C5331B-7EBC-4F6B-88CF-107CDF25B58B}"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0669C926-493E-A341-BE09-E5ED87C215A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D4859C3-3338-C51B-AF06-D59C650F56C0}"/>
              </a:ext>
            </a:extLst>
          </p:cNvPr>
          <p:cNvSpPr>
            <a:spLocks noGrp="1"/>
          </p:cNvSpPr>
          <p:nvPr>
            <p:ph type="sldNum" sz="quarter" idx="12"/>
          </p:nvPr>
        </p:nvSpPr>
        <p:spPr/>
        <p:txBody>
          <a:bodyPr/>
          <a:lstStyle/>
          <a:p>
            <a:fld id="{ECB8A240-5E3E-45EC-B439-8B9AC60F8718}" type="slidenum">
              <a:rPr lang="zh-CN" altLang="en-US" smtClean="0"/>
              <a:t>‹#›</a:t>
            </a:fld>
            <a:endParaRPr lang="zh-CN" altLang="en-US"/>
          </a:p>
        </p:txBody>
      </p:sp>
    </p:spTree>
    <p:extLst>
      <p:ext uri="{BB962C8B-B14F-4D97-AF65-F5344CB8AC3E}">
        <p14:creationId xmlns:p14="http://schemas.microsoft.com/office/powerpoint/2010/main" val="537804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954EA0A-8E51-F39B-B24B-704791B7DCC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9FBD01C-9860-04CB-0128-784AAEC40CA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2F3E370-3DB6-0C52-6258-1B47B4C57824}"/>
              </a:ext>
            </a:extLst>
          </p:cNvPr>
          <p:cNvSpPr>
            <a:spLocks noGrp="1"/>
          </p:cNvSpPr>
          <p:nvPr>
            <p:ph type="dt" sz="half" idx="10"/>
          </p:nvPr>
        </p:nvSpPr>
        <p:spPr/>
        <p:txBody>
          <a:bodyPr/>
          <a:lstStyle/>
          <a:p>
            <a:fld id="{97C5331B-7EBC-4F6B-88CF-107CDF25B58B}"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9D02731D-C5C0-8BC4-3A9B-224F90718D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8B6C110-2038-9BD6-685A-A64B7AD03B44}"/>
              </a:ext>
            </a:extLst>
          </p:cNvPr>
          <p:cNvSpPr>
            <a:spLocks noGrp="1"/>
          </p:cNvSpPr>
          <p:nvPr>
            <p:ph type="sldNum" sz="quarter" idx="12"/>
          </p:nvPr>
        </p:nvSpPr>
        <p:spPr/>
        <p:txBody>
          <a:bodyPr/>
          <a:lstStyle/>
          <a:p>
            <a:fld id="{ECB8A240-5E3E-45EC-B439-8B9AC60F8718}" type="slidenum">
              <a:rPr lang="zh-CN" altLang="en-US" smtClean="0"/>
              <a:t>‹#›</a:t>
            </a:fld>
            <a:endParaRPr lang="zh-CN" altLang="en-US"/>
          </a:p>
        </p:txBody>
      </p:sp>
    </p:spTree>
    <p:extLst>
      <p:ext uri="{BB962C8B-B14F-4D97-AF65-F5344CB8AC3E}">
        <p14:creationId xmlns:p14="http://schemas.microsoft.com/office/powerpoint/2010/main" val="329149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6D9DED3-FD38-D810-5D2D-805B7E189A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EB35066-F896-29B1-4783-C172E78BF3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CFB55FB-1FC3-07AF-3D0D-481EA1618D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7C5331B-7EBC-4F6B-88CF-107CDF25B58B}"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FF289625-C9DA-2FA6-0146-B78BC4AEE7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E2FE721A-A41C-7FE0-3FBC-0D3E536A66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B8A240-5E3E-45EC-B439-8B9AC60F8718}" type="slidenum">
              <a:rPr lang="zh-CN" altLang="en-US" smtClean="0"/>
              <a:t>‹#›</a:t>
            </a:fld>
            <a:endParaRPr lang="zh-CN" altLang="en-US"/>
          </a:p>
        </p:txBody>
      </p:sp>
    </p:spTree>
    <p:extLst>
      <p:ext uri="{BB962C8B-B14F-4D97-AF65-F5344CB8AC3E}">
        <p14:creationId xmlns:p14="http://schemas.microsoft.com/office/powerpoint/2010/main" val="32060776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565EDB3-7442-2B79-A4F0-631FF0F0DC25}"/>
              </a:ext>
            </a:extLst>
          </p:cNvPr>
          <p:cNvSpPr txBox="1"/>
          <p:nvPr/>
        </p:nvSpPr>
        <p:spPr>
          <a:xfrm>
            <a:off x="508000" y="381000"/>
            <a:ext cx="3810000" cy="369332"/>
          </a:xfrm>
          <a:prstGeom prst="rect">
            <a:avLst/>
          </a:prstGeom>
          <a:noFill/>
          <a:ln>
            <a:solidFill>
              <a:srgbClr val="C8C8C8"/>
            </a:solidFill>
          </a:ln>
        </p:spPr>
        <p:txBody>
          <a:bodyPr vert="horz" wrap="square" rtlCol="0">
            <a:noAutofit/>
          </a:bodyPr>
          <a:lstStyle/>
          <a:p>
            <a:pPr marL="0" indent="228600">
              <a:buFont typeface="Arial"/>
              <a:buChar char="•"/>
            </a:pPr>
            <a:r>
              <a:rPr lang="en-US" altLang="zh-CN" sz="1400">
                <a:latin typeface="Microsoft YaHei" panose="020B0503020204020204" pitchFamily="34" charset="-122"/>
                <a:ea typeface="Microsoft YaHei" panose="020B0503020204020204" pitchFamily="34" charset="-122"/>
              </a:rPr>
              <a:t/>
            </a:r>
            <a:r>
              <a:rPr lang="zh-CN" altLang="en-US" sz="1400">
                <a:latin typeface="Microsoft YaHei" panose="020B0503020204020204" pitchFamily="34" charset="-122"/>
                <a:ea typeface="Microsoft YaHei" panose="020B0503020204020204" pitchFamily="34" charset="-122"/>
              </a:rPr>
              <a:t>一二三四五六七八九十一二三四五六七八九十一二三四五六七八九十</a:t>
            </a:r>
          </a:p>
        </p:txBody>
      </p:sp>
      <p:sp>
        <p:nvSpPr>
          <p:cNvPr id="3" name="文本框 2">
            <a:extLst>
              <a:ext uri="{FF2B5EF4-FFF2-40B4-BE49-F238E27FC236}">
                <a16:creationId xmlns:a16="http://schemas.microsoft.com/office/drawing/2014/main" id="{8F4A2946-3D4B-F604-49C6-3334FB66A507}"/>
              </a:ext>
            </a:extLst>
          </p:cNvPr>
          <p:cNvSpPr txBox="1"/>
          <p:nvPr/>
        </p:nvSpPr>
        <p:spPr>
          <a:xfrm>
            <a:off x="508000" y="2286000"/>
            <a:ext cx="3810000" cy="369332"/>
          </a:xfrm>
          <a:prstGeom prst="rect">
            <a:avLst/>
          </a:prstGeom>
          <a:noFill/>
          <a:ln>
            <a:solidFill>
              <a:srgbClr val="C8C8C8"/>
            </a:solidFill>
          </a:ln>
        </p:spPr>
        <p:txBody>
          <a:bodyPr vert="horz" wrap="square" rtlCol="0">
            <a:noAutofit/>
          </a:bodyPr>
          <a:lstStyle/>
          <a:p>
            <a:pPr marL="342900" indent="228600">
              <a:buFont typeface="Arial"/>
              <a:buChar char="•"/>
            </a:pPr>
            <a:r>
              <a:rPr lang="en-US" altLang="zh-CN" sz="1400">
                <a:latin typeface="Microsoft YaHei" panose="020B0503020204020204" pitchFamily="34" charset="-122"/>
                <a:ea typeface="Microsoft YaHei" panose="020B0503020204020204" pitchFamily="34" charset="-122"/>
              </a:rPr>
              <a:t/>
            </a:r>
            <a:r>
              <a:rPr lang="zh-CN" altLang="en-US" sz="1400">
                <a:latin typeface="Microsoft YaHei" panose="020B0503020204020204" pitchFamily="34" charset="-122"/>
                <a:ea typeface="Microsoft YaHei" panose="020B0503020204020204" pitchFamily="34" charset="-122"/>
              </a:rPr>
              <a:t>一二三四五六七八九十一二三四五六七八九十一二三四五六七八九十</a:t>
            </a:r>
          </a:p>
        </p:txBody>
      </p:sp>
      <p:sp>
        <p:nvSpPr>
          <p:cNvPr id="4" name="文本框 3">
            <a:extLst>
              <a:ext uri="{FF2B5EF4-FFF2-40B4-BE49-F238E27FC236}">
                <a16:creationId xmlns:a16="http://schemas.microsoft.com/office/drawing/2014/main" id="{9B7FDA13-AD71-9987-8578-BF03D839E184}"/>
              </a:ext>
            </a:extLst>
          </p:cNvPr>
          <p:cNvSpPr txBox="1"/>
          <p:nvPr/>
        </p:nvSpPr>
        <p:spPr>
          <a:xfrm>
            <a:off x="508000" y="4191000"/>
            <a:ext cx="3810000" cy="369332"/>
          </a:xfrm>
          <a:prstGeom prst="rect">
            <a:avLst/>
          </a:prstGeom>
          <a:noFill/>
          <a:ln>
            <a:solidFill>
              <a:srgbClr val="C8C8C8"/>
            </a:solidFill>
          </a:ln>
        </p:spPr>
        <p:txBody>
          <a:bodyPr vert="horz" wrap="square" rtlCol="0">
            <a:noAutofit/>
          </a:bodyPr>
          <a:lstStyle/>
          <a:p>
            <a:pPr marL="0" indent="457200">
              <a:buFont typeface="+mj-lt"/>
              <a:buAutoNum type="arabicPeriod"/>
            </a:pPr>
            <a:r>
              <a:rPr lang="en-US" altLang="zh-CN" sz="1400">
                <a:latin typeface="Microsoft YaHei" panose="020B0503020204020204" pitchFamily="34" charset="-122"/>
                <a:ea typeface="Microsoft YaHei" panose="020B0503020204020204" pitchFamily="34" charset="-122"/>
              </a:rPr>
              <a:t/>
            </a:r>
            <a:r>
              <a:rPr lang="zh-CN" altLang="en-US" sz="1400">
                <a:latin typeface="Microsoft YaHei" panose="020B0503020204020204" pitchFamily="34" charset="-122"/>
                <a:ea typeface="Microsoft YaHei" panose="020B0503020204020204" pitchFamily="34" charset="-122"/>
              </a:rPr>
              <a:t>一二三四五六七八九十一二三四五六七八九十一二三四五六七八九十</a:t>
            </a:r>
          </a:p>
        </p:txBody>
      </p:sp>
      <p:sp>
        <p:nvSpPr>
          <p:cNvPr id="5" name="文本框 4">
            <a:extLst>
              <a:ext uri="{FF2B5EF4-FFF2-40B4-BE49-F238E27FC236}">
                <a16:creationId xmlns:a16="http://schemas.microsoft.com/office/drawing/2014/main" id="{8AE15CF2-E03F-18E9-E2B7-057EEE1B7189}"/>
              </a:ext>
            </a:extLst>
          </p:cNvPr>
          <p:cNvSpPr txBox="1"/>
          <p:nvPr/>
        </p:nvSpPr>
        <p:spPr>
          <a:xfrm>
            <a:off x="6223000" y="381000"/>
            <a:ext cx="3810000" cy="369332"/>
          </a:xfrm>
          <a:prstGeom prst="rect">
            <a:avLst/>
          </a:prstGeom>
          <a:noFill/>
          <a:ln>
            <a:solidFill>
              <a:srgbClr val="C8C8C8"/>
            </a:solidFill>
          </a:ln>
        </p:spPr>
        <p:txBody>
          <a:bodyPr vert="horz" wrap="square" rtlCol="0">
            <a:noAutofit/>
          </a:bodyPr>
          <a:lstStyle/>
          <a:p>
            <a:pPr marL="228600" indent="114300">
              <a:buFont typeface="Arial"/>
              <a:buChar char="•"/>
            </a:pPr>
            <a:r>
              <a:rPr lang="en-US" altLang="zh-CN" sz="1400">
                <a:latin typeface="Microsoft YaHei" panose="020B0503020204020204" pitchFamily="34" charset="-122"/>
                <a:ea typeface="Microsoft YaHei" panose="020B0503020204020204" pitchFamily="34" charset="-122"/>
              </a:rPr>
              <a:t/>
            </a:r>
            <a:r>
              <a:rPr lang="zh-CN" altLang="en-US" sz="1400">
                <a:latin typeface="Microsoft YaHei" panose="020B0503020204020204" pitchFamily="34" charset="-122"/>
                <a:ea typeface="Microsoft YaHei" panose="020B0503020204020204" pitchFamily="34" charset="-122"/>
              </a:rPr>
              <a:t>一二三四五六七八九十一二三四五六七八九十一二三四五六七八九十</a:t>
            </a:r>
          </a:p>
        </p:txBody>
      </p:sp>
      <p:sp>
        <p:nvSpPr>
          <p:cNvPr id="6" name="文本框 5">
            <a:extLst>
              <a:ext uri="{FF2B5EF4-FFF2-40B4-BE49-F238E27FC236}">
                <a16:creationId xmlns:a16="http://schemas.microsoft.com/office/drawing/2014/main" id="{220DC5F3-2982-265C-846C-7DE26F52B354}"/>
              </a:ext>
            </a:extLst>
          </p:cNvPr>
          <p:cNvSpPr txBox="1"/>
          <p:nvPr/>
        </p:nvSpPr>
        <p:spPr>
          <a:xfrm>
            <a:off x="6223000" y="2286000"/>
            <a:ext cx="3810000" cy="369332"/>
          </a:xfrm>
          <a:prstGeom prst="rect">
            <a:avLst/>
          </a:prstGeom>
          <a:noFill/>
          <a:ln>
            <a:solidFill>
              <a:srgbClr val="C8C8C8"/>
            </a:solidFill>
          </a:ln>
        </p:spPr>
        <p:txBody>
          <a:bodyPr vert="horz" wrap="square" rtlCol="0">
            <a:noAutofit/>
          </a:bodyPr>
          <a:lstStyle/>
          <a:p>
            <a:pPr marL="0" indent="76200">
              <a:buFont typeface="Arial"/>
              <a:buChar char="•"/>
            </a:pPr>
            <a:r>
              <a:rPr lang="en-US" altLang="zh-CN" sz="1400">
                <a:latin typeface="Microsoft YaHei" panose="020B0503020204020204" pitchFamily="34" charset="-122"/>
                <a:ea typeface="Microsoft YaHei" panose="020B0503020204020204" pitchFamily="34" charset="-122"/>
              </a:rPr>
              <a:t/>
            </a:r>
            <a:r>
              <a:rPr lang="zh-CN" altLang="en-US" sz="1400">
                <a:latin typeface="Microsoft YaHei" panose="020B0503020204020204" pitchFamily="34" charset="-122"/>
                <a:ea typeface="Microsoft YaHei" panose="020B0503020204020204" pitchFamily="34" charset="-122"/>
              </a:rPr>
              <a:t>一二三四五六七八九十一二三四五六七八九十一二三四五六七八九十</a:t>
            </a:r>
          </a:p>
        </p:txBody>
      </p:sp>
      <p:sp>
        <p:nvSpPr>
          <p:cNvPr id="7" name="文本框 6">
            <a:extLst>
              <a:ext uri="{FF2B5EF4-FFF2-40B4-BE49-F238E27FC236}">
                <a16:creationId xmlns:a16="http://schemas.microsoft.com/office/drawing/2014/main" id="{36BBD463-F73F-A1F4-2BFF-C56BBA1FDEAD}"/>
              </a:ext>
            </a:extLst>
          </p:cNvPr>
          <p:cNvSpPr txBox="1"/>
          <p:nvPr/>
        </p:nvSpPr>
        <p:spPr>
          <a:xfrm>
            <a:off x="6223000" y="4191000"/>
            <a:ext cx="3810000" cy="369332"/>
          </a:xfrm>
          <a:prstGeom prst="rect">
            <a:avLst/>
          </a:prstGeom>
          <a:noFill/>
          <a:ln>
            <a:solidFill>
              <a:srgbClr val="C8C8C8"/>
            </a:solidFill>
          </a:ln>
        </p:spPr>
        <p:txBody>
          <a:bodyPr vert="horz" wrap="square" rtlCol="0">
            <a:noAutofit/>
          </a:bodyPr>
          <a:lstStyle/>
          <a:p>
            <a:pPr marL="342900" indent="0">
              <a:buFont typeface="Arial"/>
              <a:buChar char="•"/>
            </a:pPr>
            <a:r>
              <a:rPr lang="en-US" altLang="zh-CN" sz="1400">
                <a:latin typeface="Microsoft YaHei" panose="020B0503020204020204" pitchFamily="34" charset="-122"/>
                <a:ea typeface="Microsoft YaHei" panose="020B0503020204020204" pitchFamily="34" charset="-122"/>
              </a:rPr>
              <a:t/>
            </a:r>
            <a:r>
              <a:rPr lang="zh-CN" altLang="en-US" sz="1400">
                <a:latin typeface="Microsoft YaHei" panose="020B0503020204020204" pitchFamily="34" charset="-122"/>
                <a:ea typeface="Microsoft YaHei" panose="020B0503020204020204" pitchFamily="34" charset="-122"/>
              </a:rPr>
              <a:t>一二三四五六七八九十一二三四五六七八九十一二三四五六七八九十</a:t>
            </a:r>
          </a:p>
        </p:txBody>
      </p:sp>
    </p:spTree>
    <p:extLst>
      <p:ext uri="{BB962C8B-B14F-4D97-AF65-F5344CB8AC3E}">
        <p14:creationId xmlns:p14="http://schemas.microsoft.com/office/powerpoint/2010/main" val="18912952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Words>
  <Application>Microsoft Office PowerPoint</Application>
  <PresentationFormat>自定义</PresentationFormat>
  <Paragraphs>6</Paragraphs>
  <Slides>1</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vt:i4>
      </vt:variant>
    </vt:vector>
  </HeadingPairs>
  <TitlesOfParts>
    <vt:vector size="6" baseType="lpstr">
      <vt:lpstr>等线</vt:lpstr>
      <vt:lpstr>等线 Light</vt:lpstr>
      <vt:lpstr>Microsoft YaHei</vt:lpstr>
      <vt:lpstr>Arial</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yijin zhou</dc:creator>
  <cp:lastModifiedBy>yijin zhou</cp:lastModifiedBy>
  <cp:revision>1</cp:revision>
  <dcterms:created xsi:type="dcterms:W3CDTF">2026-10-19T04:43:12Z</dcterms:created>
  <dcterms:modified xsi:type="dcterms:W3CDTF">2026-10-19T04:43:12Z</dcterms:modified>
</cp:coreProperties>
</file>