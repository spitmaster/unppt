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F9256-9043-6585-9AE7-AB32A875C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3A7C69-88A2-E4C0-F5E6-427FF1B46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6F23B4-3F79-D30B-79A7-D2C49E92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24E4-B94F-4A51-AAE7-48AAF890C79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FAF7E8-272C-0401-0BDB-594D55D01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87C7C2-303A-7336-80AB-7DCB0DC22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AD836-340B-4DAB-9E85-38BCAB8787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395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594CE-8661-BFAB-48C7-6BD66473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52F732-CE13-CDE0-2843-AACF7744C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D86B31-DF8E-279B-7C02-42A229B3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24E4-B94F-4A51-AAE7-48AAF890C79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E3C0B7-A330-418F-8DCB-3E1C67497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CB15E4-7FBC-B21E-28BE-F38271093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AD836-340B-4DAB-9E85-38BCAB8787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54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09977-1CFC-5A82-9129-E854BD955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907A80-9E7A-9349-57BF-291F46E6A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467F40-A146-7EE6-829B-8DA8B920C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24E4-B94F-4A51-AAE7-48AAF890C79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FC3FC5-EFBF-DEC3-1AB6-8499EFB0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9D5048-7591-A4A8-9C05-9F37DF0CA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AD836-340B-4DAB-9E85-38BCAB8787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41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ABCB0-0CAB-282A-CCD6-E85D9BCBF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7B1794-CA98-31A9-2F47-F3C136734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40A55D-49E5-BA80-CB8E-1850C4B67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3B2B86-DF49-2BA7-FD85-69A8D82B3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24E4-B94F-4A51-AAE7-48AAF890C79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77DF10-982E-C1BA-0AD2-E7ECADFC1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E1A3FF-39D0-F334-6370-4A28E8BF5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AD836-340B-4DAB-9E85-38BCAB8787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529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01AB9-D948-03E9-0DED-B93CCE6A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C4F29A-1614-9F25-5DE2-8C6F9C5CE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1C9CB1-D016-A38B-7EE0-A796D86CC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F64C2CF-5B90-39E6-ACA8-6506B7B1D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3C17F9-25DC-B6AF-E0E1-2F5FF9833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BF7965-D925-CA9A-2FAA-777E2A4BA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24E4-B94F-4A51-AAE7-48AAF890C79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1BD9B8B-83A8-28B7-2AA5-94F9ECF7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4B9B5-C6FF-94F9-66FF-AFF4D37A3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AD836-340B-4DAB-9E85-38BCAB8787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654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8C159-CAD9-32D1-7F89-DCDB9666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407FC8-7269-0CF9-DAA5-7EA1DB13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24E4-B94F-4A51-AAE7-48AAF890C79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EE5142-8CC0-C9A2-CD5E-BF131B895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4C3063-905F-5FE9-8592-3B8885DCF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AD836-340B-4DAB-9E85-38BCAB8787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228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4432EF-DF43-B117-617E-A9A99FCAE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24E4-B94F-4A51-AAE7-48AAF890C79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96C87E-4696-AD07-63C8-39F607114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DE1B7B-8B0E-FD3A-66D9-FFE1EA12A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AD836-340B-4DAB-9E85-38BCAB8787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424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F1FA6-C9F9-B3B8-3C29-17F62DE7B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B44BE7-04B7-64D8-8095-6B20404A1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102CC8-244E-CBE4-B2A6-69092FC19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B6C67C-71D2-7156-7D03-40C5C7F4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24E4-B94F-4A51-AAE7-48AAF890C79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09D8CB-7F88-0943-A51A-6C835C39F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F7837F-9574-0D59-CEED-5482249BB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AD836-340B-4DAB-9E85-38BCAB8787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26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605262-AFB1-C4E6-6D49-FD8062E96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6554737-D2D2-8510-84AB-8338E46E8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6C6F6C-C039-69CD-BEE4-B430D3B80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D83749-6EB6-6C3E-8D54-000FDD626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24E4-B94F-4A51-AAE7-48AAF890C79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F4D536-32C7-F9FD-48F6-A118DE50F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CAA2C6-6A81-DAE6-A48E-9C3B68B23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AD836-340B-4DAB-9E85-38BCAB8787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738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CDD0E-E2CB-0C27-7CBB-2F57B5A6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DF8ADF-D092-362E-7338-A2D544A35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09DE1E-8DF6-4E02-601A-AA85D6C16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24E4-B94F-4A51-AAE7-48AAF890C79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872EFE-6CB3-DBEB-808A-37176135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B44243-631F-A88C-8C3F-BBBCAF87A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AD836-340B-4DAB-9E85-38BCAB8787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90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AFF380-B966-FFB5-A363-EAB4361FF5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83508D-675D-6673-F226-4B7D49EF8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C376AF-1029-5E6F-9D51-3777C89F9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A24E4-B94F-4A51-AAE7-48AAF890C79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5A9F3-FBD8-FAEE-EF52-4FD2FD6EC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DB91A7-D78D-4F91-6696-DFF27E357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AD836-340B-4DAB-9E85-38BCAB8787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54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2307F9-20B7-C138-CA6B-D04C6141E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E52E10-4E9A-2047-058E-174B148F0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585963-3C8F-52F4-8DE2-221463D65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8A24E4-B94F-4A51-AAE7-48AAF890C798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814E6D-3910-2F3C-AE73-41CE72436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CDDF16-E43B-9E7E-4A11-0E9D599A1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AD836-340B-4DAB-9E85-38BCAB8787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5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56941FB-E8CC-8F84-F696-DCB4BD35F6D5}"/>
              </a:ext>
            </a:extLst>
          </p:cNvPr>
          <p:cNvSpPr txBox="1"/>
          <p:nvPr/>
        </p:nvSpPr>
        <p:spPr>
          <a:xfrm>
            <a:off x="381000" y="381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Unppt Missing Gap" pitchFamily="34" charset="-128"/>
                <a:ea typeface="Unppt Missing Gap" pitchFamily="34" charset="-128"/>
              </a:rPr>
              <a:t>第 </a:t>
            </a:r>
            <a:r>
              <a:rPr lang="en-US" altLang="zh-CN" sz="2800">
                <a:latin typeface="Unppt Missing Gap" pitchFamily="34" charset="-128"/>
                <a:ea typeface="Unppt Missing Gap" pitchFamily="34" charset="-128"/>
              </a:rPr>
              <a:t>1 </a:t>
            </a:r>
            <a:r>
              <a:rPr lang="zh-CN" altLang="en-US" sz="2800">
                <a:latin typeface="Unppt Missing Gap" pitchFamily="34" charset="-128"/>
                <a:ea typeface="Unppt Missing Gap" pitchFamily="34" charset="-128"/>
              </a:rPr>
              <a:t>页 客户提供数字化企业大学解决方案的建设和运营服务</a:t>
            </a:r>
          </a:p>
        </p:txBody>
      </p:sp>
    </p:spTree>
    <p:extLst>
      <p:ext uri="{BB962C8B-B14F-4D97-AF65-F5344CB8AC3E}">
        <p14:creationId xmlns:p14="http://schemas.microsoft.com/office/powerpoint/2010/main" val="1364618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7B40ABD-D037-2D9F-3156-C79ED3B136BC}"/>
              </a:ext>
            </a:extLst>
          </p:cNvPr>
          <p:cNvSpPr txBox="1"/>
          <p:nvPr/>
        </p:nvSpPr>
        <p:spPr>
          <a:xfrm>
            <a:off x="381000" y="381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Unppt Missing Other"/>
                <a:ea typeface="Unppt Missing Other"/>
              </a:rPr>
              <a:t>第 </a:t>
            </a:r>
            <a:r>
              <a:rPr lang="en-US" altLang="zh-CN" sz="2800">
                <a:latin typeface="Unppt Missing Other"/>
                <a:ea typeface="Unppt Missing Other"/>
              </a:rPr>
              <a:t>2 </a:t>
            </a:r>
            <a:r>
              <a:rPr lang="zh-CN" altLang="en-US" sz="2800">
                <a:latin typeface="Unppt Missing Other"/>
                <a:ea typeface="Unppt Missing Other"/>
              </a:rPr>
              <a:t>页 客户提供数字化企业大学解决方案的建设和运营服务</a:t>
            </a:r>
          </a:p>
        </p:txBody>
      </p:sp>
    </p:spTree>
    <p:extLst>
      <p:ext uri="{BB962C8B-B14F-4D97-AF65-F5344CB8AC3E}">
        <p14:creationId xmlns:p14="http://schemas.microsoft.com/office/powerpoint/2010/main" val="240789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D2BE77F-BE50-F67E-5514-F1471BA8D5A7}"/>
              </a:ext>
            </a:extLst>
          </p:cNvPr>
          <p:cNvSpPr txBox="1"/>
          <p:nvPr/>
        </p:nvSpPr>
        <p:spPr>
          <a:xfrm>
            <a:off x="381000" y="381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Unppt Missing Gap"/>
                <a:ea typeface="Unppt Missing Gap"/>
              </a:rPr>
              <a:t>第 </a:t>
            </a:r>
            <a:r>
              <a:rPr lang="en-US" altLang="zh-CN" sz="2800">
                <a:latin typeface="Unppt Missing Gap"/>
                <a:ea typeface="Unppt Missing Gap"/>
              </a:rPr>
              <a:t>3 </a:t>
            </a:r>
            <a:r>
              <a:rPr lang="zh-CN" altLang="en-US" sz="2800">
                <a:latin typeface="Unppt Missing Gap"/>
                <a:ea typeface="Unppt Missing Gap"/>
              </a:rPr>
              <a:t>页 客户提供数字化企业大学解决方案的建设和运营服务</a:t>
            </a:r>
          </a:p>
        </p:txBody>
      </p:sp>
    </p:spTree>
    <p:extLst>
      <p:ext uri="{BB962C8B-B14F-4D97-AF65-F5344CB8AC3E}">
        <p14:creationId xmlns:p14="http://schemas.microsoft.com/office/powerpoint/2010/main" val="2610221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764DF27-99A8-5153-CFF8-B6A5EF6F689E}"/>
              </a:ext>
            </a:extLst>
          </p:cNvPr>
          <p:cNvSpPr txBox="1"/>
          <p:nvPr/>
        </p:nvSpPr>
        <p:spPr>
          <a:xfrm>
            <a:off x="381000" y="381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Unppt Missing Gap" pitchFamily="34" charset="-128"/>
                <a:ea typeface="Unppt Missing Gap" pitchFamily="34" charset="-128"/>
              </a:rPr>
              <a:t>第 </a:t>
            </a:r>
            <a:r>
              <a:rPr lang="en-US" altLang="zh-CN" sz="2800">
                <a:latin typeface="Unppt Missing Gap" pitchFamily="34" charset="-128"/>
                <a:ea typeface="Unppt Missing Gap" pitchFamily="34" charset="-128"/>
              </a:rPr>
              <a:t>4 </a:t>
            </a:r>
            <a:r>
              <a:rPr lang="zh-CN" altLang="en-US" sz="2800">
                <a:latin typeface="Unppt Missing Gap" pitchFamily="34" charset="-128"/>
                <a:ea typeface="Unppt Missing Gap" pitchFamily="34" charset="-128"/>
              </a:rPr>
              <a:t>页 客户提供数字化企业大学解决方案的建设和运营服务</a:t>
            </a:r>
          </a:p>
        </p:txBody>
      </p:sp>
    </p:spTree>
    <p:extLst>
      <p:ext uri="{BB962C8B-B14F-4D97-AF65-F5344CB8AC3E}">
        <p14:creationId xmlns:p14="http://schemas.microsoft.com/office/powerpoint/2010/main" val="1564447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C9798C-DF30-4000-CA49-4846DF25F804}"/>
              </a:ext>
            </a:extLst>
          </p:cNvPr>
          <p:cNvSpPr txBox="1"/>
          <p:nvPr/>
        </p:nvSpPr>
        <p:spPr>
          <a:xfrm>
            <a:off x="381000" y="381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Unppt Missing Gap"/>
                <a:ea typeface="Unppt Missing Gap"/>
              </a:rPr>
              <a:t>第 </a:t>
            </a:r>
            <a:r>
              <a:rPr lang="en-US" altLang="zh-CN" sz="2800">
                <a:latin typeface="Unppt Missing Gap"/>
                <a:ea typeface="Unppt Missing Gap"/>
              </a:rPr>
              <a:t>5 </a:t>
            </a:r>
            <a:r>
              <a:rPr lang="zh-CN" altLang="en-US" sz="2800">
                <a:latin typeface="Unppt Missing Gap"/>
                <a:ea typeface="Unppt Missing Gap"/>
              </a:rPr>
              <a:t>页 客户提供数字化企业大学解决方案的建设和运营服务</a:t>
            </a:r>
          </a:p>
        </p:txBody>
      </p:sp>
    </p:spTree>
    <p:extLst>
      <p:ext uri="{BB962C8B-B14F-4D97-AF65-F5344CB8AC3E}">
        <p14:creationId xmlns:p14="http://schemas.microsoft.com/office/powerpoint/2010/main" val="3630889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自定义</PresentationFormat>
  <Paragraphs>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MarkerFont0</vt:lpstr>
      <vt:lpstr>MarkerFont1</vt:lpstr>
      <vt:lpstr>MarkerFont2</vt:lpstr>
      <vt:lpstr>MarkerFont3</vt:lpstr>
      <vt:lpstr>MarkerFont4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2026-10-15T21:41:42Z</dcterms:created>
  <dcterms:modified xsi:type="dcterms:W3CDTF">2026-10-15T21:41:42Z</dcterms:modified>
</cp:coreProperties>
</file>