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C0DD0F-B9B0-FF9A-E30C-28D68DE627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8286D0E-1B3D-BD6E-341D-30A81B60D7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BE01B4-A64A-4BDC-3B89-B9B3EE6CD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343AA-1D12-43CC-A1FB-3D9794C507C5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0CD3B2-422C-8BCB-9E4C-B6503B0AF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08D7D2-D4EE-6F74-A4A0-93A41823E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A602E-3B5B-4FB7-B521-C11B12CA33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1938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FE9A13-FE32-481E-0F6A-159B139A3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0D9A01-533C-12AB-1DB8-C31F6E001B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B317A7-F201-DC81-2231-0E5F67875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343AA-1D12-43CC-A1FB-3D9794C507C5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9A1108-FE40-07A4-3770-A37FE206D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32268C-A75E-101A-F718-5DA75AF79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A602E-3B5B-4FB7-B521-C11B12CA33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8370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C9C0F5-6E28-9226-1784-CA42EB23A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F41F55B-C4BA-A0ED-333E-66DF7B5B07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80E69C-232F-6998-3B48-528535260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343AA-1D12-43CC-A1FB-3D9794C507C5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C8BC6D-97EA-57BD-36A7-E0F604785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DCEA26-9595-DCE8-CE37-82D1B8953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A602E-3B5B-4FB7-B521-C11B12CA33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9968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829041-CA64-D19E-0C2A-B549E0D75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F0B500-2D47-8E85-F162-0567B05289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B124F86-8AF6-1FE4-E341-0DDC4A84ED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9FE2B9D-D32F-B30B-9F55-A45DA548B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343AA-1D12-43CC-A1FB-3D9794C507C5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FF192E6-412A-ADBF-4277-9EF18B2DB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10CE209-0403-4D18-066A-E6E941D35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A602E-3B5B-4FB7-B521-C11B12CA33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6065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0FE733-E4A4-8D0D-BD5A-AB19D7E43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4EDAD3C-0095-5435-90AA-69F9D845B1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9AA106E-6675-B3D7-478D-450049AD47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FB0E4EF-FD1C-B361-5E3E-43A1621102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2E36309-C9FC-9DF8-E2C2-A2A46B2867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2A2F2A9-CA14-B208-E064-395CA1099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343AA-1D12-43CC-A1FB-3D9794C507C5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11A7110-6DB1-AEC8-DB54-6DE225F37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E689367-05A0-FC34-095F-0EF96F832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A602E-3B5B-4FB7-B521-C11B12CA33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3472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DDBF69-8D6C-8145-900E-FE2946B56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599F576-42E6-ED64-A3E0-25069873A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343AA-1D12-43CC-A1FB-3D9794C507C5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DB0E59A-DA25-EBF6-07FD-D4A556C28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C6E1E23-34C5-3060-E523-794D1EF42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A602E-3B5B-4FB7-B521-C11B12CA33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397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A8E9CF4-9115-D1F4-6BC0-79ADCB716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343AA-1D12-43CC-A1FB-3D9794C507C5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3E6141C-7659-5CB7-FB59-ABBA4C75D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F615337-7D89-E77C-8933-3390FD977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A602E-3B5B-4FB7-B521-C11B12CA33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899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D9106E-46C7-D9C1-2074-1ACEA0857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7E1FAC-9323-5195-3670-25163BEF39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DCD76F2-8879-7708-D614-75F96FA6AE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8ACFB08-674F-FB48-26F2-43A81AE78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343AA-1D12-43CC-A1FB-3D9794C507C5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B55D9FA-11CC-D5ED-8BAF-3C06C87A8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FFCF334-DC2E-4247-DF33-9A9BEE481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A602E-3B5B-4FB7-B521-C11B12CA33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6627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A96833-11B5-76BF-16EA-D96129C52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1920C08-FEC4-DA57-4C0C-DA78AF44FB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DF63F16-CF07-342A-1A63-1EAA1240F1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40F9D38-F276-2B45-4F96-2128012D7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343AA-1D12-43CC-A1FB-3D9794C507C5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9DAFDE2-0D41-165C-98D4-18EF1AC36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E199E6C-AF00-BC21-2282-1DA152B66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A602E-3B5B-4FB7-B521-C11B12CA33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4055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22678F-EC7B-0502-9FB6-1C43854D3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8CACBAD-0CA4-CBC3-4661-5555CC092B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FCC962-AD6E-6630-783B-95793B143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343AA-1D12-43CC-A1FB-3D9794C507C5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87272F-680D-6847-E5B7-604F35083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C3E45A-6894-B57A-6478-54DBAE0CA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A602E-3B5B-4FB7-B521-C11B12CA33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3611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CB21CB9-5996-44BE-5106-CF8F713673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DFC9104-F1AA-0F46-70B1-9BB5DA7E28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670052-E9FD-A1FA-B5DD-9A6AA0850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343AA-1D12-43CC-A1FB-3D9794C507C5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A8FC7C-E61C-1F84-C8CF-046B02EFE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9EBDCE-289E-CF62-5087-A7521DB90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A602E-3B5B-4FB7-B521-C11B12CA33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1423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4F7F590-6799-7D1E-B99E-59044B99D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3B1F69C-8AB8-E502-267B-1D0B018DE3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BC3DBE-8489-5174-1B85-30A5070E8E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0343AA-1D12-43CC-A1FB-3D9794C507C5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D52D70-3658-9958-B12C-95DB28A745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DAF256-5647-341B-4170-2089F77EA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1A602E-3B5B-4FB7-B521-C11B12CA33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2916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E017F28-A6E3-FA98-5060-E61EBF78FC3A}"/>
              </a:ext>
            </a:extLst>
          </p:cNvPr>
          <p:cNvSpPr/>
          <p:nvPr/>
        </p:nvSpPr>
        <p:spPr>
          <a:xfrm>
            <a:off x="508000" y="762000"/>
            <a:ext cx="2540000" cy="2540000"/>
          </a:xfrm>
          <a:prstGeom prst="rect">
            <a:avLst/>
          </a:prstGeom>
          <a:solidFill>
            <a:srgbClr val="FEEC94">
              <a:shade val="46275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90102DB-080B-C8C3-06FC-4566C6376FFD}"/>
              </a:ext>
            </a:extLst>
          </p:cNvPr>
          <p:cNvSpPr/>
          <p:nvPr/>
        </p:nvSpPr>
        <p:spPr>
          <a:xfrm>
            <a:off x="3365500" y="762000"/>
            <a:ext cx="2540000" cy="2540000"/>
          </a:xfrm>
          <a:prstGeom prst="rect">
            <a:avLst/>
          </a:prstGeom>
          <a:solidFill>
            <a:srgbClr val="FEEC94">
              <a:gamma/>
              <a:shade val="46275"/>
              <a:invGamma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40340F2-6D7A-F15F-9FEB-9726FE90BC01}"/>
              </a:ext>
            </a:extLst>
          </p:cNvPr>
          <p:cNvSpPr/>
          <p:nvPr/>
        </p:nvSpPr>
        <p:spPr>
          <a:xfrm>
            <a:off x="6223000" y="762000"/>
            <a:ext cx="2540000" cy="2540000"/>
          </a:xfrm>
          <a:prstGeom prst="rect">
            <a:avLst/>
          </a:prstGeom>
          <a:solidFill>
            <a:srgbClr val="FEEC94">
              <a:tint val="4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41DA3A-7E26-E77F-AAE1-0C63C851FC01}"/>
              </a:ext>
            </a:extLst>
          </p:cNvPr>
          <p:cNvSpPr/>
          <p:nvPr/>
        </p:nvSpPr>
        <p:spPr>
          <a:xfrm>
            <a:off x="9080500" y="762000"/>
            <a:ext cx="2540000" cy="2540000"/>
          </a:xfrm>
          <a:prstGeom prst="rect">
            <a:avLst/>
          </a:prstGeom>
          <a:solidFill>
            <a:srgbClr val="FEEC94">
              <a:gamma/>
              <a:tint val="40000"/>
              <a:invGamma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1CD67B2-7ACF-5C7E-9946-E1BF6EB1CFD2}"/>
              </a:ext>
            </a:extLst>
          </p:cNvPr>
          <p:cNvSpPr/>
          <p:nvPr/>
        </p:nvSpPr>
        <p:spPr>
          <a:xfrm>
            <a:off x="508000" y="3810000"/>
            <a:ext cx="2540000" cy="2540000"/>
          </a:xfrm>
          <a:prstGeom prst="rect">
            <a:avLst/>
          </a:prstGeom>
          <a:solidFill>
            <a:srgbClr val="4472C4">
              <a:shade val="5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3DB986-08AF-E4E9-392C-338A8A268F82}"/>
              </a:ext>
            </a:extLst>
          </p:cNvPr>
          <p:cNvSpPr/>
          <p:nvPr/>
        </p:nvSpPr>
        <p:spPr>
          <a:xfrm>
            <a:off x="3365500" y="3810000"/>
            <a:ext cx="2540000" cy="2540000"/>
          </a:xfrm>
          <a:prstGeom prst="rect">
            <a:avLst/>
          </a:prstGeom>
          <a:solidFill>
            <a:srgbClr val="4472C4">
              <a:gamma/>
              <a:shade val="50000"/>
              <a:invGamma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D452D36-538F-D858-6BE6-9C8096D34FBC}"/>
              </a:ext>
            </a:extLst>
          </p:cNvPr>
          <p:cNvSpPr/>
          <p:nvPr/>
        </p:nvSpPr>
        <p:spPr>
          <a:xfrm>
            <a:off x="6223000" y="3810000"/>
            <a:ext cx="2540000" cy="2540000"/>
          </a:xfrm>
          <a:prstGeom prst="rect">
            <a:avLst/>
          </a:prstGeom>
          <a:solidFill>
            <a:srgbClr val="4472C4">
              <a:gamma/>
              <a:lumMod val="50000"/>
              <a:invGamma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E3FBDA9-A02B-03B4-AC72-18FE58014BBA}"/>
              </a:ext>
            </a:extLst>
          </p:cNvPr>
          <p:cNvSpPr/>
          <p:nvPr/>
        </p:nvSpPr>
        <p:spPr>
          <a:xfrm>
            <a:off x="9080500" y="3810000"/>
            <a:ext cx="2540000" cy="2540000"/>
          </a:xfrm>
          <a:prstGeom prst="rect">
            <a:avLst/>
          </a:prstGeom>
          <a:solidFill>
            <a:srgbClr val="4472C4">
              <a:gamma/>
              <a:invGamma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91758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2026-10-15T13:24:18Z</dcterms:created>
  <dcterms:modified xsi:type="dcterms:W3CDTF">2026-10-15T13:24:18Z</dcterms:modified>
</cp:coreProperties>
</file>