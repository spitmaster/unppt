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8D-403E-8AC1-E5A06A262D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8D-403E-8AC1-E5A06A262D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8D-403E-8AC1-E5A06A262D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0165520"/>
        <c:axId val="1760167440"/>
      </c:barChart>
      <c:catAx>
        <c:axId val="1760165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0167440"/>
        <c:crosses val="autoZero"/>
        <c:auto val="1"/>
        <c:lblAlgn val="ctr"/>
        <c:lblOffset val="100"/>
        <c:noMultiLvlLbl val="0"/>
      </c:catAx>
      <c:valAx>
        <c:axId val="176016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016552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B-4026-BB0A-B626A162C7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AB-4026-BB0A-B626A162C7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AB-4026-BB0A-B626A162C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172703"/>
        <c:axId val="402173183"/>
      </c:lineChart>
      <c:catAx>
        <c:axId val="40217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2173183"/>
        <c:crosses val="autoZero"/>
        <c:auto val="1"/>
        <c:lblAlgn val="ctr"/>
        <c:lblOffset val="100"/>
        <c:noMultiLvlLbl val="0"/>
      </c:catAx>
      <c:valAx>
        <c:axId val="402173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217270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2">
                  <c:v>3.5</c:v>
                </c:pt>
                <c:pt idx="3">
                  <c:v>4.5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86-46D0-8608-3E6F513F71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3">
                  <c:v>2.8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86-46D0-8608-3E6F513F7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7830239"/>
        <c:axId val="397828799"/>
      </c:lineChart>
      <c:catAx>
        <c:axId val="397830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7828799"/>
        <c:crosses val="autoZero"/>
        <c:auto val="1"/>
        <c:lblAlgn val="ctr"/>
        <c:lblOffset val="100"/>
        <c:noMultiLvlLbl val="0"/>
      </c:catAx>
      <c:valAx>
        <c:axId val="397828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7830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2">
                  <c:v>3.5</c:v>
                </c:pt>
                <c:pt idx="3">
                  <c:v>4.5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4E-4227-A7E8-B45562854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3">
                  <c:v>2.8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4E-4227-A7E8-B45562854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218143"/>
        <c:axId val="400217663"/>
      </c:lineChart>
      <c:catAx>
        <c:axId val="400218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0217663"/>
        <c:crosses val="autoZero"/>
        <c:auto val="1"/>
        <c:lblAlgn val="ctr"/>
        <c:lblOffset val="100"/>
        <c:noMultiLvlLbl val="0"/>
      </c:catAx>
      <c:valAx>
        <c:axId val="400217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0218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2">
                  <c:v>3.5</c:v>
                </c:pt>
                <c:pt idx="3">
                  <c:v>4.5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F1-40B0-87C2-6F5C4AF7BA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3">
                  <c:v>2.8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F1-40B0-87C2-6F5C4AF7B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8805823"/>
        <c:axId val="408802463"/>
      </c:lineChart>
      <c:catAx>
        <c:axId val="408805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8802463"/>
        <c:crosses val="autoZero"/>
        <c:auto val="1"/>
        <c:lblAlgn val="ctr"/>
        <c:lblOffset val="100"/>
        <c:noMultiLvlLbl val="0"/>
      </c:catAx>
      <c:valAx>
        <c:axId val="408802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8805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D5-408A-9CAF-08A2C89511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D5-408A-9CAF-08A2C89511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CD5-408A-9CAF-08A2C8951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65000"/>
                  <a:lumOff val="3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</c:downBars>
        </c:upDownBars>
        <c:smooth val="0"/>
        <c:axId val="1761368512"/>
        <c:axId val="1761371872"/>
      </c:lineChart>
      <c:catAx>
        <c:axId val="176136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1371872"/>
        <c:crosses val="autoZero"/>
        <c:auto val="1"/>
        <c:lblAlgn val="ctr"/>
        <c:lblOffset val="100"/>
        <c:noMultiLvlLbl val="0"/>
      </c:catAx>
      <c:valAx>
        <c:axId val="176137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136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B0C25-D85E-03D9-143C-A3A72FA1A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12833F-01CC-1E38-4301-89D2F5612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ACBB4-320D-44A6-9FE8-CA2BF2E2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2DD2F-8CEC-33DC-5B91-B84C5DCD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FEF7B-C774-89EA-58EC-C7847BCC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13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DF39F-D29A-A6A1-D5AC-618EB477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EFC95-417F-71F2-94A2-11DBF9A84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029DEA-D6CF-469A-A58E-B1BF5DD5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B73A6A-D6B6-EE78-5C98-6CCCE0F0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B1E63-6F89-CDF5-D9FE-778DAA04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691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6E7B7-3118-3EE8-8914-8F39DCF7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10010-9614-EAA7-7D55-E51F0CE94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081FBC-FF8D-BCCB-482E-BD9ED8B94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5E90E-42E4-B444-9F84-1E444428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7C450-D2F2-6A84-7375-3759C8C8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03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190D0-AAC6-E5DC-1518-BCF1D0BC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0775F4-C6C7-74A3-8C40-E8F2C24AD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3EB53F-5D6A-6D28-D2C6-DFF1A0F02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3323EA-5DC6-1AB8-118D-9E504F7B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770BF-1C40-34DD-2DA3-8E3E5D1C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F9646B-B1EF-B6F1-EB8D-42A8CDD7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88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9B33E-5888-6EDE-CAF6-1C6100BE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0AD0E4-74D7-E73B-6B8B-DDD85098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C165B0-E282-CA56-5AB5-B762F29E7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B46EA7-E94F-0783-5E73-ED7F903DE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5F0A42-E510-DEEE-89BC-73F957CCB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EE7FAA-28EE-242D-3013-D06D7F7D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108704-9AD6-581C-A4D5-1FAE90F1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D92B5D-464F-B203-7441-BCE9441A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21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F1361-C61B-F13C-BBDF-6DCC81C8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EF03A7-0787-6EB9-C4F4-B4C14527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374812-93C5-8F21-3A5B-76E4E0A7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AE2937-6A55-C4AD-CCB5-C40204C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78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BBF58E-0A5B-A46A-05D5-2084ED8E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A6582A-8FE6-B5D4-EE15-5403A4CC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F3F91D-85AC-03F9-828E-079DF927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00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FCFD4-938C-1C2E-D3BF-E31E26B8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A9415B-957C-00FA-D252-F59F8121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91C70-1740-83DF-8EED-F5152B28D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A655FA-DC31-AB4B-3775-EFE4CEA0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6DC763-7B01-9164-237D-D158B084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1A4BD1-E38A-E148-D4F8-231BDDAD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06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927E5-AA0F-F22B-246E-DDD22611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323E35-BF77-09BA-1F18-EBF30E33E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37E015-C335-1D4D-C2A2-AB69F02B1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548C03-D68E-F8E0-F7F9-61E09F54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8E2121-CBA1-582A-5897-2CC04ACB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ABDC0F-AAD9-1FDE-B9D9-6DA732F0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01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312A7-3C8C-42A7-DD19-39432AAA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94E91F-B248-7729-2916-876C1EFCF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D74AFB-DF4A-98BE-B706-63A4084B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E5F3B1-F2BD-F83B-69F5-F12C5FE1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B72418-5CBE-406B-AFBE-7D82792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89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AC324B-EADA-F1E6-8AED-BCCB1AA1F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8EDEA9-A0A6-27DA-8197-AC6A41C60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A6C25B-D14E-E9C3-45BD-AC97A7D1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95F0D-9BC1-4FA3-C017-71435E74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0CB78-39C3-DB08-2226-99524160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08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59D867-3B54-8B9B-E3E9-4C45954C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968432-8F78-6EA6-7DDD-183B5C795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05B1A-6D67-9517-FD24-7128DECB3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88CF3-7581-4D96-956E-1CC7761772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953714-0A58-C69E-93D9-54D9211E1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A1A38-6EA7-DDED-0F3D-ADB4489BB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8B668-61F6-4AB6-8876-776C2C113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20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40562EE-9938-61E9-9CC8-5B3FF43C2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2463537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5586CAD6-D32C-1F18-559C-CABDC5EC5F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9487456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156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7CCAC44C-9345-A087-7855-63A221AFC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7435486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937B376-CCCC-E6C0-5C6D-1C78AA9663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7779688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5864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4CE0BB6-C6FB-1C2F-B2EF-A4AA67A80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51503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42AD1B7-E115-9CD4-6811-0C49EF703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006230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0639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2026-10-13T20:58:18Z</dcterms:created>
  <dcterms:modified xsi:type="dcterms:W3CDTF">2026-10-13T20:58:18Z</dcterms:modified>
</cp:coreProperties>
</file>