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B7A2D-8608-79AC-2FD9-75450DC00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F1D7C4-4664-BDD5-6349-065BA7F04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D48F0B-E577-E4CE-76BB-D9846867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D3BFD0-F249-8E9C-C960-7E22CC46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F7EEE1-F271-63A0-D5E6-FD7183F5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06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14532-33D4-9FDE-8B33-BDAF4E006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6D1E0E-B901-33B5-A7BF-39758F2E5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7980E-5677-DB2F-C06D-4C0A591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2F277F-64EE-5CE0-E714-C909F551F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4B1ED-10C5-6C85-2042-7962CCF0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188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65680-67A0-9030-D1A6-ECE2A87F8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02BF25-DA04-0057-CCFA-563F48F49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40D8EB-A78D-87DD-5289-5F494A02C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B1CFB-BC5A-D1F6-EDC3-7FB3858E2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C201CB-BE36-1AB3-DE14-F586C908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45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C365E-F563-D562-DC95-163DEFA2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93F8B0-5939-94EE-C297-D40091835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8FD5C9-5264-DE06-EC4F-F993EC157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EE3050-A354-C025-13BC-C2E2FF53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5B13EA-E832-F928-61A2-7DE653AE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381796-0ECB-2CE4-91FF-142E34ED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79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62DD7-4D78-7F40-9E19-F4D17CFE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1E2C97-B502-AB2D-E24E-CBE0A5BDA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1B9E60-3159-A0AE-629A-9F3BF1462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CC95329-ADC5-4E59-4B81-3F0006B6E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9139A1-4CCA-7644-ECCA-62CC15A6B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8B3DFE-25C0-F5AF-0052-F85A78E5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DA72F3-A84B-ECBA-A2C1-142B9F8C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83298C-6398-2C20-DF32-158DCCB4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16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E69DA-0F7E-8A37-079E-C108FCC0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5BBFDC-368A-7CC5-2A7D-2162A2DBF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715289-BF0F-D426-D8EF-3A3E2E9FB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A6397C-4E6E-90F5-7693-099CEC05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89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85833F-6175-67A7-F197-AC4DED1F8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D20920-3897-10A1-FA17-372BC49B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B04CF5-E067-D64C-B3FA-931D812F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623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3F67F-CDAB-4D28-F50C-6AFCE191A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4150F9-D166-4AED-6850-7626B4F43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5AC518-D8A3-A839-B2E2-0DF307988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EA8640-9B42-7B31-5A6A-F26D9C9E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D3D063-ED5D-5A13-69B3-A76994C6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DEE155-6FA6-34E7-B77C-5859C3F2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71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DD874-2977-BFB0-C3DA-1C4C86871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BBFB38-DDB6-12F6-10A1-35F2ACE3EC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8A66B7-9A0E-7EAA-3635-7AC6742D2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53C919-1426-BA92-E5C4-F841E4EF1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97AE0-F968-DFBF-28D9-821FC2F7A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8FE7E5-8C55-E91C-B012-9319A831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540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77D5A-A1E8-CD42-FD9F-E30EC0CE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843A3C-0479-5EF2-E1F3-81853BFA0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158578-B5C6-7D1B-52D1-A4170F6D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4EE10B-A93F-B010-4162-0A2DEDB8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4D7B9B-092D-9C2B-1D0A-06C93CE7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15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56A902-40CC-49BF-E948-0D708CD4B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CD35A0-4F63-E8F1-4FE7-59E8C97FF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DCDEE9-33ED-5BDE-1A9B-C12586E9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98B2B9-37A7-4C10-CB1E-BEEF0287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82A220-84C5-171D-B1B5-0BACDAB9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98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AC0493-C029-BDA5-52A7-94EBB92C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C9E8F2-1640-E0CB-ACDC-511DE03CB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DB8D0-910F-BB66-1DF2-6504202BA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BBD2F-0A13-43B6-8479-7D0C86404D24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CD914F-90C3-4FC8-6D05-AF3325693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126340-5F81-D93C-D6A4-AE015B856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8222F4-1D38-443C-84C7-00F352D172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823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3F7106D-0724-F95C-7FDB-68A162C8E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976169"/>
              </p:ext>
            </p:extLst>
          </p:nvPr>
        </p:nvGraphicFramePr>
        <p:xfrm>
          <a:off x="762000" y="762000"/>
          <a:ext cx="106680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77779450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10810164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208358255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928975965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r>
                        <a:rPr lang="zh-CN" altLang="en-US"/>
                        <a:t>第 </a:t>
                      </a:r>
                      <a:r>
                        <a:rPr lang="en-US" altLang="zh-CN"/>
                        <a:t>1 </a:t>
                      </a:r>
                      <a:r>
                        <a:rPr lang="zh-CN" altLang="en-US"/>
                        <a:t>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第 </a:t>
                      </a:r>
                      <a:r>
                        <a:rPr lang="en-US" altLang="zh-CN"/>
                        <a:t>2 </a:t>
                      </a:r>
                      <a:r>
                        <a:rPr lang="zh-CN" altLang="en-US"/>
                        <a:t>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第 </a:t>
                      </a:r>
                      <a:r>
                        <a:rPr lang="en-US" altLang="zh-CN"/>
                        <a:t>3 </a:t>
                      </a:r>
                      <a:r>
                        <a:rPr lang="zh-CN" altLang="en-US"/>
                        <a:t>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第 </a:t>
                      </a:r>
                      <a:r>
                        <a:rPr lang="en-US" altLang="zh-CN"/>
                        <a:t>4 </a:t>
                      </a:r>
                      <a:r>
                        <a:rPr lang="zh-CN" altLang="en-US"/>
                        <a:t>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08119"/>
                  </a:ext>
                </a:extLst>
              </a:tr>
              <a:tr h="4064000">
                <a:tc>
                  <a:txBody>
                    <a:bodyPr/>
                    <a:lstStyle/>
                    <a:p>
                      <a:r>
                        <a:rPr lang="zh-CN" altLang="en-US" sz="2800"/>
                        <a:t>竖排文字</a:t>
                      </a:r>
                    </a:p>
                  </a:txBody>
                  <a:tcPr vert="mongolianVert"/>
                </a:tc>
                <a:tc>
                  <a:txBody>
                    <a:bodyPr/>
                    <a:lstStyle/>
                    <a:p>
                      <a:r>
                        <a:rPr lang="zh-CN" altLang="en-US" sz="2800"/>
                        <a:t>向上 </a:t>
                      </a:r>
                      <a:r>
                        <a:rPr lang="en-US" altLang="zh-CN" sz="2800"/>
                        <a:t>Upward</a:t>
                      </a:r>
                      <a:endParaRPr lang="zh-CN" altLang="en-US" sz="2800"/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zh-CN" altLang="en-US" sz="2800"/>
                        <a:t>向下 </a:t>
                      </a:r>
                      <a:r>
                        <a:rPr lang="en-US" altLang="zh-CN" sz="2800"/>
                        <a:t>Downward</a:t>
                      </a:r>
                      <a:endParaRPr lang="zh-CN" altLang="en-US" sz="2800"/>
                    </a:p>
                  </a:txBody>
                  <a:tcPr vert="vert"/>
                </a:tc>
                <a:tc>
                  <a:txBody>
                    <a:bodyPr/>
                    <a:lstStyle/>
                    <a:p>
                      <a:r>
                        <a:rPr lang="zh-CN" altLang="en-US" sz="2800"/>
                        <a:t>横排对照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213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25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2026-10-13T08:46:37Z</dcterms:created>
  <dcterms:modified xsi:type="dcterms:W3CDTF">2026-10-13T08:46:37Z</dcterms:modified>
</cp:coreProperties>
</file>