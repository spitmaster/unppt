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01甲乙</c:v>
                </c:pt>
                <c:pt idx="1">
                  <c:v>02甲乙</c:v>
                </c:pt>
                <c:pt idx="2">
                  <c:v>03甲乙</c:v>
                </c:pt>
                <c:pt idx="3">
                  <c:v>04甲乙</c:v>
                </c:pt>
                <c:pt idx="4">
                  <c:v>05甲乙</c:v>
                </c:pt>
                <c:pt idx="5">
                  <c:v>06甲乙</c:v>
                </c:pt>
                <c:pt idx="6">
                  <c:v>07甲乙</c:v>
                </c:pt>
                <c:pt idx="7">
                  <c:v>08甲乙</c:v>
                </c:pt>
                <c:pt idx="8">
                  <c:v>09甲乙</c:v>
                </c:pt>
                <c:pt idx="9">
                  <c:v>10甲乙</c:v>
                </c:pt>
                <c:pt idx="10">
                  <c:v>11甲乙</c:v>
                </c:pt>
                <c:pt idx="11">
                  <c:v>12甲乙</c:v>
                </c:pt>
                <c:pt idx="12">
                  <c:v>13甲乙</c:v>
                </c:pt>
                <c:pt idx="13">
                  <c:v>14甲乙</c:v>
                </c:pt>
                <c:pt idx="14">
                  <c:v>15甲乙</c:v>
                </c:pt>
                <c:pt idx="15">
                  <c:v>16甲乙</c:v>
                </c:pt>
                <c:pt idx="16">
                  <c:v>17甲乙</c:v>
                </c:pt>
                <c:pt idx="17">
                  <c:v>18甲乙</c:v>
                </c:pt>
                <c:pt idx="18">
                  <c:v>19甲乙</c:v>
                </c:pt>
                <c:pt idx="19">
                  <c:v>20甲乙</c:v>
                </c:pt>
                <c:pt idx="20">
                  <c:v>21甲乙</c:v>
                </c:pt>
                <c:pt idx="21">
                  <c:v>22甲乙</c:v>
                </c:pt>
                <c:pt idx="22">
                  <c:v>23甲乙</c:v>
                </c:pt>
                <c:pt idx="23">
                  <c:v>24甲乙</c:v>
                </c:pt>
                <c:pt idx="24">
                  <c:v>25甲乙</c:v>
                </c:pt>
                <c:pt idx="25">
                  <c:v>26甲乙</c:v>
                </c:pt>
                <c:pt idx="26">
                  <c:v>27甲乙</c:v>
                </c:pt>
                <c:pt idx="27">
                  <c:v>28甲乙</c:v>
                </c:pt>
                <c:pt idx="28">
                  <c:v>29甲乙</c:v>
                </c:pt>
                <c:pt idx="29">
                  <c:v>30甲乙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3-4B4E-BC09-90BF04102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863808"/>
        <c:axId val="42862368"/>
      </c:barChart>
      <c:catAx>
        <c:axId val="428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862368"/>
        <c:crosses val="autoZero"/>
        <c:auto val="1"/>
        <c:lblAlgn val="ctr"/>
        <c:lblOffset val="100"/>
        <c:noMultiLvlLbl val="0"/>
      </c:catAx>
      <c:valAx>
        <c:axId val="4286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8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01甲乙丙丁戊己庚辛</c:v>
                </c:pt>
                <c:pt idx="1">
                  <c:v>02甲乙丙丁戊己庚辛</c:v>
                </c:pt>
                <c:pt idx="2">
                  <c:v>03甲乙丙丁戊己庚辛</c:v>
                </c:pt>
                <c:pt idx="3">
                  <c:v>04甲乙丙丁戊己庚辛</c:v>
                </c:pt>
                <c:pt idx="4">
                  <c:v>05甲乙丙丁戊己庚辛</c:v>
                </c:pt>
                <c:pt idx="5">
                  <c:v>06甲乙丙丁戊己庚辛</c:v>
                </c:pt>
                <c:pt idx="6">
                  <c:v>07甲乙丙丁戊己庚辛</c:v>
                </c:pt>
                <c:pt idx="7">
                  <c:v>08甲乙丙丁戊己庚辛</c:v>
                </c:pt>
                <c:pt idx="8">
                  <c:v>09甲乙丙丁戊己庚辛</c:v>
                </c:pt>
                <c:pt idx="9">
                  <c:v>10甲乙丙丁戊己庚辛</c:v>
                </c:pt>
                <c:pt idx="10">
                  <c:v>11甲乙丙丁戊己庚辛</c:v>
                </c:pt>
                <c:pt idx="11">
                  <c:v>12甲乙丙丁戊己庚辛</c:v>
                </c:pt>
                <c:pt idx="12">
                  <c:v>13甲乙丙丁戊己庚辛</c:v>
                </c:pt>
                <c:pt idx="13">
                  <c:v>14甲乙丙丁戊己庚辛</c:v>
                </c:pt>
                <c:pt idx="14">
                  <c:v>15甲乙丙丁戊己庚辛</c:v>
                </c:pt>
                <c:pt idx="15">
                  <c:v>16甲乙丙丁戊己庚辛</c:v>
                </c:pt>
                <c:pt idx="16">
                  <c:v>17甲乙丙丁戊己庚辛</c:v>
                </c:pt>
                <c:pt idx="17">
                  <c:v>18甲乙丙丁戊己庚辛</c:v>
                </c:pt>
                <c:pt idx="18">
                  <c:v>19甲乙丙丁戊己庚辛</c:v>
                </c:pt>
                <c:pt idx="19">
                  <c:v>20甲乙丙丁戊己庚辛</c:v>
                </c:pt>
                <c:pt idx="20">
                  <c:v>21甲乙丙丁戊己庚辛</c:v>
                </c:pt>
                <c:pt idx="21">
                  <c:v>22甲乙丙丁戊己庚辛</c:v>
                </c:pt>
                <c:pt idx="22">
                  <c:v>23甲乙丙丁戊己庚辛</c:v>
                </c:pt>
                <c:pt idx="23">
                  <c:v>24甲乙丙丁戊己庚辛</c:v>
                </c:pt>
                <c:pt idx="24">
                  <c:v>25甲乙丙丁戊己庚辛</c:v>
                </c:pt>
                <c:pt idx="25">
                  <c:v>26甲乙丙丁戊己庚辛</c:v>
                </c:pt>
                <c:pt idx="26">
                  <c:v>27甲乙丙丁戊己庚辛</c:v>
                </c:pt>
                <c:pt idx="27">
                  <c:v>28甲乙丙丁戊己庚辛</c:v>
                </c:pt>
                <c:pt idx="28">
                  <c:v>29甲乙丙丁戊己庚辛</c:v>
                </c:pt>
                <c:pt idx="29">
                  <c:v>30甲乙丙丁戊己庚辛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21-46F7-8980-6C43C12FA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9085551"/>
        <c:axId val="1909075951"/>
      </c:barChart>
      <c:catAx>
        <c:axId val="1909085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9075951"/>
        <c:crosses val="autoZero"/>
        <c:auto val="1"/>
        <c:lblAlgn val="ctr"/>
        <c:lblOffset val="100"/>
        <c:noMultiLvlLbl val="0"/>
      </c:catAx>
      <c:valAx>
        <c:axId val="1909075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9085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01甲乙丙丁戊己庚辛壬癸子丑寅卯辰巳午未</c:v>
                </c:pt>
                <c:pt idx="1">
                  <c:v>02甲乙丙丁戊己庚辛壬癸子丑寅卯辰巳午未</c:v>
                </c:pt>
                <c:pt idx="2">
                  <c:v>03甲乙丙丁戊己庚辛壬癸子丑寅卯辰巳午未</c:v>
                </c:pt>
                <c:pt idx="3">
                  <c:v>04甲乙丙丁戊己庚辛壬癸子丑寅卯辰巳午未</c:v>
                </c:pt>
                <c:pt idx="4">
                  <c:v>05甲乙丙丁戊己庚辛壬癸子丑寅卯辰巳午未</c:v>
                </c:pt>
                <c:pt idx="5">
                  <c:v>06甲乙丙丁戊己庚辛壬癸子丑寅卯辰巳午未</c:v>
                </c:pt>
                <c:pt idx="6">
                  <c:v>07甲乙丙丁戊己庚辛壬癸子丑寅卯辰巳午未</c:v>
                </c:pt>
                <c:pt idx="7">
                  <c:v>08甲乙丙丁戊己庚辛壬癸子丑寅卯辰巳午未</c:v>
                </c:pt>
                <c:pt idx="8">
                  <c:v>09甲乙丙丁戊己庚辛壬癸子丑寅卯辰巳午未</c:v>
                </c:pt>
                <c:pt idx="9">
                  <c:v>10甲乙丙丁戊己庚辛壬癸子丑寅卯辰巳午未</c:v>
                </c:pt>
                <c:pt idx="10">
                  <c:v>11甲乙丙丁戊己庚辛壬癸子丑寅卯辰巳午未</c:v>
                </c:pt>
                <c:pt idx="11">
                  <c:v>12甲乙丙丁戊己庚辛壬癸子丑寅卯辰巳午未</c:v>
                </c:pt>
                <c:pt idx="12">
                  <c:v>13甲乙丙丁戊己庚辛壬癸子丑寅卯辰巳午未</c:v>
                </c:pt>
                <c:pt idx="13">
                  <c:v>14甲乙丙丁戊己庚辛壬癸子丑寅卯辰巳午未</c:v>
                </c:pt>
                <c:pt idx="14">
                  <c:v>15甲乙丙丁戊己庚辛壬癸子丑寅卯辰巳午未</c:v>
                </c:pt>
                <c:pt idx="15">
                  <c:v>16甲乙丙丁戊己庚辛壬癸子丑寅卯辰巳午未</c:v>
                </c:pt>
                <c:pt idx="16">
                  <c:v>17甲乙丙丁戊己庚辛壬癸子丑寅卯辰巳午未</c:v>
                </c:pt>
                <c:pt idx="17">
                  <c:v>18甲乙丙丁戊己庚辛壬癸子丑寅卯辰巳午未</c:v>
                </c:pt>
                <c:pt idx="18">
                  <c:v>19甲乙丙丁戊己庚辛壬癸子丑寅卯辰巳午未</c:v>
                </c:pt>
                <c:pt idx="19">
                  <c:v>20甲乙丙丁戊己庚辛壬癸子丑寅卯辰巳午未</c:v>
                </c:pt>
                <c:pt idx="20">
                  <c:v>21甲乙丙丁戊己庚辛壬癸子丑寅卯辰巳午未</c:v>
                </c:pt>
                <c:pt idx="21">
                  <c:v>22甲乙丙丁戊己庚辛壬癸子丑寅卯辰巳午未</c:v>
                </c:pt>
                <c:pt idx="22">
                  <c:v>23甲乙丙丁戊己庚辛壬癸子丑寅卯辰巳午未</c:v>
                </c:pt>
                <c:pt idx="23">
                  <c:v>24甲乙丙丁戊己庚辛壬癸子丑寅卯辰巳午未</c:v>
                </c:pt>
                <c:pt idx="24">
                  <c:v>25甲乙丙丁戊己庚辛壬癸子丑寅卯辰巳午未</c:v>
                </c:pt>
                <c:pt idx="25">
                  <c:v>26甲乙丙丁戊己庚辛壬癸子丑寅卯辰巳午未</c:v>
                </c:pt>
                <c:pt idx="26">
                  <c:v>27甲乙丙丁戊己庚辛壬癸子丑寅卯辰巳午未</c:v>
                </c:pt>
                <c:pt idx="27">
                  <c:v>28甲乙丙丁戊己庚辛壬癸子丑寅卯辰巳午未</c:v>
                </c:pt>
                <c:pt idx="28">
                  <c:v>29甲乙丙丁戊己庚辛壬癸子丑寅卯辰巳午未</c:v>
                </c:pt>
                <c:pt idx="29">
                  <c:v>30甲乙丙丁戊己庚辛壬癸子丑寅卯辰巳午未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38-4A58-A59F-5EBC57E1CD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594608"/>
        <c:axId val="47596048"/>
      </c:barChart>
      <c:catAx>
        <c:axId val="4759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596048"/>
        <c:crosses val="autoZero"/>
        <c:auto val="1"/>
        <c:lblAlgn val="ctr"/>
        <c:lblOffset val="100"/>
        <c:noMultiLvlLbl val="0"/>
      </c:catAx>
      <c:valAx>
        <c:axId val="47596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594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01甲乙丙丁戊己庚辛壬癸子丑寅卯辰巳午未</c:v>
                </c:pt>
                <c:pt idx="1">
                  <c:v>02甲乙丙丁戊己庚辛壬癸子丑寅卯辰巳午未</c:v>
                </c:pt>
                <c:pt idx="2">
                  <c:v>03甲乙丙丁戊己庚辛壬癸子丑寅卯辰巳午未</c:v>
                </c:pt>
                <c:pt idx="3">
                  <c:v>04甲乙丙丁戊己庚辛壬癸子丑寅卯辰巳午未</c:v>
                </c:pt>
                <c:pt idx="4">
                  <c:v>05甲乙丙丁戊己庚辛壬癸子丑寅卯辰巳午未</c:v>
                </c:pt>
                <c:pt idx="5">
                  <c:v>06甲乙丙丁戊己庚辛壬癸子丑寅卯辰巳午未</c:v>
                </c:pt>
                <c:pt idx="6">
                  <c:v>07甲乙丙丁戊己庚辛壬癸子丑寅卯辰巳午未</c:v>
                </c:pt>
                <c:pt idx="7">
                  <c:v>08甲乙丙丁戊己庚辛壬癸子丑寅卯辰巳午未</c:v>
                </c:pt>
                <c:pt idx="8">
                  <c:v>09甲乙丙丁戊己庚辛壬癸子丑寅卯辰巳午未</c:v>
                </c:pt>
                <c:pt idx="9">
                  <c:v>10甲乙丙丁戊己庚辛壬癸子丑寅卯辰巳午未</c:v>
                </c:pt>
                <c:pt idx="10">
                  <c:v>11甲乙丙丁戊己庚辛壬癸子丑寅卯辰巳午未</c:v>
                </c:pt>
                <c:pt idx="11">
                  <c:v>12甲乙丙丁戊己庚辛壬癸子丑寅卯辰巳午未</c:v>
                </c:pt>
                <c:pt idx="12">
                  <c:v>13甲乙丙丁戊己庚辛壬癸子丑寅卯辰巳午未</c:v>
                </c:pt>
                <c:pt idx="13">
                  <c:v>14甲乙丙丁戊己庚辛壬癸子丑寅卯辰巳午未</c:v>
                </c:pt>
                <c:pt idx="14">
                  <c:v>15甲乙丙丁戊己庚辛壬癸子丑寅卯辰巳午未</c:v>
                </c:pt>
                <c:pt idx="15">
                  <c:v>16甲乙丙丁戊己庚辛壬癸子丑寅卯辰巳午未</c:v>
                </c:pt>
                <c:pt idx="16">
                  <c:v>17甲乙丙丁戊己庚辛壬癸子丑寅卯辰巳午未</c:v>
                </c:pt>
                <c:pt idx="17">
                  <c:v>18甲乙丙丁戊己庚辛壬癸子丑寅卯辰巳午未</c:v>
                </c:pt>
                <c:pt idx="18">
                  <c:v>19甲乙丙丁戊己庚辛壬癸子丑寅卯辰巳午未</c:v>
                </c:pt>
                <c:pt idx="19">
                  <c:v>20甲乙丙丁戊己庚辛壬癸子丑寅卯辰巳午未</c:v>
                </c:pt>
                <c:pt idx="20">
                  <c:v>21甲乙丙丁戊己庚辛壬癸子丑寅卯辰巳午未</c:v>
                </c:pt>
                <c:pt idx="21">
                  <c:v>22甲乙丙丁戊己庚辛壬癸子丑寅卯辰巳午未</c:v>
                </c:pt>
                <c:pt idx="22">
                  <c:v>23甲乙丙丁戊己庚辛壬癸子丑寅卯辰巳午未</c:v>
                </c:pt>
                <c:pt idx="23">
                  <c:v>24甲乙丙丁戊己庚辛壬癸子丑寅卯辰巳午未</c:v>
                </c:pt>
                <c:pt idx="24">
                  <c:v>25甲乙丙丁戊己庚辛壬癸子丑寅卯辰巳午未</c:v>
                </c:pt>
                <c:pt idx="25">
                  <c:v>26甲乙丙丁戊己庚辛壬癸子丑寅卯辰巳午未</c:v>
                </c:pt>
                <c:pt idx="26">
                  <c:v>27甲乙丙丁戊己庚辛壬癸子丑寅卯辰巳午未</c:v>
                </c:pt>
                <c:pt idx="27">
                  <c:v>28甲乙丙丁戊己庚辛壬癸子丑寅卯辰巳午未</c:v>
                </c:pt>
                <c:pt idx="28">
                  <c:v>29甲乙丙丁戊己庚辛壬癸子丑寅卯辰巳午未</c:v>
                </c:pt>
                <c:pt idx="29">
                  <c:v>30甲乙丙丁戊己庚辛壬癸子丑寅卯辰巳午未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0C-4FE5-B529-58EE9AD39F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80112"/>
        <c:axId val="45977712"/>
      </c:barChart>
      <c:catAx>
        <c:axId val="4598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977712"/>
        <c:crosses val="autoZero"/>
        <c:auto val="1"/>
        <c:lblAlgn val="ctr"/>
        <c:lblOffset val="100"/>
        <c:noMultiLvlLbl val="0"/>
      </c:catAx>
      <c:valAx>
        <c:axId val="4597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98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3CA36-E819-9C92-D973-17A218F0F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D9A82A-BB97-49D8-8137-01C495B60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2E566-9E21-3865-81F2-31E934E1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759F0-6F11-FAEB-1E5A-CA2640F5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963777-E6AA-B372-E69D-F45107BD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30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2E15D-7989-80B8-565A-064CAFB4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10ECA-8945-133E-FA39-6D53FA898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D0E87A-4A80-7E75-F2E5-F1783719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EA7A78-C5F2-1C09-DF69-E5FA178C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D03042-5D60-5BE3-D627-139D7D9F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9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E1275-3B8C-E80E-C014-0FDB62098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8DD06D-BB79-13CE-E2E9-12D5BF366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BF1905-05D4-12D7-E5F2-79CD013B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67E5B-F667-43B2-237C-739FA305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C6FFD-5AAC-3D20-1D5A-63DBBB96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751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0A08C-D237-5471-130F-942C57A3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2A0BF1-B968-D9B2-934D-A576B3414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91EB7A-081A-63BC-A54A-83AE39355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EBFDA2-9DF3-FBF8-7745-F2E661E7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F3FFB4-A661-16D7-8BBD-2F6C6B3E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C1EC70-3F25-9745-A971-72EAB930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42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46FE2-4ABA-FAB1-BF3C-FCCB68E1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7A8646-A321-9FCC-3FBE-30AE27ADE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C38514-FF52-3BEC-4451-EBA810900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287DA6-BC54-E29B-66AD-CEDEA1F80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CFB693-18F9-A4CC-718B-CABF2BAE4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9B8037-5AF0-23DD-1B2F-99984F657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F41F55-7E35-94BE-8E08-98CCDE7C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782499-75B4-B755-9293-26CC5CEB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94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F364C-73E2-91D3-C5EE-AF6D69E4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4017C7-C89A-519F-7AB8-37DF982F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1D074F-0BFC-A22B-D6EF-03579C94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13F595-1648-E926-2281-8729F83A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34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179045-F23A-0990-67EA-0BA796B8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D531E6-915F-A617-E235-BEA7A931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260C13-E84A-B702-DBBB-95554769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56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F8BE1-0981-0937-E0EB-06048E24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4E20B-89D5-0E4D-4FAA-A4BBFC94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55675C-C2C6-62EF-5D5B-7E5663C2D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8E79AA-7138-96A9-8764-D841E195B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6900FF-744A-94D0-32D6-02B54411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2CC03-6EED-A571-FC17-F290B0C2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79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A9C56-41D4-1DEC-4A52-596AAEE5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28A9F2-1EE3-2D5B-B82C-6C6FEAB48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03AB49-4C55-F025-623E-8584664F0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977764-C6D8-BD71-B7D9-F75D2A49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FDAA23-F7BB-1602-04DA-634047DD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4C8D9A-049D-D372-EBA5-6BFD8CF0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4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6EF9E-8639-487B-A5A2-3D2C7BAF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0A4307-AB41-59F2-4BAF-38A8A944F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4468D-4A41-9B9E-88DD-284A551B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490292-1984-B59A-91DE-BCB4E4E2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A9DF5-6AE3-01C6-F6EC-C27152CE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90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65984C-B6F3-35A5-CBF4-02DF766D6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E9536C-5721-8092-3359-E4A8F93AC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293E8-647A-E9DC-911D-B18CF0B7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25E8BA-D3FE-519C-CC53-B041FC2A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82B70-273A-3B16-7366-FA46833D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02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D353A1-F208-6FE1-3855-321322534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328BE2-8566-DE83-F3AA-09B007D1D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6493A4-69D1-1D2E-EB4B-D1509D4DE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39257-D037-445A-AFBB-DC734E8961D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3C37F3-FCED-CBA7-2CBE-C3CC8411F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6A2D28-0C62-0749-0D45-EF383873F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0CE12-056A-4BDC-AD5B-C967AA867F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2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FF6E35F-4415-4404-A358-ABE73B6D1E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0370675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F00D552-08E6-8F3B-C0F7-4275F7F2C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987201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17748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EC2A828-BDF6-CB47-E36A-D3947B37FD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795306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3D9B1B6-DD56-5CD6-BE00-1E371B8777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221937"/>
              </p:ext>
            </p:extLst>
          </p:nvPr>
        </p:nvGraphicFramePr>
        <p:xfrm>
          <a:off x="6223000" y="508000"/>
          <a:ext cx="5715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3337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2026-10-17T04:40:06Z</dcterms:created>
  <dcterms:modified xsi:type="dcterms:W3CDTF">2026-10-17T04:40:06Z</dcterms:modified>
</cp:coreProperties>
</file>