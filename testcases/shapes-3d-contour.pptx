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C022E-5EB3-CD5F-F480-2E3399BAA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B146D5-AE53-6EF7-1944-8A0C89D43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B4DC69-29BD-51F5-90FA-C3262010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1B7B4E-C47B-D557-9FB9-D485DB5C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68AF97-536B-0946-4E22-E718E484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72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E1E2F-B048-2170-5387-CE889BF3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8509CF-75C8-AB0D-A6C6-0DED65701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AAF64E-829A-BB7B-2FB0-88D9A62E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15E261-C474-7C5B-D2BF-923CC445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76DF73-E0BB-E734-7829-06BA50A6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696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BABF2-28D8-50E0-8321-809E157B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7C9D1F-F5AF-22E8-8E62-E51A565D1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3094F7-FB11-8C2D-9494-D491CDB2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587A8-EF76-F025-FD25-AE97E2489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CD336-BD5C-7E70-7D72-822B7265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0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942FF-95F8-50AD-BDAF-D4E4BCA3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1525B5-B166-24DE-9DC8-146CD470C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1F860C-AC48-F69C-85AF-D7EF90AC3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DBD76C-872B-DFF5-8637-B780305F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B9433E-938F-63D0-1F31-9B64CB83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9BF101-1F93-FF30-4B77-9F2A9B1B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5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C15963-217C-29D7-6086-9B5871AD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A2653A-6633-AB78-8693-ECBAE686F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4C90E5-A2DD-2DEB-D711-466AA1E75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3E93E0-0F1B-02C3-3E51-71D67887B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3612B4-7556-B4EE-E474-CC46FECCD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55E3FB-F527-DB45-4C0E-05698E3C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51A15E-F61A-9819-8228-86DF2056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70F30A-6893-AAD6-A009-99A241DD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317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CC5CC-C992-8B21-D1FD-613ACA60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024438-A33F-10E5-AEE8-EFEA6732A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4F3C3A-276A-971A-E1A0-507EE752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A593CA-29ED-D4DD-1390-C45223C6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728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78F7E7-1DD5-F615-4FC1-316DDB89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F9E2E3-905A-2A95-DFF4-28E41C9C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58BBE9-8B88-443B-6D8E-F2B9DF3B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3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EED3C-FEE4-424B-DDBE-EA25468C4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04E248-8DDF-E5C1-A975-4E3655A31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CDC1B7-D59F-5817-F505-F2AC3AD53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67B084-8234-A745-596C-C2F1B5C2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66F121-6399-2918-2456-0E41DCCD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E0A0C9-4160-E4FD-7035-4261F5BC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739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76886-6990-86F7-11CB-52999C00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5FBFB4-5FDE-57D7-D48F-EE02F4BCA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40F33C-405F-F746-E11F-F60CB57A0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51AC88-81A9-13D7-1C25-241E45C1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00BB6F-CC89-91E7-8C18-C2ECD453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49DB1C-61C0-A76F-3403-F2C44CFF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446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80A1B-AFC1-97D6-0C69-73CEC7EC9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81E82E-F77B-617A-0D86-6F5F12BEA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E42925-C6A6-BDBC-06A6-015DFFA3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137703-6A6F-D69B-C555-200E59CF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8F0038-BE45-E679-2F8F-870CC095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9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76CEE7-5140-4509-A060-CA3AEFA1E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A72D99-CCCB-292F-862E-9530D6024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6E62B6-DBCC-A823-DA16-ED6FB7441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358CC-12C1-58DB-2CEE-38CAA5F8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1E1D1B-A9C1-2751-2FC9-62143745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37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C20F0A-D36E-8CC6-8E65-01A35B6C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DBF594-50AF-8839-8D6C-085B1EEFA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EE2F84-FB15-DB2E-3A29-A181AFF69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E89C3-DA3F-48C8-B64A-63BB79B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35F9FE-6024-2B47-3CC9-48336F4DA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2765FD-6FA3-D9FE-79FF-96CF9B918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D7EA6-CDB5-409E-80D2-49562161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9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6D2D6B2-DAF4-C7FF-A6C0-E653A2339883}"/>
              </a:ext>
            </a:extLst>
          </p:cNvPr>
          <p:cNvSpPr/>
          <p:nvPr/>
        </p:nvSpPr>
        <p:spPr>
          <a:xfrm>
            <a:off x="762000" y="1016000"/>
            <a:ext cx="3048000" cy="1778000"/>
          </a:xfrm>
          <a:prstGeom prst="rect">
            <a:avLst/>
          </a:prstGeom>
          <a:solidFill>
            <a:srgbClr val="003296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contourW="44450">
            <a:contourClr>
              <a:srgbClr val="FFFFFF"/>
            </a:contourClr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B70223-854F-6B5A-5273-D7B5ED6420C3}"/>
              </a:ext>
            </a:extLst>
          </p:cNvPr>
          <p:cNvSpPr/>
          <p:nvPr/>
        </p:nvSpPr>
        <p:spPr>
          <a:xfrm>
            <a:off x="4572000" y="1016000"/>
            <a:ext cx="3048000" cy="1778000"/>
          </a:xfrm>
          <a:prstGeom prst="rect">
            <a:avLst/>
          </a:prstGeom>
          <a:solidFill>
            <a:srgbClr val="003296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contourW="88900">
            <a:contourClr>
              <a:srgbClr val="FFFFFF"/>
            </a:contourClr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11DCD4-3D8B-6239-9800-FBAC741EB942}"/>
              </a:ext>
            </a:extLst>
          </p:cNvPr>
          <p:cNvSpPr/>
          <p:nvPr/>
        </p:nvSpPr>
        <p:spPr>
          <a:xfrm>
            <a:off x="8382000" y="1016000"/>
            <a:ext cx="3048000" cy="1778000"/>
          </a:xfrm>
          <a:prstGeom prst="rect">
            <a:avLst/>
          </a:prstGeom>
          <a:solidFill>
            <a:srgbClr val="003296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contourW="44450">
            <a:bevelT prst="relaxedInset"/>
            <a:contourClr>
              <a:srgbClr val="FFFFFF"/>
            </a:contourClr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29B2A1-7B93-B544-70F7-897FF9E2E5F6}"/>
              </a:ext>
            </a:extLst>
          </p:cNvPr>
          <p:cNvSpPr/>
          <p:nvPr/>
        </p:nvSpPr>
        <p:spPr>
          <a:xfrm>
            <a:off x="762000" y="3810000"/>
            <a:ext cx="3048000" cy="1778000"/>
          </a:xfrm>
          <a:prstGeom prst="rect">
            <a:avLst/>
          </a:prstGeom>
          <a:solidFill>
            <a:srgbClr val="003296"/>
          </a:solidFill>
          <a:ln w="50800">
            <a:solidFill>
              <a:srgbClr val="00C800"/>
            </a:solidFill>
          </a:ln>
          <a:scene3d>
            <a:camera prst="orthographicFront"/>
            <a:lightRig rig="threePt" dir="t"/>
          </a:scene3d>
          <a:sp3d contourW="44450"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5606B26-A450-A5AC-395B-6B612629FEEB}"/>
              </a:ext>
            </a:extLst>
          </p:cNvPr>
          <p:cNvSpPr/>
          <p:nvPr/>
        </p:nvSpPr>
        <p:spPr>
          <a:xfrm>
            <a:off x="4572000" y="3810000"/>
            <a:ext cx="3048000" cy="1778000"/>
          </a:xfrm>
          <a:prstGeom prst="ellipse">
            <a:avLst/>
          </a:prstGeom>
          <a:solidFill>
            <a:srgbClr val="003296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contourW="63500">
            <a:contourClr>
              <a:srgbClr val="FFFFFF"/>
            </a:contourClr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BB140BC-95DC-06E4-00F5-6DC6C9C24076}"/>
              </a:ext>
            </a:extLst>
          </p:cNvPr>
          <p:cNvSpPr/>
          <p:nvPr/>
        </p:nvSpPr>
        <p:spPr>
          <a:xfrm>
            <a:off x="8382000" y="3810000"/>
            <a:ext cx="3048000" cy="1778000"/>
          </a:xfrm>
          <a:prstGeom prst="roundRect">
            <a:avLst/>
          </a:prstGeom>
          <a:solidFill>
            <a:srgbClr val="003296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contourW="50800">
            <a:bevelT w="101600" h="101600" prst="relaxedInset"/>
            <a:contourClr>
              <a:srgbClr val="FFFFFF"/>
            </a:contourClr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503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2026-10-15T16:40:46Z</dcterms:created>
  <dcterms:modified xsi:type="dcterms:W3CDTF">2026-10-15T16:40:46Z</dcterms:modified>
</cp:coreProperties>
</file>