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B1190B-64AF-15C4-9D46-8619683FD3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69D6120-263D-1247-B025-E7CD423F7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E17237-8523-F82B-EC4F-AAF6902FC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77FA-14D2-4D00-A816-21974360E39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5E58CB-16DC-7DDA-69D4-58C21C7BB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21D953-6BC8-9F75-BB75-6352A48E0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2357-9CDD-4A27-900A-030FE1E1B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428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F2AB63-81EA-D708-57C9-A4FAB8719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C71807-C548-9AE3-2F11-49C20BD38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4B9677-495A-65C8-A21C-AEAC315B1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77FA-14D2-4D00-A816-21974360E39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99EB49-E8FA-647E-AE71-C43B94F5B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8A10B3-F810-6989-227F-CE7C2416A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2357-9CDD-4A27-900A-030FE1E1B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537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19F33-C7D2-8E09-1EA7-84E8C13B9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1294A6-9250-AE0A-1FF9-A22DDD8BD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8849DC-37B2-AFCD-6C9A-7DCDF0C4B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77FA-14D2-4D00-A816-21974360E39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A3664D-A77B-6C20-B091-17721C72E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F5FD05-0227-48BC-5BEB-414CE5F16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2357-9CDD-4A27-900A-030FE1E1B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7719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EA03F7-FED4-A8DA-E207-84411738C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5480EF-6C2B-BE28-105A-C5CE7EB7DD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713F4C-FAEF-D752-01A3-764DC0BA7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D05F8F-B453-2391-A37B-D4CEE0E16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77FA-14D2-4D00-A816-21974360E39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10388A-3293-E3D9-16EE-4E15C5B02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1A3A096-57D3-747E-2B6A-465700BBB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2357-9CDD-4A27-900A-030FE1E1B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3811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F1FD0A-E60B-95E7-2E7A-3D3E0A886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230619-A0E4-0DDF-E990-551928998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609A92-5A9B-D4AE-ABA2-D4F2CB26C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243014-CD2F-7206-0AE1-BEE3872C8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7AE7DD1-45E0-4FF0-DB3C-EB8AFDCD8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ADD9F3C-2A4C-D537-6120-6AA601AFD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77FA-14D2-4D00-A816-21974360E39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35FC966-B92B-C7C1-EC3F-EF7825DD2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85BD58-F7CF-8A96-8655-8E46DE82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2357-9CDD-4A27-900A-030FE1E1B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7269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9A39EE-D002-1DF1-396D-4727025B2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723FA8E-1247-D1C6-B8E9-D5DE89638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77FA-14D2-4D00-A816-21974360E39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45F69A1-084D-2259-8477-57F8AA54F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1DA9C0-DBB4-F714-2156-29C5CC918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2357-9CDD-4A27-900A-030FE1E1B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80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3E73DA1-B32D-2758-C50E-540D966A5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77FA-14D2-4D00-A816-21974360E39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0B69D4-1E42-FFFE-3D2F-4BD5869E8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B509FC-1002-3611-A742-07C7BF05F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2357-9CDD-4A27-900A-030FE1E1B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19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021F4D-3FD1-26FC-33ED-9B70AE2B0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A0F26B-0F59-237A-455C-D8A4A17E86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BA9EEA-B6FF-78C3-A197-50177B6BE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E08618-5620-CCE8-2431-2D1FBDCDD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77FA-14D2-4D00-A816-21974360E39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40184D-FAE4-7CA9-9FCA-93B1DFF22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C05DA4-1D58-E0A6-9643-D1CDC0FAF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2357-9CDD-4A27-900A-030FE1E1B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5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38521-D07A-EAA0-EEBC-16F8CC150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F2DF029-0B3D-EBBD-B5B9-DAE0937FE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94E7F0-718B-CBBC-5E1B-4ECA38B7C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EB3210F-9888-07B5-EFFA-376C9327F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77FA-14D2-4D00-A816-21974360E39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7756BB-ED79-05E9-6158-8915A6E84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7342FD-F33E-F9D9-5E03-25C56881D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2357-9CDD-4A27-900A-030FE1E1B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672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73D140-A436-9745-8F76-92084B7AE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BC4239-536E-7A03-4EEE-2E1DE69B7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4E32BE-3A92-6060-C6C0-62BF5AE3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77FA-14D2-4D00-A816-21974360E39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B50326-E796-E8CD-8383-A5C54EF02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0D253F-74C3-F2E8-2CA7-B01E485AD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2357-9CDD-4A27-900A-030FE1E1B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043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CE47E0A-0C80-D0F7-B29A-F8406E5D77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AB0252-E08B-1BBF-D279-C4F397DA4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A32828-7480-D81B-6428-44DBCAFF9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977FA-14D2-4D00-A816-21974360E39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DA5995-BD10-D357-4492-AF835F53A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022B62-8F13-0FBA-0A12-7293D7AC4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22357-9CDD-4A27-900A-030FE1E1B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25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361CBDA-89B3-47D3-4743-27B635FC1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AFB55B-B492-BA13-29FE-560773109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5EECA1-F4E6-CA5C-F469-82BBD2CBA3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A977FA-14D2-4D00-A816-21974360E39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4459F0-DA39-BE72-2DE5-59A2576C2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DE4F97-F4FE-8A4D-8002-E60B5C080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B22357-9CDD-4A27-900A-030FE1E1B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430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1F79225-CFFA-99D2-7EBB-BE2A97D47D39}"/>
              </a:ext>
            </a:extLst>
          </p:cNvPr>
          <p:cNvSpPr txBox="1"/>
          <p:nvPr/>
        </p:nvSpPr>
        <p:spPr>
          <a:xfrm>
            <a:off x="381000" y="127000"/>
            <a:ext cx="332142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1600">
                <a:solidFill>
                  <a:srgbClr val="141414"/>
                </a:solidFill>
                <a:effectLst>
                  <a:reflection endA="50" dir="5400000" sy="-100000" algn="bl" rotWithShape="0"/>
                </a:effectLst>
                <a:latin typeface="Arial" panose="020B0604020202020204" pitchFamily="34" charset="0"/>
              </a:rPr>
              <a:t>H</a:t>
            </a:r>
            <a:endParaRPr lang="zh-CN" altLang="en-US" sz="1600">
              <a:solidFill>
                <a:srgbClr val="141414"/>
              </a:solidFill>
              <a:effectLst>
                <a:reflection endA="50" dir="5400000" sy="-100000" algn="bl" rotWithShape="0"/>
              </a:effectLst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3ADCECB-3450-A9C8-62C1-84366F539F61}"/>
              </a:ext>
            </a:extLst>
          </p:cNvPr>
          <p:cNvSpPr txBox="1"/>
          <p:nvPr/>
        </p:nvSpPr>
        <p:spPr>
          <a:xfrm>
            <a:off x="1524000" y="127000"/>
            <a:ext cx="481222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3200">
                <a:solidFill>
                  <a:srgbClr val="141414"/>
                </a:solidFill>
                <a:effectLst>
                  <a:reflection endA="50" dir="5400000" sy="-100000" algn="bl" rotWithShape="0"/>
                </a:effectLst>
                <a:latin typeface="Arial" panose="020B0604020202020204" pitchFamily="34" charset="0"/>
              </a:rPr>
              <a:t>H</a:t>
            </a:r>
            <a:endParaRPr lang="zh-CN" altLang="en-US" sz="3200">
              <a:solidFill>
                <a:srgbClr val="141414"/>
              </a:solidFill>
              <a:effectLst>
                <a:reflection endA="50" dir="5400000" sy="-100000" algn="bl" rotWithShape="0"/>
              </a:effectLst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C65F7E-CCD7-0192-4E64-58C62B7A2012}"/>
              </a:ext>
            </a:extLst>
          </p:cNvPr>
          <p:cNvSpPr txBox="1"/>
          <p:nvPr/>
        </p:nvSpPr>
        <p:spPr>
          <a:xfrm>
            <a:off x="3302000" y="127000"/>
            <a:ext cx="777777" cy="1077218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6400">
                <a:solidFill>
                  <a:srgbClr val="141414"/>
                </a:solidFill>
                <a:effectLst>
                  <a:reflection endA="50" dir="5400000" sy="-100000" algn="bl" rotWithShape="0"/>
                </a:effectLst>
                <a:latin typeface="Arial" panose="020B0604020202020204" pitchFamily="34" charset="0"/>
              </a:rPr>
              <a:t>H</a:t>
            </a:r>
            <a:endParaRPr lang="zh-CN" altLang="en-US" sz="6400">
              <a:solidFill>
                <a:srgbClr val="141414"/>
              </a:solidFill>
              <a:effectLst>
                <a:reflection endA="50" dir="5400000" sy="-100000" algn="bl" rotWithShape="0"/>
              </a:effectLst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6B1C27-19A6-9291-B7FF-35952973AA38}"/>
              </a:ext>
            </a:extLst>
          </p:cNvPr>
          <p:cNvSpPr txBox="1"/>
          <p:nvPr/>
        </p:nvSpPr>
        <p:spPr>
          <a:xfrm>
            <a:off x="6096000" y="127000"/>
            <a:ext cx="1370888" cy="206210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12800">
                <a:solidFill>
                  <a:srgbClr val="141414"/>
                </a:solidFill>
                <a:effectLst>
                  <a:reflection endA="50" dir="5400000" sy="-100000" algn="bl" rotWithShape="0"/>
                </a:effectLst>
                <a:latin typeface="Arial" panose="020B0604020202020204" pitchFamily="34" charset="0"/>
              </a:rPr>
              <a:t>H</a:t>
            </a:r>
            <a:endParaRPr lang="zh-CN" altLang="en-US" sz="12800">
              <a:solidFill>
                <a:srgbClr val="141414"/>
              </a:solidFill>
              <a:effectLst>
                <a:reflection endA="50" dir="5400000" sy="-100000" algn="bl" rotWithShape="0"/>
              </a:effectLst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AC619A-8F0A-A4BE-568F-1A5153E70114}"/>
              </a:ext>
            </a:extLst>
          </p:cNvPr>
          <p:cNvSpPr txBox="1"/>
          <p:nvPr/>
        </p:nvSpPr>
        <p:spPr>
          <a:xfrm>
            <a:off x="381000" y="2349500"/>
            <a:ext cx="332142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1600">
                <a:solidFill>
                  <a:srgbClr val="141414"/>
                </a:solidFill>
                <a:effectLst>
                  <a:reflection endA="50" dist="63500" dir="5400000" sy="-100000" algn="bl" rotWithShape="0"/>
                </a:effectLst>
                <a:latin typeface="Arial" panose="020B0604020202020204" pitchFamily="34" charset="0"/>
              </a:rPr>
              <a:t>H</a:t>
            </a:r>
            <a:endParaRPr lang="zh-CN" altLang="en-US" sz="1600">
              <a:solidFill>
                <a:srgbClr val="141414"/>
              </a:solidFill>
              <a:effectLst>
                <a:reflection endA="50" dist="63500" dir="5400000" sy="-100000" algn="bl" rotWithShape="0"/>
              </a:effectLst>
              <a:latin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877708-57E3-8DFA-962C-6A721A407526}"/>
              </a:ext>
            </a:extLst>
          </p:cNvPr>
          <p:cNvSpPr txBox="1"/>
          <p:nvPr/>
        </p:nvSpPr>
        <p:spPr>
          <a:xfrm>
            <a:off x="1524000" y="2349500"/>
            <a:ext cx="481222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3200">
                <a:solidFill>
                  <a:srgbClr val="141414"/>
                </a:solidFill>
                <a:effectLst>
                  <a:reflection endA="50" dist="63500" dir="5400000" sy="-100000" algn="bl" rotWithShape="0"/>
                </a:effectLst>
                <a:latin typeface="Arial" panose="020B0604020202020204" pitchFamily="34" charset="0"/>
              </a:rPr>
              <a:t>H</a:t>
            </a:r>
            <a:endParaRPr lang="zh-CN" altLang="en-US" sz="3200">
              <a:solidFill>
                <a:srgbClr val="141414"/>
              </a:solidFill>
              <a:effectLst>
                <a:reflection endA="50" dist="63500" dir="5400000" sy="-100000" algn="bl" rotWithShape="0"/>
              </a:effectLst>
              <a:latin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CEBB86-976B-E792-BBD8-96727E6CCE55}"/>
              </a:ext>
            </a:extLst>
          </p:cNvPr>
          <p:cNvSpPr txBox="1"/>
          <p:nvPr/>
        </p:nvSpPr>
        <p:spPr>
          <a:xfrm>
            <a:off x="3302000" y="2349500"/>
            <a:ext cx="777777" cy="1077218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6400">
                <a:solidFill>
                  <a:srgbClr val="141414"/>
                </a:solidFill>
                <a:effectLst>
                  <a:reflection endA="50" dist="63500" dir="5400000" sy="-100000" algn="bl" rotWithShape="0"/>
                </a:effectLst>
                <a:latin typeface="Arial" panose="020B0604020202020204" pitchFamily="34" charset="0"/>
              </a:rPr>
              <a:t>H</a:t>
            </a:r>
            <a:endParaRPr lang="zh-CN" altLang="en-US" sz="6400">
              <a:solidFill>
                <a:srgbClr val="141414"/>
              </a:solidFill>
              <a:effectLst>
                <a:reflection endA="50" dist="63500" dir="5400000" sy="-100000" algn="bl" rotWithShape="0"/>
              </a:effectLst>
              <a:latin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AA89B29-50F9-E8C4-54FF-1C300CDB2B54}"/>
              </a:ext>
            </a:extLst>
          </p:cNvPr>
          <p:cNvSpPr txBox="1"/>
          <p:nvPr/>
        </p:nvSpPr>
        <p:spPr>
          <a:xfrm>
            <a:off x="6096000" y="2349500"/>
            <a:ext cx="1370888" cy="206210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12800">
                <a:solidFill>
                  <a:srgbClr val="141414"/>
                </a:solidFill>
                <a:effectLst>
                  <a:reflection endA="50" dist="63500" dir="5400000" sy="-100000" algn="bl" rotWithShape="0"/>
                </a:effectLst>
                <a:latin typeface="Arial" panose="020B0604020202020204" pitchFamily="34" charset="0"/>
              </a:rPr>
              <a:t>H</a:t>
            </a:r>
            <a:endParaRPr lang="zh-CN" altLang="en-US" sz="12800">
              <a:solidFill>
                <a:srgbClr val="141414"/>
              </a:solidFill>
              <a:effectLst>
                <a:reflection endA="50" dist="63500" dir="5400000" sy="-100000" algn="bl" rotWithShape="0"/>
              </a:effectLst>
              <a:latin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0916E4-0161-0BCD-6156-F99B74FC5055}"/>
              </a:ext>
            </a:extLst>
          </p:cNvPr>
          <p:cNvSpPr txBox="1"/>
          <p:nvPr/>
        </p:nvSpPr>
        <p:spPr>
          <a:xfrm>
            <a:off x="381000" y="4572000"/>
            <a:ext cx="332142" cy="3385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1600">
                <a:solidFill>
                  <a:srgbClr val="141414"/>
                </a:solidFill>
                <a:effectLst>
                  <a:reflection endA="50" dist="254000" dir="5400000" sy="-100000" algn="bl" rotWithShape="0"/>
                </a:effectLst>
                <a:latin typeface="Arial" panose="020B0604020202020204" pitchFamily="34" charset="0"/>
              </a:rPr>
              <a:t>H</a:t>
            </a:r>
            <a:endParaRPr lang="zh-CN" altLang="en-US" sz="1600">
              <a:solidFill>
                <a:srgbClr val="141414"/>
              </a:solidFill>
              <a:effectLst>
                <a:reflection endA="50" dist="254000" dir="5400000" sy="-100000" algn="bl" rotWithShape="0"/>
              </a:effectLst>
              <a:latin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A033E91-6C0D-63C5-BE76-4F555907842F}"/>
              </a:ext>
            </a:extLst>
          </p:cNvPr>
          <p:cNvSpPr txBox="1"/>
          <p:nvPr/>
        </p:nvSpPr>
        <p:spPr>
          <a:xfrm>
            <a:off x="1524000" y="4572000"/>
            <a:ext cx="481222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3200">
                <a:solidFill>
                  <a:srgbClr val="141414"/>
                </a:solidFill>
                <a:effectLst>
                  <a:reflection endA="50" dist="254000" dir="5400000" sy="-100000" algn="bl" rotWithShape="0"/>
                </a:effectLst>
                <a:latin typeface="Arial" panose="020B0604020202020204" pitchFamily="34" charset="0"/>
              </a:rPr>
              <a:t>H</a:t>
            </a:r>
            <a:endParaRPr lang="zh-CN" altLang="en-US" sz="3200">
              <a:solidFill>
                <a:srgbClr val="141414"/>
              </a:solidFill>
              <a:effectLst>
                <a:reflection endA="50" dist="254000" dir="5400000" sy="-100000" algn="bl" rotWithShape="0"/>
              </a:effectLst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790030D-4ABA-2A32-BB45-C1F6B4A05FA0}"/>
              </a:ext>
            </a:extLst>
          </p:cNvPr>
          <p:cNvSpPr txBox="1"/>
          <p:nvPr/>
        </p:nvSpPr>
        <p:spPr>
          <a:xfrm>
            <a:off x="3302000" y="4572000"/>
            <a:ext cx="777777" cy="1077218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6400">
                <a:solidFill>
                  <a:srgbClr val="141414"/>
                </a:solidFill>
                <a:effectLst>
                  <a:reflection endA="50" dist="254000" dir="5400000" sy="-100000" algn="bl" rotWithShape="0"/>
                </a:effectLst>
                <a:latin typeface="Arial" panose="020B0604020202020204" pitchFamily="34" charset="0"/>
              </a:rPr>
              <a:t>H</a:t>
            </a:r>
            <a:endParaRPr lang="zh-CN" altLang="en-US" sz="6400">
              <a:solidFill>
                <a:srgbClr val="141414"/>
              </a:solidFill>
              <a:effectLst>
                <a:reflection endA="50" dist="254000" dir="5400000" sy="-100000" algn="bl" rotWithShape="0"/>
              </a:effectLst>
              <a:latin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7E3732C-C994-DCB8-AB49-41703420566A}"/>
              </a:ext>
            </a:extLst>
          </p:cNvPr>
          <p:cNvSpPr txBox="1"/>
          <p:nvPr/>
        </p:nvSpPr>
        <p:spPr>
          <a:xfrm>
            <a:off x="6096000" y="4572000"/>
            <a:ext cx="1370888" cy="206210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zh-CN" sz="12800">
                <a:solidFill>
                  <a:srgbClr val="141414"/>
                </a:solidFill>
                <a:effectLst>
                  <a:reflection endA="50" dist="254000" dir="5400000" sy="-100000" algn="bl" rotWithShape="0"/>
                </a:effectLst>
                <a:latin typeface="Arial" panose="020B0604020202020204" pitchFamily="34" charset="0"/>
              </a:rPr>
              <a:t>H</a:t>
            </a:r>
            <a:endParaRPr lang="zh-CN" altLang="en-US" sz="12800">
              <a:solidFill>
                <a:srgbClr val="141414"/>
              </a:solidFill>
              <a:effectLst>
                <a:reflection endA="50" dist="254000" dir="5400000" sy="-100000" algn="bl" rotWithShape="0"/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119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自定义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2026-10-16T20:45:28Z</dcterms:created>
  <dcterms:modified xsi:type="dcterms:W3CDTF">2026-10-16T20:45:28Z</dcterms:modified>
</cp:coreProperties>
</file>