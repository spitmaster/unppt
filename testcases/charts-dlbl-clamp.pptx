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42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0.5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0.5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0"/>
                  <c:y val="-0.6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甲</c:v>
                </c:pt>
                <c:pt idx="1">
                  <c:v>乙</c:v>
                </c:pt>
                <c:pt idx="2">
                  <c:v>丙</c:v>
                </c:pt>
                <c:pt idx="3">
                  <c:v>丁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76.099999999999994</c:v>
                </c:pt>
                <c:pt idx="1">
                  <c:v>60</c:v>
                </c:pt>
                <c:pt idx="2">
                  <c:v>45</c:v>
                </c:pt>
                <c:pt idx="3">
                  <c:v>70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A11-4DFC-945D-1BE3C29504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2209840"/>
        <c:axId val="212212240"/>
      </c:lineChart>
      <c:catAx>
        <c:axId val="2122098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12212240"/>
        <c:crosses val="autoZero"/>
        <c:auto val="1"/>
        <c:lblAlgn val="ctr"/>
        <c:lblOffset val="100"/>
        <c:noMultiLvlLbl val="0"/>
      </c:catAx>
      <c:valAx>
        <c:axId val="2122122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122098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0.5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0.5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0"/>
                  <c:y val="-0.6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甲</c:v>
                </c:pt>
                <c:pt idx="1">
                  <c:v>乙</c:v>
                </c:pt>
                <c:pt idx="2">
                  <c:v>丙</c:v>
                </c:pt>
                <c:pt idx="3">
                  <c:v>丁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76.099999999999994</c:v>
                </c:pt>
                <c:pt idx="1">
                  <c:v>60</c:v>
                </c:pt>
                <c:pt idx="2">
                  <c:v>45</c:v>
                </c:pt>
                <c:pt idx="3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3ED-47EB-B8CD-05CA5272F5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71267584"/>
        <c:axId val="371268064"/>
      </c:barChart>
      <c:catAx>
        <c:axId val="3712675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71268064"/>
        <c:crosses val="autoZero"/>
        <c:auto val="1"/>
        <c:lblAlgn val="ctr"/>
        <c:lblOffset val="100"/>
        <c:noMultiLvlLbl val="0"/>
      </c:catAx>
      <c:valAx>
        <c:axId val="3712680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712675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F2DCCE-C829-C1F2-8E0D-05ED1A0060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38E52A1-A10E-B050-FE25-4754D28E0B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A824DD-0D4F-7CA9-DD19-2BBDA304D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128EE-D9FB-4906-BAA3-5F6C037C3AC8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037391-B0E8-767D-2F6D-5DD152A64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31F3CC-0DF2-2679-64BA-52B627550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9ED0-7934-450B-B83E-5680DC9AAD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1473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EBF1E9-79DF-9D29-B134-3C1BFC5B0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0DA836-5C1B-24E6-C219-50F4C60FDC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5021B9-3911-F634-C937-42C89812D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128EE-D9FB-4906-BAA3-5F6C037C3AC8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2E1447-F818-2CC4-EA69-A49546C7B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5265D2-D474-4E79-A99A-1EF5AFC80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9ED0-7934-450B-B83E-5680DC9AAD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4293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44984B-8851-1037-F793-81C410493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A54972B-C140-7DAB-0765-F7A90D11A7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757972-606D-EA46-1A10-1D079C8D0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128EE-D9FB-4906-BAA3-5F6C037C3AC8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9F9B02-DCB2-30B9-19FD-E3FB421F1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4163E6-E4CE-2E33-55E8-077863123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9ED0-7934-450B-B83E-5680DC9AAD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710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206637-8277-7130-8834-D12D50DD5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C412A3-AE7F-52FE-A627-4E017BF09F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E24D3C4-811C-D02A-7BB3-8F54F0F49D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F8FB49A-4452-2399-0617-868B7AB49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128EE-D9FB-4906-BAA3-5F6C037C3AC8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1B143B9-AB2E-5BAE-908C-09E274454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2411D37-ECD2-E219-E28B-5C0217B2F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9ED0-7934-450B-B83E-5680DC9AAD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2754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26608C-3D47-4814-B463-C295E1EDB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3D0F6C8-22D2-AD7C-2429-9E6A39ED5D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369495E-1B84-C678-3F15-78EE9C01FC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E1C3D4F-1062-B712-1831-1CD09BF6E8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D2D5514-52EE-D992-35FA-113A7B4CF1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62AE666-9DE4-C2A0-4998-39D4F343A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128EE-D9FB-4906-BAA3-5F6C037C3AC8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B30C3A7-C6F7-6DA0-2C84-EE325BF9B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6AE74E4-428D-3471-F2D8-29FD9B607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9ED0-7934-450B-B83E-5680DC9AAD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0772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B949EA-41DE-2319-276B-C7FC1873F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660648D-8478-AEB6-1D1F-C1C129ED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128EE-D9FB-4906-BAA3-5F6C037C3AC8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D1921FA-22E6-62B1-723C-109F54EF7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1A7772A-ABE1-74E2-1F3D-F02F945BD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9ED0-7934-450B-B83E-5680DC9AAD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8034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CB77523-6070-F447-DA18-93A12EFD6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128EE-D9FB-4906-BAA3-5F6C037C3AC8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48B6BB4-7A08-1940-E0F9-4CD10E792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AB8AC3C-9446-E0C7-476F-52206101E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9ED0-7934-450B-B83E-5680DC9AAD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9061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416C99-B9D5-EAB4-F711-100766946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F1DCCE-FDB1-67ED-548D-28B68CEE33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BEC9540-1D64-6E22-9794-BB6DFF265B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18B96F7-A348-0D21-0E42-C8D7FC2B1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128EE-D9FB-4906-BAA3-5F6C037C3AC8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0158781-2881-DA9C-EDF7-604F77A86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7742C8E-AE5E-38E6-4B4F-D5050298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9ED0-7934-450B-B83E-5680DC9AAD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468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0E5EFE-04EA-B221-E4CE-6D7B429BF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DCFB095-C0B8-3831-12E1-458C40951D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19E930A-18CA-4447-C196-8985905CD6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150C1E7-5900-6171-633E-95A203E70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128EE-D9FB-4906-BAA3-5F6C037C3AC8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857E8F6-1CC1-0C2D-2E8F-E295A43C5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4101196-B818-1D60-DDF6-2BAAFAA25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9ED0-7934-450B-B83E-5680DC9AAD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5611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871E61-1454-68D6-FF88-B50FE0BC9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CE10490-6C48-6828-9B3D-492564D07A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6E4FA7-E2E7-FDA1-787A-3DB1FEEC6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128EE-D9FB-4906-BAA3-5F6C037C3AC8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C79B73B-3D14-08A4-5DE7-5956AEB4F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61D27E-34E0-7390-3D73-B5B68001F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9ED0-7934-450B-B83E-5680DC9AAD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2635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2A2AFBB-C4BA-0DD8-D27A-BBDC5607BF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A5C03D1-C7C8-C609-7510-231634E657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496035-BD40-2975-1968-617BDBB45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128EE-D9FB-4906-BAA3-5F6C037C3AC8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70023D-CD36-E953-0731-95C5C2055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21AA6B-6FCD-2AE7-8E24-75943441A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9ED0-7934-450B-B83E-5680DC9AAD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6058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9974E2B-9922-5D7A-9DB7-C634B00B3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B51787B-1486-0197-87D6-476E9F8A27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EE6A915-7B60-1900-1FD9-225C002AF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3128EE-D9FB-4906-BAA3-5F6C037C3AC8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8C4418-7BF7-E8A6-2F1A-106F253B34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AD5401-67E2-FC42-E6ED-0851B39104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C39ED0-7934-450B-B83E-5680DC9AAD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4777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CF9FC271-8BC6-2011-7726-0FF92A11F88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97563869"/>
              </p:ext>
            </p:extLst>
          </p:nvPr>
        </p:nvGraphicFramePr>
        <p:xfrm>
          <a:off x="508000" y="1016000"/>
          <a:ext cx="5080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C5D656A5-9412-56CB-27D6-F1B611336DD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38575562"/>
              </p:ext>
            </p:extLst>
          </p:nvPr>
        </p:nvGraphicFramePr>
        <p:xfrm>
          <a:off x="6223000" y="1016000"/>
          <a:ext cx="5080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7851225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2026-10-19T08:36:25Z</dcterms:created>
  <dcterms:modified xsi:type="dcterms:W3CDTF">2026-10-19T08:36:25Z</dcterms:modified>
</cp:coreProperties>
</file>