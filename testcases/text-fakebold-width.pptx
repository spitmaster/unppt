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BC15B-725F-9284-E6DB-FD8D21463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90B39A-9A80-4BB7-0049-7ECDF346E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2E864-B0DA-30E3-BE9E-92718A2F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69F5E-5DCD-1BFF-CE4A-9F095598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A3FAC0-B703-F4A6-4C69-490C38EC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64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34756-B640-79E4-BAB7-1C7E5E31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A2E03B-3A62-F910-778B-AB4BAE9E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CDA7A-6003-79D0-2B67-FC87E509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7FF42-0E4C-0413-C762-E647D25C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A994D-E95E-6848-44AC-D74A1B7C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52A4E-4960-2A25-0E9A-8CA3FE31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67822D-8EC4-78DE-D41E-4D6691B7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0EBA5A-C52A-B0AA-F61D-E73C3772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427D4-3EE9-700F-B736-1E60740B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A5B3E-D9A2-606A-64BD-9457E755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162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4B358-5774-7E99-8295-24C858C5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E6C0C-D6FD-EA42-47EA-C39774897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59E1DB-659D-711B-BE44-A9A018A4B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AA684E-88F3-5844-B5A0-5BF6672F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A8715-EAC0-C92C-BC19-973FA80E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DBEB76-9C24-968D-9DED-901F83DA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90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35295-22B5-120E-EAB6-DD2F00BE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6163FE-49FE-7A24-2788-63F1B0785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408840-4749-BDC1-E366-D697C39B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43D59F-B104-3EB1-B49B-EF84A68D8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A7284B-BE47-5A8B-9C2E-0A8BA7696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15545E-2AFC-D22C-9D63-778C11FB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3BF6CB-55BC-F898-8AC1-4C6D3ED3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DD77DE8-14A1-652A-801E-C52E48D8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97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49EDD-5BBD-F051-CD34-FB58DB7F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CB7D63-2445-CFD2-4683-1163D8F4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99A25C-3E4F-E571-2809-3C886BFF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F7EFB0-92EC-A5AB-249F-07897DB0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87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62B39C-F2C4-4C31-3009-1D356D8B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7207BD-5D6D-D1E9-3588-2D8E40DE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6BDFC-24BE-7C41-F990-838EF25F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64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4F4F0-14F1-43F3-EE0E-60C3FD68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59200-5A36-0F7F-FA7B-DED0C6D8B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A8E9E2-7E4D-AF4A-0627-DCC33A2F3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BA4C50-BCDF-B593-DEE0-0B42C8E5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F67204-2CE9-9F97-063A-60EC18F5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D73C6A-F89B-3FDC-5B98-79D23D32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64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08FC3-6747-A592-8B0F-A744D34F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C88848-2B81-DCD3-81A4-4E7DFE465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3C114E-25E5-76CA-486F-4F08A32B9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129CB-021F-50AD-AD64-3C2CD100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A8350D-7101-B3C0-8BC1-40A05F44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9BCC7-F7EF-1787-6288-D66268E8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3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35BDC-B542-A52A-FCE2-567538FE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82699C-A1CE-0435-974D-DF332B918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103CB-36D3-9680-3E55-62B32FC9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C92008-5155-F0BC-0DB7-86363350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246A5-ABF5-3839-EAC8-EEDB988A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4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BCA662-3A1B-440D-48ED-4CA66B56C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E37692-81B0-38D4-A2DF-658270D40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3F282-E2CA-CC59-1B2B-6A2A9D0D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D22A5-FF17-25E6-DAE5-1250D9A2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838EB-596C-0589-F02D-44203D23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370843-09AA-DB43-5B39-50FB4BA8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6930C6-E6DA-CDB8-5CA5-69C4D32E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CFBF0-75BC-F3C5-C2BD-D94403F9E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1452E-83BA-4816-98B4-7F90BFDFB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B0D5D-F3BE-EB50-C197-70ABA90AB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3B146-1D8E-8AD8-C3CE-7A69B2B3A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23D4E-C5B0-4F6F-A012-F7303B3A5C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36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D5AE9E-1667-5BC8-1BC9-C831D28875FE}"/>
              </a:ext>
            </a:extLst>
          </p:cNvPr>
          <p:cNvSpPr txBox="1"/>
          <p:nvPr/>
        </p:nvSpPr>
        <p:spPr>
          <a:xfrm>
            <a:off x="254000" y="127000"/>
            <a:ext cx="47675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一二三四五六七八九十一二三四五六七八九十一二三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C34C81-1364-9991-6A69-E45AA5EDB422}"/>
              </a:ext>
            </a:extLst>
          </p:cNvPr>
          <p:cNvSpPr txBox="1"/>
          <p:nvPr/>
        </p:nvSpPr>
        <p:spPr>
          <a:xfrm>
            <a:off x="254000" y="82296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700" b="1">
                <a:latin typeface="宋体" panose="02010600030101010101" pitchFamily="2" charset="-122"/>
                <a:ea typeface="宋体" panose="02010600030101010101" pitchFamily="2" charset="-122"/>
              </a:rPr>
              <a:t>一二三四五六七八九十一二三四五六七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0964AB-89D9-124B-BE5E-0D96149C9A1E}"/>
              </a:ext>
            </a:extLst>
          </p:cNvPr>
          <p:cNvSpPr txBox="1"/>
          <p:nvPr/>
        </p:nvSpPr>
        <p:spPr>
          <a:xfrm>
            <a:off x="254000" y="181610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700" b="1">
                <a:latin typeface="黑体" panose="02010609060101010101" pitchFamily="49" charset="-122"/>
                <a:ea typeface="黑体" panose="02010609060101010101" pitchFamily="49" charset="-122"/>
              </a:rPr>
              <a:t>一二三四五六七八九十一二三四五六七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5DDDD7-7DB4-5212-262B-B47AC14AC877}"/>
              </a:ext>
            </a:extLst>
          </p:cNvPr>
          <p:cNvSpPr txBox="1"/>
          <p:nvPr/>
        </p:nvSpPr>
        <p:spPr>
          <a:xfrm>
            <a:off x="254000" y="280924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700">
                <a:latin typeface="宋体" panose="02010600030101010101" pitchFamily="2" charset="-122"/>
                <a:ea typeface="宋体" panose="02010600030101010101" pitchFamily="2" charset="-122"/>
              </a:rPr>
              <a:t>一二三四五六七八九十一二三四五六七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2212C8-E547-4FB6-0445-CE228984DB07}"/>
              </a:ext>
            </a:extLst>
          </p:cNvPr>
          <p:cNvSpPr txBox="1"/>
          <p:nvPr/>
        </p:nvSpPr>
        <p:spPr>
          <a:xfrm>
            <a:off x="6223000" y="12700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latin typeface="宋体" panose="02010600030101010101" pitchFamily="2" charset="-122"/>
                <a:ea typeface="宋体" panose="02010600030101010101" pitchFamily="2" charset="-122"/>
              </a:rPr>
              <a:t>一二三四五六七八九十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C1AD8C-4B25-1EB6-40EE-46C80D04D7EF}"/>
              </a:ext>
            </a:extLst>
          </p:cNvPr>
          <p:cNvSpPr txBox="1"/>
          <p:nvPr/>
        </p:nvSpPr>
        <p:spPr>
          <a:xfrm>
            <a:off x="6223000" y="201168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一二三四五六七八九十一二三四五六七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8B2A10-5745-3EC9-306D-AFFBDCD5F233}"/>
              </a:ext>
            </a:extLst>
          </p:cNvPr>
          <p:cNvSpPr txBox="1"/>
          <p:nvPr/>
        </p:nvSpPr>
        <p:spPr>
          <a:xfrm>
            <a:off x="6223000" y="300482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altLang="zh-CN" sz="2700" b="1">
                <a:latin typeface="宋体" panose="02010600030101010101" pitchFamily="2" charset="-122"/>
                <a:ea typeface="宋体" panose="02010600030101010101" pitchFamily="2" charset="-122"/>
              </a:rPr>
              <a:t>aaaaaaaaaaaaaaaaaaaaaaaaaaaaaaa</a:t>
            </a:r>
            <a:endParaRPr lang="zh-CN" altLang="en-US" sz="27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15E9F0-70C8-8F34-029E-F679A1DAF36C}"/>
              </a:ext>
            </a:extLst>
          </p:cNvPr>
          <p:cNvSpPr txBox="1"/>
          <p:nvPr/>
        </p:nvSpPr>
        <p:spPr>
          <a:xfrm>
            <a:off x="6223000" y="3997960"/>
            <a:ext cx="499618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700" b="1">
                <a:latin typeface="华文细黑" panose="02010600040101010101" pitchFamily="2" charset="-122"/>
                <a:ea typeface="华文细黑" panose="02010600040101010101" pitchFamily="2" charset="-122"/>
              </a:rPr>
              <a:t>一二三四五六七八九十一二三四五六七</a:t>
            </a:r>
          </a:p>
        </p:txBody>
      </p:sp>
    </p:spTree>
    <p:extLst>
      <p:ext uri="{BB962C8B-B14F-4D97-AF65-F5344CB8AC3E}">
        <p14:creationId xmlns:p14="http://schemas.microsoft.com/office/powerpoint/2010/main" val="474812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华文细黑</vt:lpstr>
      <vt:lpstr>宋体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2026-10-17T09:52:17Z</dcterms:created>
  <dcterms:modified xsi:type="dcterms:W3CDTF">2026-10-17T09:52:17Z</dcterms:modified>
</cp:coreProperties>
</file>