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482008-12FE-6791-7797-E886E722C0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6DEEA89-4D2D-6C5B-DA34-B0100A449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25F376-ABC8-F247-2894-43CF93EED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CE727C-BC63-C74F-A25E-1C80EC673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A83E07-45E5-6832-AF1A-52D7BE1C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71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503095-07CE-70E4-A448-4AD350C9F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827875-F0EA-2861-56D6-8545A7615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0A6007-F7E3-1563-C04C-C5992DB97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484ACB-FD13-6E45-36D6-7A83B3585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323F6B-F2BE-AE36-12EB-111AB82DA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447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5C4D90-295B-4D21-DB57-4662C9AF1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8483B00-3871-D730-7603-6B9FA00BA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2FF5DD-2219-83BF-A541-133A5F8C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E4A6E5-5A80-CA09-FB74-566661645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12970D-6001-4776-5D9A-6E99F4DD5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1016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8463FF-01DF-A06A-0206-22C55C7B2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9BB39C-2318-A259-71CB-159745248A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340C813-A16D-9166-31F3-311562C969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D312D2-C449-C0B8-389D-25E6B8E2D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27A4D5-0886-0C71-CB22-52D2D319E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CC59BD-45AF-E8DE-0894-4C39695DA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2031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24708D-32A4-B5CC-3984-F6CA8AFC3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328901-4686-5927-E3DB-740EAE0B5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198973-813A-46F7-ED26-0D19B8D1EB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7821421-BD06-08AE-BC4A-8F44988375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7A209B-A5DC-E974-13E2-4BAA94516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FBDEA2F-B076-E8F2-3A98-2816F0BB2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8E3742-E158-2075-8FC4-006A92F70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CCCFD78-D04D-EA0F-8B10-5AA1E6135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844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EF5958-365B-3C91-3694-564529E2C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4396AF2-FD4A-06BB-E305-9E3920427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E8AA431-D10C-4E93-47AC-E835971B6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42EF02-EFEB-A9F9-8FF8-DBA180C19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400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57A824F-4717-E828-1033-00FA88AAD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EB642BE-E289-21AB-81AE-9BCD7AB9A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8DD62D-266E-71FA-0B24-41F6260EB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9194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A12334-4A62-3E66-7D1B-DF572B098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D28C76-1857-05C0-4C80-87ADFDF6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3F28C32-561C-3BAB-53EE-DC2400A39A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4B0DE82-C7B2-4F1D-4FB5-053E1D756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1CDAE68-D52E-113D-34F1-C205C4158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D0907E-0476-C3C6-0A45-EF53D495F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1228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2127A3-CE9A-4EC3-6E6B-77CD5D3EC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A32BB07-7441-54C3-41A1-2BA0C617A0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9FF0BB8-D83E-986C-C1EC-A7A40903F5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72439BE-BA6E-C01B-3821-6857FC1F3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D9EF04-D520-F8A2-4849-96E39F7A9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1C87766-FB93-0A20-9033-AD16DD5EB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715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4D54A3-0090-29EA-43E6-01FDA75B8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773822E-DAC1-4D4A-B6F8-9CFEC185ED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81B99F7-F93C-1AC5-8654-E9FD2958E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69B77D-F12E-D1DA-E9DA-68B1E4BF8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054382-E683-4022-C683-F82357BBB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3671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41AAE18-64CE-701B-62F3-B87F045E2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25E70C7-CE28-02F1-36AD-D4B3A16444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3C5AA-ABA2-863E-BDCF-90529766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B58DF63-C352-E6DA-678C-FFFD2B384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6C0D34-49B7-5AA9-774B-31096651B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0311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C29D395-CEC1-64E8-88D9-B73FA6669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923C326-661E-D1AB-2407-F565F8980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B53605-940F-37CD-681D-ADDDE581A7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68BC6-7C59-4AF9-9A9C-16808A684B20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0265B1-A4B1-130D-23A1-F1D3BFC648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C1A6588-17CE-37F9-B85E-4C685B434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7AF0A-DFD1-4466-9FEF-6F1D9B97B9B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5865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F5B9E23-259A-BC2E-78D2-59A7DD6644BF}"/>
              </a:ext>
            </a:extLst>
          </p:cNvPr>
          <p:cNvSpPr txBox="1"/>
          <p:nvPr/>
        </p:nvSpPr>
        <p:spPr>
          <a:xfrm>
            <a:off x="254000" y="127000"/>
            <a:ext cx="476758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rtlCol="0">
            <a:noAutofit/>
          </a:bodyPr>
          <a:lstStyle/>
          <a:p>
            <a:r>
              <a:rPr lang="zh-CN" altLang="en-US" b="1">
                <a:latin typeface="宋体" panose="02010600030101010101" pitchFamily="2" charset="-122"/>
                <a:ea typeface="宋体" panose="02010600030101010101" pitchFamily="2" charset="-122"/>
              </a:rPr>
              <a:t>一二三四五六七八九十一二三四五六七八九十一二三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11729D7-2479-0AF1-FE22-DE5594828E6B}"/>
              </a:ext>
            </a:extLst>
          </p:cNvPr>
          <p:cNvSpPr txBox="1"/>
          <p:nvPr/>
        </p:nvSpPr>
        <p:spPr>
          <a:xfrm>
            <a:off x="254000" y="822960"/>
            <a:ext cx="499618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rtlCol="0">
            <a:noAutofit/>
          </a:bodyPr>
          <a:lstStyle/>
          <a:p>
            <a:r>
              <a:rPr lang="zh-CN" altLang="en-US" sz="2700" b="1">
                <a:latin typeface="宋体" panose="02010600030101010101" pitchFamily="2" charset="-122"/>
                <a:ea typeface="宋体" panose="02010600030101010101" pitchFamily="2" charset="-122"/>
              </a:rPr>
              <a:t>一二三四五六七八九十一二三四五六七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D3A769D-C9BC-FA2E-5937-666FFDD96EF9}"/>
              </a:ext>
            </a:extLst>
          </p:cNvPr>
          <p:cNvSpPr txBox="1"/>
          <p:nvPr/>
        </p:nvSpPr>
        <p:spPr>
          <a:xfrm>
            <a:off x="254000" y="1816100"/>
            <a:ext cx="499618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rtlCol="0">
            <a:noAutofit/>
          </a:bodyPr>
          <a:lstStyle/>
          <a:p>
            <a:r>
              <a:rPr lang="zh-CN" altLang="en-US" sz="2700" b="1">
                <a:latin typeface="黑体" panose="02010609060101010101" pitchFamily="49" charset="-122"/>
                <a:ea typeface="黑体" panose="02010609060101010101" pitchFamily="49" charset="-122"/>
              </a:rPr>
              <a:t>一二三四五六七八九十一二三四五六七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5159AB8-15E1-A7D2-CD45-BAE0D6EBCD29}"/>
              </a:ext>
            </a:extLst>
          </p:cNvPr>
          <p:cNvSpPr txBox="1"/>
          <p:nvPr/>
        </p:nvSpPr>
        <p:spPr>
          <a:xfrm>
            <a:off x="254000" y="2809240"/>
            <a:ext cx="499618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rtlCol="0">
            <a:noAutofit/>
          </a:bodyPr>
          <a:lstStyle/>
          <a:p>
            <a:r>
              <a:rPr lang="zh-CN" altLang="en-US" sz="2700">
                <a:latin typeface="宋体" panose="02010600030101010101" pitchFamily="2" charset="-122"/>
                <a:ea typeface="宋体" panose="02010600030101010101" pitchFamily="2" charset="-122"/>
              </a:rPr>
              <a:t>一二三四五六七八九十一二三四五六七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6B16B00-39A7-D245-FFD7-08F098498563}"/>
              </a:ext>
            </a:extLst>
          </p:cNvPr>
          <p:cNvSpPr txBox="1"/>
          <p:nvPr/>
        </p:nvSpPr>
        <p:spPr>
          <a:xfrm>
            <a:off x="6223000" y="127000"/>
            <a:ext cx="499618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rtlCol="0">
            <a:noAutofit/>
          </a:bodyPr>
          <a:lstStyle/>
          <a:p>
            <a:r>
              <a:rPr lang="zh-CN" altLang="en-US" sz="5400" b="1">
                <a:latin typeface="宋体" panose="02010600030101010101" pitchFamily="2" charset="-122"/>
                <a:ea typeface="宋体" panose="02010600030101010101" pitchFamily="2" charset="-122"/>
              </a:rPr>
              <a:t>一二三四五六七八九十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DA60EB-D9B6-5F38-5AB9-A5610144F6FC}"/>
              </a:ext>
            </a:extLst>
          </p:cNvPr>
          <p:cNvSpPr txBox="1"/>
          <p:nvPr/>
        </p:nvSpPr>
        <p:spPr>
          <a:xfrm>
            <a:off x="6223000" y="2011680"/>
            <a:ext cx="499618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rtlCol="0">
            <a:noAutofit/>
          </a:bodyPr>
          <a:lstStyle/>
          <a:p>
            <a:r>
              <a:rPr lang="zh-CN" altLang="en-US" sz="2700" b="1">
                <a:latin typeface="微软雅黑" panose="020B0503020204020204" pitchFamily="34" charset="-122"/>
                <a:ea typeface="微软雅黑" panose="020B0503020204020204" pitchFamily="34" charset="-122"/>
              </a:rPr>
              <a:t>一二三四五六七八九十一二三四五六七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8CB7BF9-EB97-BBCF-322C-424BCC2F823A}"/>
              </a:ext>
            </a:extLst>
          </p:cNvPr>
          <p:cNvSpPr txBox="1"/>
          <p:nvPr/>
        </p:nvSpPr>
        <p:spPr>
          <a:xfrm>
            <a:off x="6223000" y="3004820"/>
            <a:ext cx="4996180" cy="369332"/>
          </a:xfrm>
          <a:prstGeom prst="rect">
            <a:avLst/>
          </a:prstGeom>
          <a:noFill/>
          <a:ln>
            <a:solidFill>
              <a:srgbClr val="C8C8C8"/>
            </a:solidFill>
          </a:ln>
        </p:spPr>
        <p:txBody>
          <a:bodyPr vert="horz" wrap="square" rtlCol="0">
            <a:noAutofit/>
          </a:bodyPr>
          <a:lstStyle/>
          <a:p>
            <a:r>
              <a:rPr lang="en-US" altLang="zh-CN" sz="2700" b="1">
                <a:latin typeface="宋体" panose="02010600030101010101" pitchFamily="2" charset="-122"/>
                <a:ea typeface="宋体" panose="02010600030101010101" pitchFamily="2" charset="-122"/>
              </a:rPr>
              <a:t>aaaaaaaaaaaaaaaaaaaaaaaaaaaaaaa</a:t>
            </a:r>
            <a:endParaRPr lang="zh-CN" altLang="en-US" sz="2700" b="1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86458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自定义</PresentationFormat>
  <Paragraphs>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等线 Light</vt:lpstr>
      <vt:lpstr>黑体</vt:lpstr>
      <vt:lpstr>宋体</vt:lpstr>
      <vt:lpstr>微软雅黑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2026-10-17T08:45:05Z</dcterms:created>
  <dcterms:modified xsi:type="dcterms:W3CDTF">2026-10-17T08:45:05Z</dcterms:modified>
</cp:coreProperties>
</file>