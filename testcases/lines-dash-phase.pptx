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A95D9-C208-98A4-11B9-BDEB01658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C395E5-B968-6356-1863-9E8BB1E93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05CB4-3034-FFBE-0316-C9C741B6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9DEB29-812F-21F7-D195-4A53322E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4F0395-DCA0-5841-7922-78A66E78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24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6B10D-7279-DBD1-F846-B1904CFF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65C664-66BA-AB75-8F0A-9CF6A2CB7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1695F2-6E1E-C720-4AE3-757CBF3A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05B85-2242-41B2-634E-EA15AD48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2FF50-19C2-8E6B-00F6-9C5C0C71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41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1D582-EE09-A3A7-CA87-DDC8F16B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BB4ADA-0708-1B33-F375-A9ADC1293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8A0F80-A7E1-3082-4801-95A69241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86E97F-AE6A-8001-9215-4E350914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2E9938-FF73-0DAC-714C-957BA445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56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D8A82-C4E8-8034-5DF7-12BE0A9C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4B43E8-4EDC-1908-8B95-F4EBAFE4E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0945B2-8749-9092-1177-C786F539E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86E395-D958-E6DD-D42F-C41E821F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0C28F0-AAAA-5F01-CFCB-8498B5CC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7BFF86-5620-B5D0-C63D-EC115E6B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8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3FE77-8F2E-BCFC-AC76-3F7D92DA4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4175DE-DB57-2CE2-8038-1D738F1AB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E1D283-B2AF-18CB-6EAA-F111B6CEB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D6762-1A30-78BF-6DD5-7B2AB8153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E57D3E-CC4F-C6FD-3366-141E79D75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2B7709-ECA2-A5D2-8252-B669EC9C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10C3E2-38D8-6A52-8D1B-37F9CC76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07174B-8D5C-4B9F-C8A6-775FFDF5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62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7F66D-4B88-AB6D-962E-F7F1C84C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A28B6E-D2BC-E214-8BB8-0BF54E5A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329779-4959-BBCF-54B2-4F2DF408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AF6FDE-4831-9E2F-B483-3DE9487F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98CD03-B316-B671-53D8-7441FB5F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570F82-C214-2347-8005-7CC08452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CCA1D-C355-0EFF-FA11-025CAACD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85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59CC2-9356-AC39-1378-2D7C42C5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5041B-0723-0AA6-2775-EBED7A177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EC1169-2950-BA88-0B18-4AEC70571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4A17FF-914A-866B-8886-A7B32F93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C9777E-92F1-8143-9D96-FCA27CA7D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7B0E88-D53A-1306-4B51-88DE4F2A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89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68548-420D-AB3D-BF37-A86520CB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11DD0C-14E9-CE5C-332B-CE523F67A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F87137-B78F-EDB9-D4A3-70BB6087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03B28F-0228-5300-9FAB-F65E3697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BB4B21-A84E-E8FA-2246-B415D474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9F4CB6-F375-C787-73E9-363B3FA2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580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C4B2A-65A5-CF9A-4FBE-9124D67F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F23347-EF6A-1D5D-B40A-8E7E91333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81C108-B556-D467-F0C5-5D96A9A9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999479-B3DD-03E1-F4E9-D3274A63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3D02B-89F9-3126-205C-F780F6AF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9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7BE104-1C10-A791-3C23-344D16756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7D9E22-FAC5-213B-A674-1943FCD19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6A2247-6191-775C-B604-CA07D066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BEAF4-039A-0571-5A16-F2974A559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EFE5FD-772C-0B5B-B78D-DF79CA73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53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0CBD44-7CF6-B4B1-2F53-6D2A7C04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2763B8-A9C4-2EE0-A990-0DC37F2AD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3008A-B045-89DB-D8E3-A426D93F6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07139-607F-4EC1-A9A9-096A16655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9CA6DC-7E96-9AF1-C7F5-84F865727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05588-DE14-F194-64EB-52E45C910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36A20-0CE0-4FCA-8C6D-5A222176AC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75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PH0">
            <a:extLst>
              <a:ext uri="{FF2B5EF4-FFF2-40B4-BE49-F238E27FC236}">
                <a16:creationId xmlns:a16="http://schemas.microsoft.com/office/drawing/2014/main" id="{8CD42D74-B315-E02B-780F-E564A252E56C}"/>
              </a:ext>
            </a:extLst>
          </p:cNvPr>
          <p:cNvSpPr/>
          <p:nvPr/>
        </p:nvSpPr>
        <p:spPr>
          <a:xfrm>
            <a:off x="254000" y="254000"/>
            <a:ext cx="1270000" cy="6350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DPH1">
            <a:extLst>
              <a:ext uri="{FF2B5EF4-FFF2-40B4-BE49-F238E27FC236}">
                <a16:creationId xmlns:a16="http://schemas.microsoft.com/office/drawing/2014/main" id="{968011AF-10CD-D36E-A61A-537C7BE2F0B6}"/>
              </a:ext>
            </a:extLst>
          </p:cNvPr>
          <p:cNvSpPr/>
          <p:nvPr/>
        </p:nvSpPr>
        <p:spPr>
          <a:xfrm>
            <a:off x="3238500" y="254000"/>
            <a:ext cx="1270000" cy="6350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PH2">
            <a:extLst>
              <a:ext uri="{FF2B5EF4-FFF2-40B4-BE49-F238E27FC236}">
                <a16:creationId xmlns:a16="http://schemas.microsoft.com/office/drawing/2014/main" id="{95AB64F2-3249-8308-F25F-224C6833D252}"/>
              </a:ext>
            </a:extLst>
          </p:cNvPr>
          <p:cNvSpPr/>
          <p:nvPr/>
        </p:nvSpPr>
        <p:spPr>
          <a:xfrm>
            <a:off x="6223000" y="254000"/>
            <a:ext cx="1270000" cy="6350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sys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PH3">
            <a:extLst>
              <a:ext uri="{FF2B5EF4-FFF2-40B4-BE49-F238E27FC236}">
                <a16:creationId xmlns:a16="http://schemas.microsoft.com/office/drawing/2014/main" id="{4C254AA8-6E4F-3F26-7076-63CDC45DDCB9}"/>
              </a:ext>
            </a:extLst>
          </p:cNvPr>
          <p:cNvSpPr/>
          <p:nvPr/>
        </p:nvSpPr>
        <p:spPr>
          <a:xfrm>
            <a:off x="9207500" y="254000"/>
            <a:ext cx="1270000" cy="6350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DPH4">
            <a:extLst>
              <a:ext uri="{FF2B5EF4-FFF2-40B4-BE49-F238E27FC236}">
                <a16:creationId xmlns:a16="http://schemas.microsoft.com/office/drawing/2014/main" id="{6BFD4556-24BB-88CD-B9B0-AFED8004DDDE}"/>
              </a:ext>
            </a:extLst>
          </p:cNvPr>
          <p:cNvSpPr/>
          <p:nvPr/>
        </p:nvSpPr>
        <p:spPr>
          <a:xfrm>
            <a:off x="254000" y="1143000"/>
            <a:ext cx="1739900" cy="10541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DPH5">
            <a:extLst>
              <a:ext uri="{FF2B5EF4-FFF2-40B4-BE49-F238E27FC236}">
                <a16:creationId xmlns:a16="http://schemas.microsoft.com/office/drawing/2014/main" id="{B70EE546-C18D-EB15-D8F5-79315FBF4385}"/>
              </a:ext>
            </a:extLst>
          </p:cNvPr>
          <p:cNvSpPr/>
          <p:nvPr/>
        </p:nvSpPr>
        <p:spPr>
          <a:xfrm>
            <a:off x="3238500" y="1143000"/>
            <a:ext cx="1739900" cy="10541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DPH6">
            <a:extLst>
              <a:ext uri="{FF2B5EF4-FFF2-40B4-BE49-F238E27FC236}">
                <a16:creationId xmlns:a16="http://schemas.microsoft.com/office/drawing/2014/main" id="{8EE54291-F5C4-0D61-E548-662404C32F34}"/>
              </a:ext>
            </a:extLst>
          </p:cNvPr>
          <p:cNvSpPr/>
          <p:nvPr/>
        </p:nvSpPr>
        <p:spPr>
          <a:xfrm>
            <a:off x="6223000" y="1143000"/>
            <a:ext cx="1739900" cy="10541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sys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DPH7">
            <a:extLst>
              <a:ext uri="{FF2B5EF4-FFF2-40B4-BE49-F238E27FC236}">
                <a16:creationId xmlns:a16="http://schemas.microsoft.com/office/drawing/2014/main" id="{9B4D23AD-126F-D608-245D-59CAF30BE8AB}"/>
              </a:ext>
            </a:extLst>
          </p:cNvPr>
          <p:cNvSpPr/>
          <p:nvPr/>
        </p:nvSpPr>
        <p:spPr>
          <a:xfrm>
            <a:off x="9207500" y="1143000"/>
            <a:ext cx="1739900" cy="10541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PH8">
            <a:extLst>
              <a:ext uri="{FF2B5EF4-FFF2-40B4-BE49-F238E27FC236}">
                <a16:creationId xmlns:a16="http://schemas.microsoft.com/office/drawing/2014/main" id="{C0DC03DC-0CAE-F2A7-8427-0DF509577208}"/>
              </a:ext>
            </a:extLst>
          </p:cNvPr>
          <p:cNvSpPr/>
          <p:nvPr/>
        </p:nvSpPr>
        <p:spPr>
          <a:xfrm>
            <a:off x="254000" y="2540000"/>
            <a:ext cx="1739900" cy="1054100"/>
          </a:xfrm>
          <a:prstGeom prst="roundRect">
            <a:avLst/>
          </a:prstGeom>
          <a:noFill/>
          <a:ln w="3810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DPH9">
            <a:extLst>
              <a:ext uri="{FF2B5EF4-FFF2-40B4-BE49-F238E27FC236}">
                <a16:creationId xmlns:a16="http://schemas.microsoft.com/office/drawing/2014/main" id="{C42AD80A-7D4A-0AC6-9402-C040B295D67A}"/>
              </a:ext>
            </a:extLst>
          </p:cNvPr>
          <p:cNvSpPr/>
          <p:nvPr/>
        </p:nvSpPr>
        <p:spPr>
          <a:xfrm>
            <a:off x="2641600" y="2540000"/>
            <a:ext cx="1739900" cy="1054100"/>
          </a:xfrm>
          <a:prstGeom prst="ellipse">
            <a:avLst/>
          </a:prstGeom>
          <a:noFill/>
          <a:ln w="3810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PH10">
            <a:extLst>
              <a:ext uri="{FF2B5EF4-FFF2-40B4-BE49-F238E27FC236}">
                <a16:creationId xmlns:a16="http://schemas.microsoft.com/office/drawing/2014/main" id="{2A00BF43-78AF-A991-661F-15B6495BAF34}"/>
              </a:ext>
            </a:extLst>
          </p:cNvPr>
          <p:cNvSpPr/>
          <p:nvPr/>
        </p:nvSpPr>
        <p:spPr>
          <a:xfrm>
            <a:off x="5029200" y="2540000"/>
            <a:ext cx="1739900" cy="1054100"/>
          </a:xfrm>
          <a:prstGeom prst="triangle">
            <a:avLst/>
          </a:prstGeom>
          <a:noFill/>
          <a:ln w="3810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DPH11">
            <a:extLst>
              <a:ext uri="{FF2B5EF4-FFF2-40B4-BE49-F238E27FC236}">
                <a16:creationId xmlns:a16="http://schemas.microsoft.com/office/drawing/2014/main" id="{20F55A82-A647-4FA8-DDF7-C26F681063D9}"/>
              </a:ext>
            </a:extLst>
          </p:cNvPr>
          <p:cNvSpPr/>
          <p:nvPr/>
        </p:nvSpPr>
        <p:spPr>
          <a:xfrm>
            <a:off x="7416800" y="2540000"/>
            <a:ext cx="1739900" cy="1054100"/>
          </a:xfrm>
          <a:prstGeom prst="rect">
            <a:avLst/>
          </a:prstGeom>
          <a:noFill/>
          <a:ln w="1905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DPH12">
            <a:extLst>
              <a:ext uri="{FF2B5EF4-FFF2-40B4-BE49-F238E27FC236}">
                <a16:creationId xmlns:a16="http://schemas.microsoft.com/office/drawing/2014/main" id="{AA572B19-401C-89D4-BB6E-A7F1DD957527}"/>
              </a:ext>
            </a:extLst>
          </p:cNvPr>
          <p:cNvSpPr/>
          <p:nvPr/>
        </p:nvSpPr>
        <p:spPr>
          <a:xfrm>
            <a:off x="9804400" y="2540000"/>
            <a:ext cx="1739900" cy="1054100"/>
          </a:xfrm>
          <a:prstGeom prst="rect">
            <a:avLst/>
          </a:prstGeom>
          <a:noFill/>
          <a:ln w="7620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DPH13">
            <a:extLst>
              <a:ext uri="{FF2B5EF4-FFF2-40B4-BE49-F238E27FC236}">
                <a16:creationId xmlns:a16="http://schemas.microsoft.com/office/drawing/2014/main" id="{6D8EBD3B-BDCE-D992-B9AA-C89409DC3263}"/>
              </a:ext>
            </a:extLst>
          </p:cNvPr>
          <p:cNvSpPr/>
          <p:nvPr/>
        </p:nvSpPr>
        <p:spPr>
          <a:xfrm>
            <a:off x="254000" y="3937000"/>
            <a:ext cx="2540000" cy="2032000"/>
          </a:xfrm>
          <a:prstGeom prst="rect">
            <a:avLst/>
          </a:prstGeom>
          <a:noFill/>
          <a:ln w="38100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DPH14">
            <a:extLst>
              <a:ext uri="{FF2B5EF4-FFF2-40B4-BE49-F238E27FC236}">
                <a16:creationId xmlns:a16="http://schemas.microsoft.com/office/drawing/2014/main" id="{8F8B40A4-95F7-2B70-29E9-F5ED76A0963B}"/>
              </a:ext>
            </a:extLst>
          </p:cNvPr>
          <p:cNvSpPr/>
          <p:nvPr/>
        </p:nvSpPr>
        <p:spPr>
          <a:xfrm>
            <a:off x="3175000" y="3937000"/>
            <a:ext cx="1739900" cy="1054100"/>
          </a:xfrm>
          <a:prstGeom prst="rect">
            <a:avLst/>
          </a:prstGeom>
          <a:noFill/>
          <a:ln w="38100" cmpd="sng" algn="ctr" cap="rnd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DPH15">
            <a:extLst>
              <a:ext uri="{FF2B5EF4-FFF2-40B4-BE49-F238E27FC236}">
                <a16:creationId xmlns:a16="http://schemas.microsoft.com/office/drawing/2014/main" id="{C64D1B31-9395-E617-8917-311422157944}"/>
              </a:ext>
            </a:extLst>
          </p:cNvPr>
          <p:cNvSpPr/>
          <p:nvPr/>
        </p:nvSpPr>
        <p:spPr>
          <a:xfrm>
            <a:off x="5207000" y="3937000"/>
            <a:ext cx="1739900" cy="1054100"/>
          </a:xfrm>
          <a:prstGeom prst="rect">
            <a:avLst/>
          </a:prstGeom>
          <a:noFill/>
          <a:ln w="38100" cmpd="sng" algn="ctr" cap="sq">
            <a:solidFill>
              <a:srgbClr val="000000"/>
            </a:solidFill>
            <a:prstDash val="sys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DPH16">
            <a:extLst>
              <a:ext uri="{FF2B5EF4-FFF2-40B4-BE49-F238E27FC236}">
                <a16:creationId xmlns:a16="http://schemas.microsoft.com/office/drawing/2014/main" id="{81CFDE8A-F300-DA45-720F-3800E9AA5287}"/>
              </a:ext>
            </a:extLst>
          </p:cNvPr>
          <p:cNvSpPr/>
          <p:nvPr/>
        </p:nvSpPr>
        <p:spPr>
          <a:xfrm>
            <a:off x="7239000" y="3937000"/>
            <a:ext cx="1739900" cy="1054100"/>
          </a:xfrm>
          <a:prstGeom prst="rect">
            <a:avLst/>
          </a:prstGeom>
          <a:noFill/>
          <a:ln w="9525" cmpd="sng" algn="ctr" cap="flat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DPH17">
            <a:extLst>
              <a:ext uri="{FF2B5EF4-FFF2-40B4-BE49-F238E27FC236}">
                <a16:creationId xmlns:a16="http://schemas.microsoft.com/office/drawing/2014/main" id="{1E976F0E-A9BF-9CD4-96AE-0C4A1B594A3D}"/>
              </a:ext>
            </a:extLst>
          </p:cNvPr>
          <p:cNvSpPr/>
          <p:nvPr/>
        </p:nvSpPr>
        <p:spPr>
          <a:xfrm>
            <a:off x="9271000" y="3937000"/>
            <a:ext cx="1270000" cy="635000"/>
          </a:xfrm>
          <a:prstGeom prst="rect">
            <a:avLst/>
          </a:prstGeom>
          <a:noFill/>
          <a:ln w="9525" cmpd="sng" algn="ctr" cap="flat">
            <a:solidFill>
              <a:srgbClr val="000000"/>
            </a:solidFill>
            <a:prstDash val="sys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48B93F2-5F27-98FD-22BC-74FF1818493A}"/>
              </a:ext>
            </a:extLst>
          </p:cNvPr>
          <p:cNvCxnSpPr/>
          <p:nvPr/>
        </p:nvCxnSpPr>
        <p:spPr>
          <a:xfrm>
            <a:off x="9271000" y="5080000"/>
            <a:ext cx="2540000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D188EEE-BB59-46CA-A132-33E69532A32F}"/>
              </a:ext>
            </a:extLst>
          </p:cNvPr>
          <p:cNvGrpSpPr>
            <a:grpSpLocks/>
          </p:cNvGrpSpPr>
          <p:nvPr/>
        </p:nvGrpSpPr>
        <p:grpSpPr>
          <a:xfrm>
            <a:off x="3810000" y="5461000"/>
            <a:ext cx="2641600" cy="571500"/>
            <a:chOff x="3810000" y="5461000"/>
            <a:chExt cx="3302000" cy="7620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99F419D-DF94-9C9C-1049-CF25D50E9802}"/>
                </a:ext>
              </a:extLst>
            </p:cNvPr>
            <p:cNvSpPr/>
            <p:nvPr/>
          </p:nvSpPr>
          <p:spPr>
            <a:xfrm>
              <a:off x="3810000" y="5461000"/>
              <a:ext cx="1524000" cy="762000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3FCFE16-7570-BDCF-7077-B2F999261752}"/>
                </a:ext>
              </a:extLst>
            </p:cNvPr>
            <p:cNvSpPr/>
            <p:nvPr/>
          </p:nvSpPr>
          <p:spPr>
            <a:xfrm>
              <a:off x="5588000" y="5461000"/>
              <a:ext cx="1524000" cy="762000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1649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2026-10-26T11:02:45Z</dcterms:created>
  <dcterms:modified xsi:type="dcterms:W3CDTF">2026-10-26T11:02:45Z</dcterms:modified>
</cp:coreProperties>
</file>