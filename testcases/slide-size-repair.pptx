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70294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FE186-4B99-2668-0CC7-03E6143D6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952EC0-BACC-F23A-2406-814F6A04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BC3C75-95B3-ACCE-62F7-25DB2094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7014E1-D5E7-0945-8D1E-7FBD25B8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C08663-51DF-84D9-C676-FEFE671A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34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04F6C-B1E3-FDAE-F16E-A37FD397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2AC054-4472-8323-8918-2960B6D2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73867-B733-35C9-F9D7-94C7590F3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7A4EF-F1D2-924B-F8D8-CCAF7E6C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B5643-ECC9-F43B-EFEC-D2DE49FB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55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4BC5F-BA66-D22F-23C1-E75BCC7B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58B2D6-58A1-95A4-9844-8100DF460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3A4553-7975-5C66-1800-A8D70881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397B2D-28A3-43D0-5DFD-A41857DE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29271-48D7-C9AD-4B24-30ADEE60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63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A9578-65A3-25D2-A797-678A120C8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67FFD1-C238-B46D-40DD-3C67295A7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CDD9FE-D176-F24F-2217-B8DCD569F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DB0B9D-1F80-DAA2-C5B6-8A8A8190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85EF0F-CF0E-FB49-4BDA-3CAFB610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EFD45E-6437-5558-EF46-EA150E45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356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71BB4-4D2F-D6FE-15B3-A8B155F6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89B433-43F4-E95C-D329-571AD0020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58AE9B-8ED0-D4DF-6F61-1AA7AD49C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7A26A1-ABA9-F59F-061D-166844F58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9E537E-DE78-7A0D-9545-78F82A3C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916B84-4B76-AB84-3DF9-ECFAA2D6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E1F0CF-2E85-811F-30C3-028F72EF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7A91BB-6D30-F464-B5D5-40D09333F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15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73D9C-70CE-A454-1D6A-2FAB2A1D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819E10-1C00-2AF2-6031-3EB5A35D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9A1AD7-2A4D-441C-3274-A2B605279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BB9DD7-0B03-68EA-CBDC-4978711B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3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D48213-3AB5-DA29-24CE-8E34FEC3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35C908-2A97-98FB-AE72-937C52E0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CA0CB7-4EBA-2207-F2DA-BEF19BAE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3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9E196-C4D9-87D3-7FEC-BAB429F5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016364-8513-7B7F-8571-8DC7B683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3DF631-0162-16ED-CE39-CB3205455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6B8856-430F-8157-3511-61F1EA2D5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BCCB01-1599-43CD-AA0D-EA86E6EC6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E0CEC6-712B-7578-0FA4-DADF3E39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49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75237-C652-C65D-E425-77B530977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61A265-2064-D072-34DB-04E81B7A7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19C8B3-1589-2007-89FC-84B60048B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BE7535-AFB3-AB9E-A9CE-A4E96D22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E3BD97-F7CF-EADC-8671-8D4EF707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95A6E8-23BE-63FB-35B8-076D69A6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57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C32AA-777F-EB27-A4AD-47CE8108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AA4BC9-8BED-495C-4AA4-FE3EC5243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8B5B2-0679-D716-70C5-AFB580FD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B2DAA-F450-61E7-A0E9-ECA567EE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E677EC-6F98-745A-8907-B675D1115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1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AB08FA-9E63-EBA7-B624-E69B1C10C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78B88F-2EC1-AD9C-F840-E9F606219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B8229B-9D10-7C63-E353-B0E589C4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E53C6-D903-88EF-29F9-EC177E48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016D32-AE78-0DA4-FCE7-87DDF5916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80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C963F0-944F-AF02-5A1A-83A69F92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C7C515-F5F0-3E2A-117E-DBF5DDEA4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72DCE-98F9-743C-D848-8C6BB05A1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693A2-2FD1-4CC1-944A-3DE8AFA1C10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8C5D96-D4C8-BF55-B5B1-AC14A7A2B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D202BE-001B-9BA3-1B85-74129297B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D9351-1F0A-40B3-9D9E-E27C19C88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51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B0695D-DE24-6612-B951-7BC29C1F88B0}"/>
              </a:ext>
            </a:extLst>
          </p:cNvPr>
          <p:cNvSpPr/>
          <p:nvPr/>
        </p:nvSpPr>
        <p:spPr>
          <a:xfrm>
            <a:off x="762000" y="762000"/>
            <a:ext cx="2286000" cy="1524000"/>
          </a:xfrm>
          <a:prstGeom prst="rect">
            <a:avLst/>
          </a:prstGeom>
          <a:solidFill>
            <a:srgbClr val="C050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第 </a:t>
            </a:r>
            <a:r>
              <a:rPr lang="en-US" altLang="zh-CN"/>
              <a:t>1 </a:t>
            </a:r>
            <a:r>
              <a:rPr lang="zh-CN" altLang="en-US"/>
              <a:t>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AD4665-51B1-F358-02E6-68322D61AE13}"/>
              </a:ext>
            </a:extLst>
          </p:cNvPr>
          <p:cNvSpPr/>
          <p:nvPr/>
        </p:nvSpPr>
        <p:spPr>
          <a:xfrm>
            <a:off x="3302000" y="2540000"/>
            <a:ext cx="2286000" cy="1524000"/>
          </a:xfrm>
          <a:prstGeom prst="rect">
            <a:avLst/>
          </a:prstGeom>
          <a:solidFill>
            <a:srgbClr val="50A0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第 </a:t>
            </a:r>
            <a:r>
              <a:rPr lang="en-US" altLang="zh-CN"/>
              <a:t>2 </a:t>
            </a:r>
            <a:r>
              <a:rPr lang="zh-CN" altLang="en-US"/>
              <a:t>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42AAF8-602D-F3F6-2B77-203D585F9C4F}"/>
              </a:ext>
            </a:extLst>
          </p:cNvPr>
          <p:cNvSpPr/>
          <p:nvPr/>
        </p:nvSpPr>
        <p:spPr>
          <a:xfrm>
            <a:off x="5842000" y="4318000"/>
            <a:ext cx="2286000" cy="1524000"/>
          </a:xfrm>
          <a:prstGeom prst="rect">
            <a:avLst/>
          </a:prstGeom>
          <a:solidFill>
            <a:srgbClr val="305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第 </a:t>
            </a:r>
            <a:r>
              <a:rPr lang="en-US" altLang="zh-CN"/>
              <a:t>3 </a:t>
            </a:r>
            <a:r>
              <a:rPr lang="zh-CN" altLang="en-US"/>
              <a:t>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A5EB8B-B116-6B6C-4F3E-1BC3048BCDAD}"/>
              </a:ext>
            </a:extLst>
          </p:cNvPr>
          <p:cNvSpPr/>
          <p:nvPr/>
        </p:nvSpPr>
        <p:spPr>
          <a:xfrm>
            <a:off x="8382000" y="6096000"/>
            <a:ext cx="2286000" cy="1524000"/>
          </a:xfrm>
          <a:prstGeom prst="rect">
            <a:avLst/>
          </a:prstGeom>
          <a:solidFill>
            <a:srgbClr val="8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第 </a:t>
            </a:r>
            <a:r>
              <a:rPr lang="en-US" altLang="zh-CN"/>
              <a:t>4 </a:t>
            </a:r>
            <a:r>
              <a:rPr lang="zh-CN" altLang="en-US"/>
              <a:t>块</a:t>
            </a:r>
          </a:p>
        </p:txBody>
      </p:sp>
    </p:spTree>
    <p:extLst>
      <p:ext uri="{BB962C8B-B14F-4D97-AF65-F5344CB8AC3E}">
        <p14:creationId xmlns:p14="http://schemas.microsoft.com/office/powerpoint/2010/main" val="2273717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2026-10-16T00:58:27Z</dcterms:created>
  <dcterms:modified xsi:type="dcterms:W3CDTF">2026-10-16T00:58:27Z</dcterms:modified>
</cp:coreProperties>
</file>