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AAA86-142A-386A-3A39-4385695F9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6D539A-17EB-D4B2-87CF-BF59852F6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2A7272-455F-5C9E-D858-FECAA21D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A1EE0C-ADE6-B894-2E0B-D463DCF22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59972-4771-E40B-6914-C8F8C2A8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152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D5368-1112-DF93-167B-E7FFBAA6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BDCC5-18AA-4FAD-BCBB-3AF6EE56B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484D02-5FF7-D314-C730-7056553AA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30344-0A6C-1F22-D3DF-260CAF78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066AB6-4511-BC4E-4EAF-23C633A3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04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CC9E2-6D9A-0CC0-7534-4E6A7C02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1706B1-0798-1528-E8BD-AEB03057C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90E463-2693-7BC6-6FD7-C4792093A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B843D-3D3C-73AB-6C19-4B107949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47F9BA-A604-DD7F-C527-3F4391F4F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89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6BE01-3402-8C87-7271-7CAEFF0E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CBCC42-8769-9C14-BAF1-52DC15E7A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B58B12-BF87-E917-D4B9-638C0C822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A4D634-2BFB-4BBE-3DBE-457C7E71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147FE3-5DF5-CC74-0A99-320D6DC7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533272-7A21-01CF-C970-A285DB3DB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84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CC224-9A4B-A7BB-0476-0259746B2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0E6E38-F8E6-8053-99E4-A19CFB7B4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992060-5D4C-F5D1-E4D7-C5060B431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988E99-2B30-A626-6F64-12B55534AF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AD67EA-B55F-3B44-E2D8-0BA1934D7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FA1BDA2-042C-8453-F008-54F8522C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19C66F-E746-E017-FF50-DCF5E73A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649975-55E9-B9C0-61B5-633E06C8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49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9B361-9540-D495-CFBF-074980B4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F86068-0EE1-90E3-9323-8785F8E7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97A0FC0-33C2-950F-5A5F-9CD135462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2BFDE2-9588-6E6E-796B-65B6E64D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91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EF9391-95E0-C1CB-FF6C-3363BF449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F300AF-4FEC-9257-E9C5-11A147E26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FA60C4-E420-63E3-D227-16EFCD63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674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D5BC5-384C-09EB-B048-823184605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F6077C-785C-0ADB-E32E-8AA1E6B0F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4434DD-768A-D449-C6E1-A7E06038B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837A74-8DE7-1D86-85FC-064FE9C29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D3B3B6-8446-3452-5482-718132DA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85DB7D-AB80-0A09-F7B8-21C990AE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32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BA98C-97EC-BDE1-C967-2F4230ED3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63F3B8-38A8-F9A8-865D-1A6F77710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52DE78-F94E-9A4C-DE2A-009000277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A4BFC0-2126-CA6C-4658-5803188C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1C2B5E-E79E-2475-E2CB-10D148216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C61313-E894-DD4B-1715-F9D2D01A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53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9E037-B383-C778-9FC7-6339DAC4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86D880-A26A-ED65-98E1-809C63353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902332-0F9A-84FD-8D3F-6C5EC416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C0DAF-8C6C-3E4F-2D6D-EACCA097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1CB653-7701-8451-536C-30708F23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0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3FF55D-B327-6781-DFAA-1C3162F48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1AF1D6-EF85-1B85-14B7-EE9CF80AB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0C445A-47E0-B4E8-F91C-0E629F1C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0A0EA2-1EE2-0B6E-F251-0AA3AF80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DDCD9-F504-30E4-1A85-B575B327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17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AB6B04-A39E-BFEC-7723-83EF1442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4AE9FF-E093-AFBA-7B04-7C0A0584D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C57F02-70CB-0202-A4E4-DE1209BC59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17212-982E-43C0-A32D-4F8E2005E470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628D91-5041-3DA8-A5BD-BC6940312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FC6F24-ECE1-2FD1-84E6-113D076F4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476386-2F44-4372-A4F7-36A0B60820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27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691C39-F7D2-4FEE-65C8-FEC843FBC1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81000"/>
            <a:ext cx="5334000" cy="3556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AA7D7F-1BB8-65CE-62BF-8025CAD3E6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381000"/>
            <a:ext cx="5334000" cy="3556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5BBF4D-D312-9634-08EF-F61E4D22A55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556000"/>
            <a:ext cx="5334000" cy="3556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864D8F-3F33-CC72-839B-FF4A1F19900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3556000"/>
            <a:ext cx="5334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94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2026-10-15T11:40:34Z</dcterms:created>
  <dcterms:modified xsi:type="dcterms:W3CDTF">2026-10-15T11:40:34Z</dcterms:modified>
</cp:coreProperties>
</file>