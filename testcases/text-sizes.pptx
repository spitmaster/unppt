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748895-C77C-558B-3E10-E6206AA18C8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718DC3F-3A15-B339-2DEE-7812DFBBBD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6CFBA75-1957-24F9-F4B5-E03AE7EE1A7F}"/>
              </a:ext>
            </a:extLst>
          </p:cNvPr>
          <p:cNvSpPr>
            <a:spLocks noGrp="1"/>
          </p:cNvSpPr>
          <p:nvPr>
            <p:ph type="dt" sz="half" idx="10"/>
          </p:nvPr>
        </p:nvSpPr>
        <p:spPr/>
        <p:txBody>
          <a:bodyPr/>
          <a:lstStyle/>
          <a:p>
            <a:fld id="{07AC1CB1-A9D4-4808-B969-CF124CEAA630}" type="datetimeFigureOut">
              <a:rPr lang="zh-CN" altLang="en-US" smtClean="0"/>
              <a:t>2026/10/12</a:t>
            </a:fld>
            <a:endParaRPr lang="zh-CN" altLang="en-US"/>
          </a:p>
        </p:txBody>
      </p:sp>
      <p:sp>
        <p:nvSpPr>
          <p:cNvPr id="5" name="页脚占位符 4">
            <a:extLst>
              <a:ext uri="{FF2B5EF4-FFF2-40B4-BE49-F238E27FC236}">
                <a16:creationId xmlns:a16="http://schemas.microsoft.com/office/drawing/2014/main" id="{8A1B9360-0B1A-5174-3A3F-639656CC83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59551C-E3CC-D28D-F2F1-DF518E9B61A8}"/>
              </a:ext>
            </a:extLst>
          </p:cNvPr>
          <p:cNvSpPr>
            <a:spLocks noGrp="1"/>
          </p:cNvSpPr>
          <p:nvPr>
            <p:ph type="sldNum" sz="quarter" idx="12"/>
          </p:nvPr>
        </p:nvSpPr>
        <p:spPr/>
        <p:txBody>
          <a:bodyPr/>
          <a:lstStyle/>
          <a:p>
            <a:fld id="{DB92A458-E3ED-4A53-BB93-3A00DD83ADDA}" type="slidenum">
              <a:rPr lang="zh-CN" altLang="en-US" smtClean="0"/>
              <a:t>‹#›</a:t>
            </a:fld>
            <a:endParaRPr lang="zh-CN" altLang="en-US"/>
          </a:p>
        </p:txBody>
      </p:sp>
    </p:spTree>
    <p:extLst>
      <p:ext uri="{BB962C8B-B14F-4D97-AF65-F5344CB8AC3E}">
        <p14:creationId xmlns:p14="http://schemas.microsoft.com/office/powerpoint/2010/main" val="3501390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8FE4EE-CB90-BD69-7D1B-AA9EB9E4CD1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DF85D26-B233-B4CA-72B8-3BD83696ECF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1E52B6-E226-360A-284A-2DCEC8ED04B4}"/>
              </a:ext>
            </a:extLst>
          </p:cNvPr>
          <p:cNvSpPr>
            <a:spLocks noGrp="1"/>
          </p:cNvSpPr>
          <p:nvPr>
            <p:ph type="dt" sz="half" idx="10"/>
          </p:nvPr>
        </p:nvSpPr>
        <p:spPr/>
        <p:txBody>
          <a:bodyPr/>
          <a:lstStyle/>
          <a:p>
            <a:fld id="{07AC1CB1-A9D4-4808-B969-CF124CEAA630}" type="datetimeFigureOut">
              <a:rPr lang="zh-CN" altLang="en-US" smtClean="0"/>
              <a:t>2026/10/12</a:t>
            </a:fld>
            <a:endParaRPr lang="zh-CN" altLang="en-US"/>
          </a:p>
        </p:txBody>
      </p:sp>
      <p:sp>
        <p:nvSpPr>
          <p:cNvPr id="5" name="页脚占位符 4">
            <a:extLst>
              <a:ext uri="{FF2B5EF4-FFF2-40B4-BE49-F238E27FC236}">
                <a16:creationId xmlns:a16="http://schemas.microsoft.com/office/drawing/2014/main" id="{BC780840-A063-F2AE-7E21-D13EC5823E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1C2107F-FA39-38DC-1ED6-EC03B9772208}"/>
              </a:ext>
            </a:extLst>
          </p:cNvPr>
          <p:cNvSpPr>
            <a:spLocks noGrp="1"/>
          </p:cNvSpPr>
          <p:nvPr>
            <p:ph type="sldNum" sz="quarter" idx="12"/>
          </p:nvPr>
        </p:nvSpPr>
        <p:spPr/>
        <p:txBody>
          <a:bodyPr/>
          <a:lstStyle/>
          <a:p>
            <a:fld id="{DB92A458-E3ED-4A53-BB93-3A00DD83ADDA}" type="slidenum">
              <a:rPr lang="zh-CN" altLang="en-US" smtClean="0"/>
              <a:t>‹#›</a:t>
            </a:fld>
            <a:endParaRPr lang="zh-CN" altLang="en-US"/>
          </a:p>
        </p:txBody>
      </p:sp>
    </p:spTree>
    <p:extLst>
      <p:ext uri="{BB962C8B-B14F-4D97-AF65-F5344CB8AC3E}">
        <p14:creationId xmlns:p14="http://schemas.microsoft.com/office/powerpoint/2010/main" val="4076456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0F9D63-EED4-2E03-C7B2-AA44DC45E2C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4454784-B6C8-2CE5-753D-4A4CFE4CF4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53F1541-D6C5-37D0-2B87-C58A0255D571}"/>
              </a:ext>
            </a:extLst>
          </p:cNvPr>
          <p:cNvSpPr>
            <a:spLocks noGrp="1"/>
          </p:cNvSpPr>
          <p:nvPr>
            <p:ph type="dt" sz="half" idx="10"/>
          </p:nvPr>
        </p:nvSpPr>
        <p:spPr/>
        <p:txBody>
          <a:bodyPr/>
          <a:lstStyle/>
          <a:p>
            <a:fld id="{07AC1CB1-A9D4-4808-B969-CF124CEAA630}" type="datetimeFigureOut">
              <a:rPr lang="zh-CN" altLang="en-US" smtClean="0"/>
              <a:t>2026/10/12</a:t>
            </a:fld>
            <a:endParaRPr lang="zh-CN" altLang="en-US"/>
          </a:p>
        </p:txBody>
      </p:sp>
      <p:sp>
        <p:nvSpPr>
          <p:cNvPr id="5" name="页脚占位符 4">
            <a:extLst>
              <a:ext uri="{FF2B5EF4-FFF2-40B4-BE49-F238E27FC236}">
                <a16:creationId xmlns:a16="http://schemas.microsoft.com/office/drawing/2014/main" id="{4EE714D3-C4C3-4A20-501E-D305CEBE4EE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D58FF2C-CD46-899E-41FF-317CE675A42D}"/>
              </a:ext>
            </a:extLst>
          </p:cNvPr>
          <p:cNvSpPr>
            <a:spLocks noGrp="1"/>
          </p:cNvSpPr>
          <p:nvPr>
            <p:ph type="sldNum" sz="quarter" idx="12"/>
          </p:nvPr>
        </p:nvSpPr>
        <p:spPr/>
        <p:txBody>
          <a:bodyPr/>
          <a:lstStyle/>
          <a:p>
            <a:fld id="{DB92A458-E3ED-4A53-BB93-3A00DD83ADDA}" type="slidenum">
              <a:rPr lang="zh-CN" altLang="en-US" smtClean="0"/>
              <a:t>‹#›</a:t>
            </a:fld>
            <a:endParaRPr lang="zh-CN" altLang="en-US"/>
          </a:p>
        </p:txBody>
      </p:sp>
    </p:spTree>
    <p:extLst>
      <p:ext uri="{BB962C8B-B14F-4D97-AF65-F5344CB8AC3E}">
        <p14:creationId xmlns:p14="http://schemas.microsoft.com/office/powerpoint/2010/main" val="2242149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02C043-1F42-D6E5-8E7A-3DC0267999B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C9A01D6-9DAF-9256-DB08-51718FECDD1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752EBF2-EB0D-6A3A-CBB6-2B1D561EBB5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4D49D9D-4442-3118-BAA5-97B1424A7538}"/>
              </a:ext>
            </a:extLst>
          </p:cNvPr>
          <p:cNvSpPr>
            <a:spLocks noGrp="1"/>
          </p:cNvSpPr>
          <p:nvPr>
            <p:ph type="dt" sz="half" idx="10"/>
          </p:nvPr>
        </p:nvSpPr>
        <p:spPr/>
        <p:txBody>
          <a:bodyPr/>
          <a:lstStyle/>
          <a:p>
            <a:fld id="{07AC1CB1-A9D4-4808-B969-CF124CEAA630}" type="datetimeFigureOut">
              <a:rPr lang="zh-CN" altLang="en-US" smtClean="0"/>
              <a:t>2026/10/12</a:t>
            </a:fld>
            <a:endParaRPr lang="zh-CN" altLang="en-US"/>
          </a:p>
        </p:txBody>
      </p:sp>
      <p:sp>
        <p:nvSpPr>
          <p:cNvPr id="6" name="页脚占位符 5">
            <a:extLst>
              <a:ext uri="{FF2B5EF4-FFF2-40B4-BE49-F238E27FC236}">
                <a16:creationId xmlns:a16="http://schemas.microsoft.com/office/drawing/2014/main" id="{358133AC-74D5-2666-29F9-A7A1AD43BDF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578B93E-93BC-F83B-836B-E99402D1E870}"/>
              </a:ext>
            </a:extLst>
          </p:cNvPr>
          <p:cNvSpPr>
            <a:spLocks noGrp="1"/>
          </p:cNvSpPr>
          <p:nvPr>
            <p:ph type="sldNum" sz="quarter" idx="12"/>
          </p:nvPr>
        </p:nvSpPr>
        <p:spPr/>
        <p:txBody>
          <a:bodyPr/>
          <a:lstStyle/>
          <a:p>
            <a:fld id="{DB92A458-E3ED-4A53-BB93-3A00DD83ADDA}" type="slidenum">
              <a:rPr lang="zh-CN" altLang="en-US" smtClean="0"/>
              <a:t>‹#›</a:t>
            </a:fld>
            <a:endParaRPr lang="zh-CN" altLang="en-US"/>
          </a:p>
        </p:txBody>
      </p:sp>
    </p:spTree>
    <p:extLst>
      <p:ext uri="{BB962C8B-B14F-4D97-AF65-F5344CB8AC3E}">
        <p14:creationId xmlns:p14="http://schemas.microsoft.com/office/powerpoint/2010/main" val="2352516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058E4B-34EB-9290-5EB5-D1D0030F553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6198D07-EE24-654C-751C-264BBC5458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D621B5E-FCC8-935B-CFB9-AE632B7CD1C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3BDC674-1EE9-ADBE-497C-DCA2B0DE45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B8C38DF-4A41-565F-C917-C07D1F007B9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777C7A5-61F0-8A08-4AD4-CDBE10315ED7}"/>
              </a:ext>
            </a:extLst>
          </p:cNvPr>
          <p:cNvSpPr>
            <a:spLocks noGrp="1"/>
          </p:cNvSpPr>
          <p:nvPr>
            <p:ph type="dt" sz="half" idx="10"/>
          </p:nvPr>
        </p:nvSpPr>
        <p:spPr/>
        <p:txBody>
          <a:bodyPr/>
          <a:lstStyle/>
          <a:p>
            <a:fld id="{07AC1CB1-A9D4-4808-B969-CF124CEAA630}" type="datetimeFigureOut">
              <a:rPr lang="zh-CN" altLang="en-US" smtClean="0"/>
              <a:t>2026/10/12</a:t>
            </a:fld>
            <a:endParaRPr lang="zh-CN" altLang="en-US"/>
          </a:p>
        </p:txBody>
      </p:sp>
      <p:sp>
        <p:nvSpPr>
          <p:cNvPr id="8" name="页脚占位符 7">
            <a:extLst>
              <a:ext uri="{FF2B5EF4-FFF2-40B4-BE49-F238E27FC236}">
                <a16:creationId xmlns:a16="http://schemas.microsoft.com/office/drawing/2014/main" id="{224CDE60-B726-4777-A2BB-14B34A61430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46F56A8-4EE6-FE75-4A70-B045CD4DE51D}"/>
              </a:ext>
            </a:extLst>
          </p:cNvPr>
          <p:cNvSpPr>
            <a:spLocks noGrp="1"/>
          </p:cNvSpPr>
          <p:nvPr>
            <p:ph type="sldNum" sz="quarter" idx="12"/>
          </p:nvPr>
        </p:nvSpPr>
        <p:spPr/>
        <p:txBody>
          <a:bodyPr/>
          <a:lstStyle/>
          <a:p>
            <a:fld id="{DB92A458-E3ED-4A53-BB93-3A00DD83ADDA}" type="slidenum">
              <a:rPr lang="zh-CN" altLang="en-US" smtClean="0"/>
              <a:t>‹#›</a:t>
            </a:fld>
            <a:endParaRPr lang="zh-CN" altLang="en-US"/>
          </a:p>
        </p:txBody>
      </p:sp>
    </p:spTree>
    <p:extLst>
      <p:ext uri="{BB962C8B-B14F-4D97-AF65-F5344CB8AC3E}">
        <p14:creationId xmlns:p14="http://schemas.microsoft.com/office/powerpoint/2010/main" val="2672451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D3B071-B79F-65CD-3606-E64D525B035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1E1ABD9-351A-00A1-F26A-69EFA2A4C8DE}"/>
              </a:ext>
            </a:extLst>
          </p:cNvPr>
          <p:cNvSpPr>
            <a:spLocks noGrp="1"/>
          </p:cNvSpPr>
          <p:nvPr>
            <p:ph type="dt" sz="half" idx="10"/>
          </p:nvPr>
        </p:nvSpPr>
        <p:spPr/>
        <p:txBody>
          <a:bodyPr/>
          <a:lstStyle/>
          <a:p>
            <a:fld id="{07AC1CB1-A9D4-4808-B969-CF124CEAA630}" type="datetimeFigureOut">
              <a:rPr lang="zh-CN" altLang="en-US" smtClean="0"/>
              <a:t>2026/10/12</a:t>
            </a:fld>
            <a:endParaRPr lang="zh-CN" altLang="en-US"/>
          </a:p>
        </p:txBody>
      </p:sp>
      <p:sp>
        <p:nvSpPr>
          <p:cNvPr id="4" name="页脚占位符 3">
            <a:extLst>
              <a:ext uri="{FF2B5EF4-FFF2-40B4-BE49-F238E27FC236}">
                <a16:creationId xmlns:a16="http://schemas.microsoft.com/office/drawing/2014/main" id="{DB428816-C4B1-C658-124B-D9EEC89787C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6C5A372-41E4-1254-E099-2A2FAFE2791A}"/>
              </a:ext>
            </a:extLst>
          </p:cNvPr>
          <p:cNvSpPr>
            <a:spLocks noGrp="1"/>
          </p:cNvSpPr>
          <p:nvPr>
            <p:ph type="sldNum" sz="quarter" idx="12"/>
          </p:nvPr>
        </p:nvSpPr>
        <p:spPr/>
        <p:txBody>
          <a:bodyPr/>
          <a:lstStyle/>
          <a:p>
            <a:fld id="{DB92A458-E3ED-4A53-BB93-3A00DD83ADDA}" type="slidenum">
              <a:rPr lang="zh-CN" altLang="en-US" smtClean="0"/>
              <a:t>‹#›</a:t>
            </a:fld>
            <a:endParaRPr lang="zh-CN" altLang="en-US"/>
          </a:p>
        </p:txBody>
      </p:sp>
    </p:spTree>
    <p:extLst>
      <p:ext uri="{BB962C8B-B14F-4D97-AF65-F5344CB8AC3E}">
        <p14:creationId xmlns:p14="http://schemas.microsoft.com/office/powerpoint/2010/main" val="4174711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78F4EC0-8FD0-07B6-1EBF-C15EA938D7C3}"/>
              </a:ext>
            </a:extLst>
          </p:cNvPr>
          <p:cNvSpPr>
            <a:spLocks noGrp="1"/>
          </p:cNvSpPr>
          <p:nvPr>
            <p:ph type="dt" sz="half" idx="10"/>
          </p:nvPr>
        </p:nvSpPr>
        <p:spPr/>
        <p:txBody>
          <a:bodyPr/>
          <a:lstStyle/>
          <a:p>
            <a:fld id="{07AC1CB1-A9D4-4808-B969-CF124CEAA630}" type="datetimeFigureOut">
              <a:rPr lang="zh-CN" altLang="en-US" smtClean="0"/>
              <a:t>2026/10/12</a:t>
            </a:fld>
            <a:endParaRPr lang="zh-CN" altLang="en-US"/>
          </a:p>
        </p:txBody>
      </p:sp>
      <p:sp>
        <p:nvSpPr>
          <p:cNvPr id="3" name="页脚占位符 2">
            <a:extLst>
              <a:ext uri="{FF2B5EF4-FFF2-40B4-BE49-F238E27FC236}">
                <a16:creationId xmlns:a16="http://schemas.microsoft.com/office/drawing/2014/main" id="{6A1C5EA4-A594-B225-2FC7-DEA3FCA451D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03EEEB2-0E4B-6EBC-53E4-B2593C1D8D05}"/>
              </a:ext>
            </a:extLst>
          </p:cNvPr>
          <p:cNvSpPr>
            <a:spLocks noGrp="1"/>
          </p:cNvSpPr>
          <p:nvPr>
            <p:ph type="sldNum" sz="quarter" idx="12"/>
          </p:nvPr>
        </p:nvSpPr>
        <p:spPr/>
        <p:txBody>
          <a:bodyPr/>
          <a:lstStyle/>
          <a:p>
            <a:fld id="{DB92A458-E3ED-4A53-BB93-3A00DD83ADDA}" type="slidenum">
              <a:rPr lang="zh-CN" altLang="en-US" smtClean="0"/>
              <a:t>‹#›</a:t>
            </a:fld>
            <a:endParaRPr lang="zh-CN" altLang="en-US"/>
          </a:p>
        </p:txBody>
      </p:sp>
    </p:spTree>
    <p:extLst>
      <p:ext uri="{BB962C8B-B14F-4D97-AF65-F5344CB8AC3E}">
        <p14:creationId xmlns:p14="http://schemas.microsoft.com/office/powerpoint/2010/main" val="3886891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E99707-9AE5-27FF-CFE5-EB2C00322E5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7853015-56E7-1C43-D070-15165ACCDA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66563D6-82A5-01FC-659B-8E7EC03199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9AB3050-5840-0465-F96E-E9849A0FEA47}"/>
              </a:ext>
            </a:extLst>
          </p:cNvPr>
          <p:cNvSpPr>
            <a:spLocks noGrp="1"/>
          </p:cNvSpPr>
          <p:nvPr>
            <p:ph type="dt" sz="half" idx="10"/>
          </p:nvPr>
        </p:nvSpPr>
        <p:spPr/>
        <p:txBody>
          <a:bodyPr/>
          <a:lstStyle/>
          <a:p>
            <a:fld id="{07AC1CB1-A9D4-4808-B969-CF124CEAA630}" type="datetimeFigureOut">
              <a:rPr lang="zh-CN" altLang="en-US" smtClean="0"/>
              <a:t>2026/10/12</a:t>
            </a:fld>
            <a:endParaRPr lang="zh-CN" altLang="en-US"/>
          </a:p>
        </p:txBody>
      </p:sp>
      <p:sp>
        <p:nvSpPr>
          <p:cNvPr id="6" name="页脚占位符 5">
            <a:extLst>
              <a:ext uri="{FF2B5EF4-FFF2-40B4-BE49-F238E27FC236}">
                <a16:creationId xmlns:a16="http://schemas.microsoft.com/office/drawing/2014/main" id="{9272AE04-ADE1-E69C-4CED-6820A9A80E3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D04FBD6-89F9-61C8-8D7B-AA6EC60BD878}"/>
              </a:ext>
            </a:extLst>
          </p:cNvPr>
          <p:cNvSpPr>
            <a:spLocks noGrp="1"/>
          </p:cNvSpPr>
          <p:nvPr>
            <p:ph type="sldNum" sz="quarter" idx="12"/>
          </p:nvPr>
        </p:nvSpPr>
        <p:spPr/>
        <p:txBody>
          <a:bodyPr/>
          <a:lstStyle/>
          <a:p>
            <a:fld id="{DB92A458-E3ED-4A53-BB93-3A00DD83ADDA}" type="slidenum">
              <a:rPr lang="zh-CN" altLang="en-US" smtClean="0"/>
              <a:t>‹#›</a:t>
            </a:fld>
            <a:endParaRPr lang="zh-CN" altLang="en-US"/>
          </a:p>
        </p:txBody>
      </p:sp>
    </p:spTree>
    <p:extLst>
      <p:ext uri="{BB962C8B-B14F-4D97-AF65-F5344CB8AC3E}">
        <p14:creationId xmlns:p14="http://schemas.microsoft.com/office/powerpoint/2010/main" val="3617983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99839C-B864-A852-44C2-1A2D8BF3D68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1450F36-C773-6F34-BF47-AA536A2A3F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04B115E-DEA2-2795-903A-50130BD87A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E6F4B93-3CB1-F124-8CBC-66CBE84DF023}"/>
              </a:ext>
            </a:extLst>
          </p:cNvPr>
          <p:cNvSpPr>
            <a:spLocks noGrp="1"/>
          </p:cNvSpPr>
          <p:nvPr>
            <p:ph type="dt" sz="half" idx="10"/>
          </p:nvPr>
        </p:nvSpPr>
        <p:spPr/>
        <p:txBody>
          <a:bodyPr/>
          <a:lstStyle/>
          <a:p>
            <a:fld id="{07AC1CB1-A9D4-4808-B969-CF124CEAA630}" type="datetimeFigureOut">
              <a:rPr lang="zh-CN" altLang="en-US" smtClean="0"/>
              <a:t>2026/10/12</a:t>
            </a:fld>
            <a:endParaRPr lang="zh-CN" altLang="en-US"/>
          </a:p>
        </p:txBody>
      </p:sp>
      <p:sp>
        <p:nvSpPr>
          <p:cNvPr id="6" name="页脚占位符 5">
            <a:extLst>
              <a:ext uri="{FF2B5EF4-FFF2-40B4-BE49-F238E27FC236}">
                <a16:creationId xmlns:a16="http://schemas.microsoft.com/office/drawing/2014/main" id="{A54771A1-E2FC-5632-F2F8-7553162972A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497F199-7D5A-AE96-5D01-719CEC9FAE18}"/>
              </a:ext>
            </a:extLst>
          </p:cNvPr>
          <p:cNvSpPr>
            <a:spLocks noGrp="1"/>
          </p:cNvSpPr>
          <p:nvPr>
            <p:ph type="sldNum" sz="quarter" idx="12"/>
          </p:nvPr>
        </p:nvSpPr>
        <p:spPr/>
        <p:txBody>
          <a:bodyPr/>
          <a:lstStyle/>
          <a:p>
            <a:fld id="{DB92A458-E3ED-4A53-BB93-3A00DD83ADDA}" type="slidenum">
              <a:rPr lang="zh-CN" altLang="en-US" smtClean="0"/>
              <a:t>‹#›</a:t>
            </a:fld>
            <a:endParaRPr lang="zh-CN" altLang="en-US"/>
          </a:p>
        </p:txBody>
      </p:sp>
    </p:spTree>
    <p:extLst>
      <p:ext uri="{BB962C8B-B14F-4D97-AF65-F5344CB8AC3E}">
        <p14:creationId xmlns:p14="http://schemas.microsoft.com/office/powerpoint/2010/main" val="2029716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874701-D740-DB09-7490-6D5F39258B5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C3078C1-46DD-67C2-8C0E-53528C5815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3146DA-4A63-80D7-39D3-7B6F8BE56535}"/>
              </a:ext>
            </a:extLst>
          </p:cNvPr>
          <p:cNvSpPr>
            <a:spLocks noGrp="1"/>
          </p:cNvSpPr>
          <p:nvPr>
            <p:ph type="dt" sz="half" idx="10"/>
          </p:nvPr>
        </p:nvSpPr>
        <p:spPr/>
        <p:txBody>
          <a:bodyPr/>
          <a:lstStyle/>
          <a:p>
            <a:fld id="{07AC1CB1-A9D4-4808-B969-CF124CEAA630}" type="datetimeFigureOut">
              <a:rPr lang="zh-CN" altLang="en-US" smtClean="0"/>
              <a:t>2026/10/12</a:t>
            </a:fld>
            <a:endParaRPr lang="zh-CN" altLang="en-US"/>
          </a:p>
        </p:txBody>
      </p:sp>
      <p:sp>
        <p:nvSpPr>
          <p:cNvPr id="5" name="页脚占位符 4">
            <a:extLst>
              <a:ext uri="{FF2B5EF4-FFF2-40B4-BE49-F238E27FC236}">
                <a16:creationId xmlns:a16="http://schemas.microsoft.com/office/drawing/2014/main" id="{C3A7FCC6-C81D-714E-3846-F42BD66E202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B81B23-3ECE-2FDA-D7F8-80DE79504A4F}"/>
              </a:ext>
            </a:extLst>
          </p:cNvPr>
          <p:cNvSpPr>
            <a:spLocks noGrp="1"/>
          </p:cNvSpPr>
          <p:nvPr>
            <p:ph type="sldNum" sz="quarter" idx="12"/>
          </p:nvPr>
        </p:nvSpPr>
        <p:spPr/>
        <p:txBody>
          <a:bodyPr/>
          <a:lstStyle/>
          <a:p>
            <a:fld id="{DB92A458-E3ED-4A53-BB93-3A00DD83ADDA}" type="slidenum">
              <a:rPr lang="zh-CN" altLang="en-US" smtClean="0"/>
              <a:t>‹#›</a:t>
            </a:fld>
            <a:endParaRPr lang="zh-CN" altLang="en-US"/>
          </a:p>
        </p:txBody>
      </p:sp>
    </p:spTree>
    <p:extLst>
      <p:ext uri="{BB962C8B-B14F-4D97-AF65-F5344CB8AC3E}">
        <p14:creationId xmlns:p14="http://schemas.microsoft.com/office/powerpoint/2010/main" val="1851301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A622A27-9198-E052-D53C-2125DD5EFF7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1C03DC4-9B1F-5FE6-A04B-846A6238FE5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3579D0D-905E-8C6C-2770-79224F25DACA}"/>
              </a:ext>
            </a:extLst>
          </p:cNvPr>
          <p:cNvSpPr>
            <a:spLocks noGrp="1"/>
          </p:cNvSpPr>
          <p:nvPr>
            <p:ph type="dt" sz="half" idx="10"/>
          </p:nvPr>
        </p:nvSpPr>
        <p:spPr/>
        <p:txBody>
          <a:bodyPr/>
          <a:lstStyle/>
          <a:p>
            <a:fld id="{07AC1CB1-A9D4-4808-B969-CF124CEAA630}" type="datetimeFigureOut">
              <a:rPr lang="zh-CN" altLang="en-US" smtClean="0"/>
              <a:t>2026/10/12</a:t>
            </a:fld>
            <a:endParaRPr lang="zh-CN" altLang="en-US"/>
          </a:p>
        </p:txBody>
      </p:sp>
      <p:sp>
        <p:nvSpPr>
          <p:cNvPr id="5" name="页脚占位符 4">
            <a:extLst>
              <a:ext uri="{FF2B5EF4-FFF2-40B4-BE49-F238E27FC236}">
                <a16:creationId xmlns:a16="http://schemas.microsoft.com/office/drawing/2014/main" id="{5AA2CD1D-0645-B4AE-2C84-014A6F8F9BB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9B2D764-3943-37C5-B042-F4879E41618F}"/>
              </a:ext>
            </a:extLst>
          </p:cNvPr>
          <p:cNvSpPr>
            <a:spLocks noGrp="1"/>
          </p:cNvSpPr>
          <p:nvPr>
            <p:ph type="sldNum" sz="quarter" idx="12"/>
          </p:nvPr>
        </p:nvSpPr>
        <p:spPr/>
        <p:txBody>
          <a:bodyPr/>
          <a:lstStyle/>
          <a:p>
            <a:fld id="{DB92A458-E3ED-4A53-BB93-3A00DD83ADDA}" type="slidenum">
              <a:rPr lang="zh-CN" altLang="en-US" smtClean="0"/>
              <a:t>‹#›</a:t>
            </a:fld>
            <a:endParaRPr lang="zh-CN" altLang="en-US"/>
          </a:p>
        </p:txBody>
      </p:sp>
    </p:spTree>
    <p:extLst>
      <p:ext uri="{BB962C8B-B14F-4D97-AF65-F5344CB8AC3E}">
        <p14:creationId xmlns:p14="http://schemas.microsoft.com/office/powerpoint/2010/main" val="4031925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1FD1C74-F8D9-5AE9-9DA4-D1EC523EFA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BC00F08-85B1-1A67-787E-C139BB1CF1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B958ED8-44E4-9E07-4E38-7D4CB2FBFB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AC1CB1-A9D4-4808-B969-CF124CEAA630}" type="datetimeFigureOut">
              <a:rPr lang="zh-CN" altLang="en-US" smtClean="0"/>
              <a:t>2026/10/12</a:t>
            </a:fld>
            <a:endParaRPr lang="zh-CN" altLang="en-US"/>
          </a:p>
        </p:txBody>
      </p:sp>
      <p:sp>
        <p:nvSpPr>
          <p:cNvPr id="5" name="页脚占位符 4">
            <a:extLst>
              <a:ext uri="{FF2B5EF4-FFF2-40B4-BE49-F238E27FC236}">
                <a16:creationId xmlns:a16="http://schemas.microsoft.com/office/drawing/2014/main" id="{7F13EC84-4081-B5D6-F7EF-913765F983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10F7EA09-4BAD-0690-FF43-5F3E985B34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92A458-E3ED-4A53-BB93-3A00DD83ADDA}" type="slidenum">
              <a:rPr lang="zh-CN" altLang="en-US" smtClean="0"/>
              <a:t>‹#›</a:t>
            </a:fld>
            <a:endParaRPr lang="zh-CN" altLang="en-US"/>
          </a:p>
        </p:txBody>
      </p:sp>
    </p:spTree>
    <p:extLst>
      <p:ext uri="{BB962C8B-B14F-4D97-AF65-F5344CB8AC3E}">
        <p14:creationId xmlns:p14="http://schemas.microsoft.com/office/powerpoint/2010/main" val="2230932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85CCA7D-9A3C-E230-6AEB-CD23ED023EF4}"/>
              </a:ext>
            </a:extLst>
          </p:cNvPr>
          <p:cNvSpPr txBox="1"/>
          <p:nvPr/>
        </p:nvSpPr>
        <p:spPr>
          <a:xfrm>
            <a:off x="254000" y="254000"/>
            <a:ext cx="11430000" cy="304800"/>
          </a:xfrm>
          <a:prstGeom prst="rect">
            <a:avLst/>
          </a:prstGeom>
          <a:noFill/>
          <a:ln w="6350">
            <a:solidFill>
              <a:srgbClr val="C8C8C8"/>
            </a:solidFill>
          </a:ln>
        </p:spPr>
        <p:txBody>
          <a:bodyPr vert="horz" wrap="square" rtlCol="0" anchor="t">
            <a:noAutofit/>
          </a:bodyPr>
          <a:lstStyle/>
          <a:p>
            <a:r>
              <a:rPr lang="en-US" altLang="zh-CN" sz="1200">
                <a:latin typeface="Microsoft YaHei" panose="020B0503020204020204" pitchFamily="34" charset="-122"/>
                <a:ea typeface="Microsoft YaHei" panose="020B0503020204020204" pitchFamily="34" charset="-122"/>
              </a:rPr>
              <a:t>Microsoft YaHei 12pt </a:t>
            </a:r>
            <a:r>
              <a:rPr lang="zh-CN" altLang="en-US" sz="1200">
                <a:latin typeface="Microsoft YaHei" panose="020B0503020204020204" pitchFamily="34" charset="-122"/>
                <a:ea typeface="Microsoft YaHei" panose="020B0503020204020204" pitchFamily="34" charset="-122"/>
              </a:rPr>
              <a:t>字号测试 </a:t>
            </a:r>
            <a:r>
              <a:rPr lang="en-US" altLang="zh-CN" sz="1200">
                <a:latin typeface="Microsoft YaHei" panose="020B0503020204020204" pitchFamily="34" charset="-122"/>
                <a:ea typeface="Microsoft YaHei" panose="020B0503020204020204" pitchFamily="34" charset="-122"/>
              </a:rPr>
              <a:t>Hg</a:t>
            </a:r>
            <a:endParaRPr lang="zh-CN" altLang="en-US" sz="1200">
              <a:latin typeface="Microsoft YaHei" panose="020B0503020204020204" pitchFamily="34" charset="-122"/>
              <a:ea typeface="Microsoft YaHei" panose="020B0503020204020204" pitchFamily="34" charset="-122"/>
            </a:endParaRPr>
          </a:p>
        </p:txBody>
      </p:sp>
      <p:sp>
        <p:nvSpPr>
          <p:cNvPr id="3" name="文本框 2">
            <a:extLst>
              <a:ext uri="{FF2B5EF4-FFF2-40B4-BE49-F238E27FC236}">
                <a16:creationId xmlns:a16="http://schemas.microsoft.com/office/drawing/2014/main" id="{B02DC64B-A95F-A6E2-4FBA-CCB8BE6CBA81}"/>
              </a:ext>
            </a:extLst>
          </p:cNvPr>
          <p:cNvSpPr txBox="1"/>
          <p:nvPr/>
        </p:nvSpPr>
        <p:spPr>
          <a:xfrm>
            <a:off x="254000" y="685800"/>
            <a:ext cx="11430000" cy="609600"/>
          </a:xfrm>
          <a:prstGeom prst="rect">
            <a:avLst/>
          </a:prstGeom>
          <a:noFill/>
          <a:ln w="6350">
            <a:solidFill>
              <a:srgbClr val="C8C8C8"/>
            </a:solidFill>
          </a:ln>
        </p:spPr>
        <p:txBody>
          <a:bodyPr vert="horz" wrap="square" rtlCol="0" anchor="t">
            <a:noAutofit/>
          </a:bodyPr>
          <a:lstStyle/>
          <a:p>
            <a:r>
              <a:rPr lang="en-US" altLang="zh-CN" sz="2400">
                <a:latin typeface="Microsoft YaHei" panose="020B0503020204020204" pitchFamily="34" charset="-122"/>
                <a:ea typeface="Microsoft YaHei" panose="020B0503020204020204" pitchFamily="34" charset="-122"/>
              </a:rPr>
              <a:t>Microsoft YaHei 24pt </a:t>
            </a:r>
            <a:r>
              <a:rPr lang="zh-CN" altLang="en-US" sz="2400">
                <a:latin typeface="Microsoft YaHei" panose="020B0503020204020204" pitchFamily="34" charset="-122"/>
                <a:ea typeface="Microsoft YaHei" panose="020B0503020204020204" pitchFamily="34" charset="-122"/>
              </a:rPr>
              <a:t>字号测试 </a:t>
            </a:r>
            <a:r>
              <a:rPr lang="en-US" altLang="zh-CN" sz="2400">
                <a:latin typeface="Microsoft YaHei" panose="020B0503020204020204" pitchFamily="34" charset="-122"/>
                <a:ea typeface="Microsoft YaHei" panose="020B0503020204020204" pitchFamily="34" charset="-122"/>
              </a:rPr>
              <a:t>Hg</a:t>
            </a:r>
            <a:endParaRPr lang="zh-CN" altLang="en-US" sz="2400">
              <a:latin typeface="Microsoft YaHei" panose="020B0503020204020204" pitchFamily="34" charset="-122"/>
              <a:ea typeface="Microsoft YaHei" panose="020B0503020204020204" pitchFamily="34" charset="-122"/>
            </a:endParaRPr>
          </a:p>
        </p:txBody>
      </p:sp>
      <p:sp>
        <p:nvSpPr>
          <p:cNvPr id="4" name="文本框 3">
            <a:extLst>
              <a:ext uri="{FF2B5EF4-FFF2-40B4-BE49-F238E27FC236}">
                <a16:creationId xmlns:a16="http://schemas.microsoft.com/office/drawing/2014/main" id="{E8BA2FCC-F2BD-1252-347D-6C3BF6A11214}"/>
              </a:ext>
            </a:extLst>
          </p:cNvPr>
          <p:cNvSpPr txBox="1"/>
          <p:nvPr/>
        </p:nvSpPr>
        <p:spPr>
          <a:xfrm>
            <a:off x="254000" y="1422400"/>
            <a:ext cx="11430000" cy="1016000"/>
          </a:xfrm>
          <a:prstGeom prst="rect">
            <a:avLst/>
          </a:prstGeom>
          <a:noFill/>
          <a:ln w="6350">
            <a:solidFill>
              <a:srgbClr val="C8C8C8"/>
            </a:solidFill>
          </a:ln>
        </p:spPr>
        <p:txBody>
          <a:bodyPr vert="horz" wrap="square" rtlCol="0" anchor="t">
            <a:noAutofit/>
          </a:bodyPr>
          <a:lstStyle/>
          <a:p>
            <a:r>
              <a:rPr lang="en-US" altLang="zh-CN" sz="4000">
                <a:latin typeface="Microsoft YaHei" panose="020B0503020204020204" pitchFamily="34" charset="-122"/>
                <a:ea typeface="Microsoft YaHei" panose="020B0503020204020204" pitchFamily="34" charset="-122"/>
              </a:rPr>
              <a:t>Microsoft YaHei 40pt </a:t>
            </a:r>
            <a:r>
              <a:rPr lang="zh-CN" altLang="en-US" sz="4000">
                <a:latin typeface="Microsoft YaHei" panose="020B0503020204020204" pitchFamily="34" charset="-122"/>
                <a:ea typeface="Microsoft YaHei" panose="020B0503020204020204" pitchFamily="34" charset="-122"/>
              </a:rPr>
              <a:t>字号测试 </a:t>
            </a:r>
            <a:r>
              <a:rPr lang="en-US" altLang="zh-CN" sz="4000">
                <a:latin typeface="Microsoft YaHei" panose="020B0503020204020204" pitchFamily="34" charset="-122"/>
                <a:ea typeface="Microsoft YaHei" panose="020B0503020204020204" pitchFamily="34" charset="-122"/>
              </a:rPr>
              <a:t>Hg</a:t>
            </a:r>
            <a:endParaRPr lang="zh-CN" altLang="en-US" sz="400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9640CF36-DD8A-908C-6ACA-4B4B0024F4ED}"/>
              </a:ext>
            </a:extLst>
          </p:cNvPr>
          <p:cNvSpPr txBox="1"/>
          <p:nvPr/>
        </p:nvSpPr>
        <p:spPr>
          <a:xfrm>
            <a:off x="254000" y="2565400"/>
            <a:ext cx="11430000" cy="508000"/>
          </a:xfrm>
          <a:prstGeom prst="rect">
            <a:avLst/>
          </a:prstGeom>
          <a:noFill/>
          <a:ln w="6350">
            <a:solidFill>
              <a:srgbClr val="C8C8C8"/>
            </a:solidFill>
          </a:ln>
        </p:spPr>
        <p:txBody>
          <a:bodyPr vert="horz" wrap="square" rtlCol="0" anchor="t">
            <a:noAutofit/>
          </a:bodyPr>
          <a:lstStyle/>
          <a:p>
            <a:r>
              <a:rPr lang="en-US" altLang="zh-CN" sz="2000">
                <a:latin typeface="Arial" panose="020B0604020202020204" pitchFamily="34" charset="0"/>
              </a:rPr>
              <a:t>Arial 20pt </a:t>
            </a:r>
            <a:r>
              <a:rPr lang="zh-CN" altLang="en-US" sz="2000">
                <a:latin typeface="Arial" panose="020B0604020202020204" pitchFamily="34" charset="0"/>
              </a:rPr>
              <a:t>字号测试 </a:t>
            </a:r>
            <a:r>
              <a:rPr lang="en-US" altLang="zh-CN" sz="2000">
                <a:latin typeface="Arial" panose="020B0604020202020204" pitchFamily="34" charset="0"/>
              </a:rPr>
              <a:t>Hg</a:t>
            </a:r>
            <a:endParaRPr lang="zh-CN" altLang="en-US" sz="2000">
              <a:latin typeface="Arial" panose="020B0604020202020204" pitchFamily="34" charset="0"/>
            </a:endParaRPr>
          </a:p>
        </p:txBody>
      </p:sp>
      <p:sp>
        <p:nvSpPr>
          <p:cNvPr id="6" name="文本框 5">
            <a:extLst>
              <a:ext uri="{FF2B5EF4-FFF2-40B4-BE49-F238E27FC236}">
                <a16:creationId xmlns:a16="http://schemas.microsoft.com/office/drawing/2014/main" id="{B24FED85-BC25-0C0F-BB78-3872E5A7DE65}"/>
              </a:ext>
            </a:extLst>
          </p:cNvPr>
          <p:cNvSpPr txBox="1"/>
          <p:nvPr/>
        </p:nvSpPr>
        <p:spPr>
          <a:xfrm>
            <a:off x="254000" y="3200400"/>
            <a:ext cx="11430000" cy="508000"/>
          </a:xfrm>
          <a:prstGeom prst="rect">
            <a:avLst/>
          </a:prstGeom>
          <a:noFill/>
          <a:ln w="6350">
            <a:solidFill>
              <a:srgbClr val="C8C8C8"/>
            </a:solidFill>
          </a:ln>
        </p:spPr>
        <p:txBody>
          <a:bodyPr vert="horz" wrap="square" rtlCol="0" anchor="t">
            <a:noAutofit/>
          </a:bodyPr>
          <a:lstStyle/>
          <a:p>
            <a:r>
              <a:rPr lang="en-US" altLang="zh-CN" sz="2000">
                <a:latin typeface="SimSun" panose="02010600030101010101" pitchFamily="2" charset="-122"/>
                <a:ea typeface="SimSun" panose="02010600030101010101" pitchFamily="2" charset="-122"/>
              </a:rPr>
              <a:t>SimSun 20pt </a:t>
            </a:r>
            <a:r>
              <a:rPr lang="zh-CN" altLang="en-US" sz="2000">
                <a:latin typeface="SimSun" panose="02010600030101010101" pitchFamily="2" charset="-122"/>
                <a:ea typeface="SimSun" panose="02010600030101010101" pitchFamily="2" charset="-122"/>
              </a:rPr>
              <a:t>字号测试 </a:t>
            </a:r>
            <a:r>
              <a:rPr lang="en-US" altLang="zh-CN" sz="2000">
                <a:latin typeface="SimSun" panose="02010600030101010101" pitchFamily="2" charset="-122"/>
                <a:ea typeface="SimSun" panose="02010600030101010101" pitchFamily="2" charset="-122"/>
              </a:rPr>
              <a:t>Hg</a:t>
            </a:r>
            <a:endParaRPr lang="zh-CN" altLang="en-US" sz="2000">
              <a:latin typeface="SimSun" panose="02010600030101010101" pitchFamily="2" charset="-122"/>
              <a:ea typeface="SimSun" panose="02010600030101010101" pitchFamily="2" charset="-122"/>
            </a:endParaRPr>
          </a:p>
        </p:txBody>
      </p:sp>
      <p:sp>
        <p:nvSpPr>
          <p:cNvPr id="7" name="文本框 6">
            <a:extLst>
              <a:ext uri="{FF2B5EF4-FFF2-40B4-BE49-F238E27FC236}">
                <a16:creationId xmlns:a16="http://schemas.microsoft.com/office/drawing/2014/main" id="{9D92C7CE-7917-00D0-6992-E1B893F3C4D0}"/>
              </a:ext>
            </a:extLst>
          </p:cNvPr>
          <p:cNvSpPr txBox="1"/>
          <p:nvPr/>
        </p:nvSpPr>
        <p:spPr>
          <a:xfrm>
            <a:off x="254000" y="3835400"/>
            <a:ext cx="11430000" cy="508000"/>
          </a:xfrm>
          <a:prstGeom prst="rect">
            <a:avLst/>
          </a:prstGeom>
          <a:noFill/>
          <a:ln w="6350">
            <a:solidFill>
              <a:srgbClr val="C8C8C8"/>
            </a:solidFill>
          </a:ln>
        </p:spPr>
        <p:txBody>
          <a:bodyPr vert="horz" wrap="square" rtlCol="0" anchor="t">
            <a:noAutofit/>
          </a:bodyPr>
          <a:lstStyle/>
          <a:p>
            <a:r>
              <a:rPr lang="en-US" altLang="zh-CN" sz="2000">
                <a:latin typeface="DengXian" panose="02010600030101010101" pitchFamily="2" charset="-122"/>
                <a:ea typeface="DengXian" panose="02010600030101010101" pitchFamily="2" charset="-122"/>
              </a:rPr>
              <a:t>DengXian 20pt </a:t>
            </a:r>
            <a:r>
              <a:rPr lang="zh-CN" altLang="en-US" sz="2000">
                <a:latin typeface="DengXian" panose="02010600030101010101" pitchFamily="2" charset="-122"/>
                <a:ea typeface="DengXian" panose="02010600030101010101" pitchFamily="2" charset="-122"/>
              </a:rPr>
              <a:t>字号测试 </a:t>
            </a:r>
            <a:r>
              <a:rPr lang="en-US" altLang="zh-CN" sz="2000">
                <a:latin typeface="DengXian" panose="02010600030101010101" pitchFamily="2" charset="-122"/>
                <a:ea typeface="DengXian" panose="02010600030101010101" pitchFamily="2" charset="-122"/>
              </a:rPr>
              <a:t>Hg</a:t>
            </a:r>
            <a:endParaRPr lang="zh-CN" altLang="en-US" sz="200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331105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BABC5D5-A28D-16A9-584A-FA863796244F}"/>
              </a:ext>
            </a:extLst>
          </p:cNvPr>
          <p:cNvSpPr txBox="1"/>
          <p:nvPr/>
        </p:nvSpPr>
        <p:spPr>
          <a:xfrm>
            <a:off x="254000" y="254000"/>
            <a:ext cx="5334000" cy="2540000"/>
          </a:xfrm>
          <a:prstGeom prst="rect">
            <a:avLst/>
          </a:prstGeom>
          <a:noFill/>
          <a:ln w="6350">
            <a:solidFill>
              <a:srgbClr val="C8C8C8"/>
            </a:solidFill>
          </a:ln>
        </p:spPr>
        <p:txBody>
          <a:bodyPr vert="horz" wrap="square" rtlCol="0" anchor="t">
            <a:noAutofit/>
          </a:bodyPr>
          <a:lstStyle/>
          <a:p>
            <a:r>
              <a:rPr lang="zh-CN" altLang="en-US" sz="1600">
                <a:latin typeface="Microsoft YaHei" panose="020B0503020204020204" pitchFamily="34" charset="-122"/>
                <a:ea typeface="Microsoft YaHei" panose="020B0503020204020204" pitchFamily="34" charset="-122"/>
              </a:rPr>
              <a:t>演示文字排版测试，包含中文与 </a:t>
            </a:r>
            <a:r>
              <a:rPr lang="en-US" altLang="zh-CN" sz="1600">
                <a:latin typeface="Microsoft YaHei" panose="020B0503020204020204" pitchFamily="34" charset="-122"/>
                <a:ea typeface="Microsoft YaHei" panose="020B0503020204020204" pitchFamily="34" charset="-122"/>
              </a:rPr>
              <a:t>English words </a:t>
            </a:r>
            <a:r>
              <a:rPr lang="zh-CN" altLang="en-US" sz="1600">
                <a:latin typeface="Microsoft YaHei" panose="020B0503020204020204" pitchFamily="34" charset="-122"/>
                <a:ea typeface="Microsoft YaHei" panose="020B0503020204020204" pitchFamily="34" charset="-122"/>
              </a:rPr>
              <a:t>混排的一段较长内容，用来检查自动换行的位置。演示文字排版测试，包含中文与 </a:t>
            </a:r>
            <a:r>
              <a:rPr lang="en-US" altLang="zh-CN" sz="1600">
                <a:latin typeface="Microsoft YaHei" panose="020B0503020204020204" pitchFamily="34" charset="-122"/>
                <a:ea typeface="Microsoft YaHei" panose="020B0503020204020204" pitchFamily="34" charset="-122"/>
              </a:rPr>
              <a:t>English words </a:t>
            </a:r>
            <a:r>
              <a:rPr lang="zh-CN" altLang="en-US" sz="1600">
                <a:latin typeface="Microsoft YaHei" panose="020B0503020204020204" pitchFamily="34" charset="-122"/>
                <a:ea typeface="Microsoft YaHei" panose="020B0503020204020204" pitchFamily="34" charset="-122"/>
              </a:rPr>
              <a:t>混排的一段较长内容，用来检查自动换行的位置。</a:t>
            </a:r>
          </a:p>
        </p:txBody>
      </p:sp>
      <p:sp>
        <p:nvSpPr>
          <p:cNvPr id="3" name="文本框 2">
            <a:extLst>
              <a:ext uri="{FF2B5EF4-FFF2-40B4-BE49-F238E27FC236}">
                <a16:creationId xmlns:a16="http://schemas.microsoft.com/office/drawing/2014/main" id="{F80191C9-D2F8-1BCD-45F3-D084B97C7B3C}"/>
              </a:ext>
            </a:extLst>
          </p:cNvPr>
          <p:cNvSpPr txBox="1"/>
          <p:nvPr/>
        </p:nvSpPr>
        <p:spPr>
          <a:xfrm>
            <a:off x="6096000" y="254000"/>
            <a:ext cx="5334000" cy="2540000"/>
          </a:xfrm>
          <a:prstGeom prst="rect">
            <a:avLst/>
          </a:prstGeom>
          <a:noFill/>
          <a:ln w="6350">
            <a:solidFill>
              <a:srgbClr val="C8C8C8"/>
            </a:solidFill>
          </a:ln>
        </p:spPr>
        <p:txBody>
          <a:bodyPr vert="horz" wrap="square" rtlCol="0" anchor="t">
            <a:noAutofit/>
          </a:bodyPr>
          <a:lstStyle/>
          <a:p>
            <a:r>
              <a:rPr lang="en-US" altLang="zh-CN" sz="1600">
                <a:latin typeface="Arial" panose="020B0604020202020204" pitchFamily="34" charset="0"/>
              </a:rPr>
              <a:t>The quick brown fox jumps over the lazy dog. Pack my box with five dozen liquor jugs.The quick brown fox jumps over the lazy dog. Pack my box with five dozen liquor jugs.</a:t>
            </a:r>
            <a:endParaRPr lang="zh-CN" altLang="en-US" sz="1600">
              <a:latin typeface="Arial" panose="020B0604020202020204" pitchFamily="34" charset="0"/>
            </a:endParaRPr>
          </a:p>
        </p:txBody>
      </p:sp>
      <p:sp>
        <p:nvSpPr>
          <p:cNvPr id="4" name="文本框 3">
            <a:extLst>
              <a:ext uri="{FF2B5EF4-FFF2-40B4-BE49-F238E27FC236}">
                <a16:creationId xmlns:a16="http://schemas.microsoft.com/office/drawing/2014/main" id="{2B9E5C3D-B76A-14E8-DA8B-1E842B79D4D6}"/>
              </a:ext>
            </a:extLst>
          </p:cNvPr>
          <p:cNvSpPr txBox="1"/>
          <p:nvPr/>
        </p:nvSpPr>
        <p:spPr>
          <a:xfrm>
            <a:off x="254000" y="3302000"/>
            <a:ext cx="5334000" cy="2540000"/>
          </a:xfrm>
          <a:prstGeom prst="rect">
            <a:avLst/>
          </a:prstGeom>
          <a:noFill/>
          <a:ln w="6350">
            <a:solidFill>
              <a:srgbClr val="C8C8C8"/>
            </a:solidFill>
          </a:ln>
        </p:spPr>
        <p:txBody>
          <a:bodyPr vert="horz" wrap="square" rtlCol="0" anchor="t">
            <a:noAutofit/>
          </a:bodyPr>
          <a:lstStyle/>
          <a:p>
            <a:r>
              <a:rPr lang="zh-CN" altLang="en-US" sz="2000">
                <a:latin typeface="SimSun" panose="02010600030101010101" pitchFamily="2" charset="-122"/>
                <a:ea typeface="SimSun" panose="02010600030101010101" pitchFamily="2" charset="-122"/>
              </a:rPr>
              <a:t>演示文字排版测试，包含中文与 </a:t>
            </a:r>
            <a:r>
              <a:rPr lang="en-US" altLang="zh-CN" sz="2000">
                <a:latin typeface="SimSun" panose="02010600030101010101" pitchFamily="2" charset="-122"/>
                <a:ea typeface="SimSun" panose="02010600030101010101" pitchFamily="2" charset="-122"/>
              </a:rPr>
              <a:t>English words </a:t>
            </a:r>
            <a:r>
              <a:rPr lang="zh-CN" altLang="en-US" sz="2000">
                <a:latin typeface="SimSun" panose="02010600030101010101" pitchFamily="2" charset="-122"/>
                <a:ea typeface="SimSun" panose="02010600030101010101" pitchFamily="2" charset="-122"/>
              </a:rPr>
              <a:t>混排的一段较长内容，用来检查自动换行的位置。</a:t>
            </a:r>
          </a:p>
        </p:txBody>
      </p:sp>
      <p:sp>
        <p:nvSpPr>
          <p:cNvPr id="5" name="文本框 4">
            <a:extLst>
              <a:ext uri="{FF2B5EF4-FFF2-40B4-BE49-F238E27FC236}">
                <a16:creationId xmlns:a16="http://schemas.microsoft.com/office/drawing/2014/main" id="{40B8BBE2-FAF4-0470-0B81-6A04A3769F61}"/>
              </a:ext>
            </a:extLst>
          </p:cNvPr>
          <p:cNvSpPr txBox="1"/>
          <p:nvPr/>
        </p:nvSpPr>
        <p:spPr>
          <a:xfrm>
            <a:off x="6096000" y="3302000"/>
            <a:ext cx="5334000" cy="2540000"/>
          </a:xfrm>
          <a:prstGeom prst="rect">
            <a:avLst/>
          </a:prstGeom>
          <a:noFill/>
          <a:ln w="6350">
            <a:solidFill>
              <a:srgbClr val="C8C8C8"/>
            </a:solidFill>
          </a:ln>
        </p:spPr>
        <p:txBody>
          <a:bodyPr vert="horz" wrap="square" rtlCol="0" anchor="t">
            <a:noAutofit/>
          </a:bodyPr>
          <a:lstStyle/>
          <a:p>
            <a:r>
              <a:rPr lang="zh-CN" altLang="en-US" sz="2000">
                <a:latin typeface="DengXian" panose="02010600030101010101" pitchFamily="2" charset="-122"/>
                <a:ea typeface="DengXian" panose="02010600030101010101" pitchFamily="2" charset="-122"/>
              </a:rPr>
              <a:t>演示文字排版测试，包含中文与 </a:t>
            </a:r>
            <a:r>
              <a:rPr lang="en-US" altLang="zh-CN" sz="2000">
                <a:latin typeface="DengXian" panose="02010600030101010101" pitchFamily="2" charset="-122"/>
                <a:ea typeface="DengXian" panose="02010600030101010101" pitchFamily="2" charset="-122"/>
              </a:rPr>
              <a:t>English words </a:t>
            </a:r>
            <a:r>
              <a:rPr lang="zh-CN" altLang="en-US" sz="2000">
                <a:latin typeface="DengXian" panose="02010600030101010101" pitchFamily="2" charset="-122"/>
                <a:ea typeface="DengXian" panose="02010600030101010101" pitchFamily="2" charset="-122"/>
              </a:rPr>
              <a:t>混排的一段较长内容，用来检查自动换行的位置。</a:t>
            </a:r>
          </a:p>
        </p:txBody>
      </p:sp>
    </p:spTree>
    <p:extLst>
      <p:ext uri="{BB962C8B-B14F-4D97-AF65-F5344CB8AC3E}">
        <p14:creationId xmlns:p14="http://schemas.microsoft.com/office/powerpoint/2010/main" val="301860026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171</Words>
  <Application>Microsoft Office PowerPoint</Application>
  <PresentationFormat>自定义</PresentationFormat>
  <Paragraphs>10</Paragraphs>
  <Slides>2</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vt:i4>
      </vt:variant>
    </vt:vector>
  </HeadingPairs>
  <TitlesOfParts>
    <vt:vector size="9" baseType="lpstr">
      <vt:lpstr>DengXian</vt:lpstr>
      <vt:lpstr>DengXian</vt:lpstr>
      <vt:lpstr>等线 Light</vt:lpstr>
      <vt:lpstr>SimSun</vt:lpstr>
      <vt:lpstr>Microsoft YaHei</vt:lpstr>
      <vt:lpstr>Arial</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yijin zhou</dc:creator>
  <cp:lastModifiedBy>yijin zhou</cp:lastModifiedBy>
  <cp:revision>1</cp:revision>
  <dcterms:created xsi:type="dcterms:W3CDTF">2026-10-12T11:45:55Z</dcterms:created>
  <dcterms:modified xsi:type="dcterms:W3CDTF">2026-10-12T11:45:55Z</dcterms:modified>
</cp:coreProperties>
</file>