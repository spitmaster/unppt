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B28F1-9623-F331-24D5-4D9C883EE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F48FA1-536A-0E32-CB34-96AC0F54C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992B1F-B66C-62B5-CFF0-EFAD2F68E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F5765-5D9B-6836-18C0-7D3FA4C1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556D0-CC20-B205-0129-855B7DB1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1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12536-BC9D-2200-26E0-DFD9838F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9C126-15BC-9ABD-BB95-BD1C41EE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60868-4C33-44C1-B62B-0EE944C2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48F7B0-C437-69F4-DEE2-EC227925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DB2A4B-B2BD-AEDC-F0C2-7AACDC95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63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757BC-59A5-915E-DCC0-6351FD30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44603-612E-B590-FD77-F1876FC53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93867-F7C2-0042-6A7C-15826DB1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294A1-FAD8-E2F1-B386-08974ACF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45BBD-60EB-EA2F-F4E3-48AAF2E8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26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4D722-C2C9-7344-D0F3-A838645A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DB37EC-3417-2C43-25F2-4979E2ACC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895560-AE13-2229-22B2-EF82476F9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73E0D-81DE-A800-6D3C-8971CD67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76A402-6088-CD94-91C8-13607E36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BF76B3-0867-3DF1-6FB6-D2BFB1FA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62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00501-55A1-CA60-7443-EAD1F5FF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B7018D-EACB-10DD-3438-EAD639E2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EB52E9-5DCB-BC60-36DA-AF47E2444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44D100-DB94-E741-0492-935A4266D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3BFA3C-DB31-3334-7D47-B717EAB58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7D678B-E5B2-18E6-22BF-8068C3C8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5100B1-D99A-9EC9-25B0-5D7B2F9A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96BFF4-8B29-1A24-7AC1-BDA694DB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55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F090E-70FB-BB9B-4631-D0651AD8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86D5C2-8ABE-0D82-C1A7-8A823326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067F80-C5F2-5DA5-BBF4-413FF8B4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F84EA2-CF59-6723-5A6E-4209DF7F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5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5014D-CC26-2BAF-ADAE-C63145C2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9BF9F8-3404-2508-F63F-3C420185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B53953-1BB1-8146-6B18-53F49BF9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88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C1581-192F-471D-280D-FAA3CDFE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FAD61-6210-B0E5-5B59-E7B83578C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D9CC69-D3A1-381E-57FE-36A41592E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E1A23-5116-0E05-EA16-D29875C6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0FEC85-D444-B3E0-63CE-5C7171EE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581237-F96E-38C5-9857-19AEC3C0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95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F5F23-1270-636A-8B60-8EB06B31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953F1F-CF90-746D-5BB4-6D10DFEE6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2183EB-EE46-6A3F-C9B0-A05E18EDC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F2F58A-9B35-B10A-FB9E-6A9F312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667BAE-2735-B6A6-8794-80FDECAA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3C1129-2F77-2717-959B-DF192358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0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28B2D-40E1-B5C7-8202-CA17DB3B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8D01CD-C979-1FA4-4AF0-9F86FBA29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A76CF-4278-7419-4899-ECE8A066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469EB-E4F2-01DA-B513-037A1AEB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B8A5F-23F9-C122-34AF-8BB0FEF0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3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B18895-E29B-DA5B-24B0-AF56B7A89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D5019-143B-A861-367E-92E0EC73A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503332-76AB-C2C2-0106-594CC35A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F8872-5B0B-1668-2EC2-4E95DB0F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BDCD5-5E08-937E-10DA-FFC3ED65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89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420BBE-1B32-0D08-5A85-84AB0AA6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CCA787-FE28-6E34-74DF-814AF6267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257E3-42FB-1368-9140-AB6B6DF11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786B-1E3E-499E-AA2A-F765CB889C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8AAEB-BDBA-83FF-DD97-482CEE07C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ECA86-E74C-1EFA-42B3-AF2A459F8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994A5-A284-455D-8801-A04418ACA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46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A3AC18-C43E-5900-50FC-EC7984915A5B}"/>
              </a:ext>
            </a:extLst>
          </p:cNvPr>
          <p:cNvSpPr txBox="1"/>
          <p:nvPr/>
        </p:nvSpPr>
        <p:spPr>
          <a:xfrm>
            <a:off x="762000" y="508000"/>
            <a:ext cx="10160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SzPct val="100000"/>
              <a:buBlip>
                <a:blip r:embed="rId2"/>
              </a:buBlip>
            </a:pPr>
            <a:r>
              <a:rPr lang="zh-CN" altLang="en-US" sz="2800"/>
              <a:t>第一条要点</a:t>
            </a:r>
          </a:p>
          <a:p>
            <a:pPr marL="514350" indent="-514350">
              <a:buSzPct val="100000"/>
              <a:buBlip>
                <a:blip r:embed="rId2"/>
              </a:buBlip>
            </a:pPr>
            <a:r>
              <a:rPr lang="zh-CN" altLang="en-US" sz="2800"/>
              <a:t>第二条要点 </a:t>
            </a:r>
            <a:r>
              <a:rPr lang="en-US" altLang="zh-CN" sz="2800"/>
              <a:t>Second item</a:t>
            </a:r>
          </a:p>
          <a:p>
            <a:pPr marL="514350" indent="-514350">
              <a:buSzPct val="100000"/>
              <a:buBlip>
                <a:blip r:embed="rId2"/>
              </a:buBlip>
            </a:pPr>
            <a:r>
              <a:rPr lang="zh-CN" altLang="en-US" sz="2800"/>
              <a:t>第三条要点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08BF2B-7AC1-C9FA-6E08-BB9BECA502EA}"/>
              </a:ext>
            </a:extLst>
          </p:cNvPr>
          <p:cNvSpPr txBox="1"/>
          <p:nvPr/>
        </p:nvSpPr>
        <p:spPr>
          <a:xfrm>
            <a:off x="762000" y="3556000"/>
            <a:ext cx="10160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SzPct val="150000"/>
              <a:buBlip>
                <a:blip r:embed="rId2"/>
              </a:buBlip>
            </a:pPr>
            <a:r>
              <a:rPr lang="zh-CN" altLang="en-US" sz="2800"/>
              <a:t>第一条要点</a:t>
            </a:r>
          </a:p>
          <a:p>
            <a:pPr marL="514350" indent="-514350">
              <a:buSzPct val="150000"/>
              <a:buBlip>
                <a:blip r:embed="rId2"/>
              </a:buBlip>
            </a:pPr>
            <a:r>
              <a:rPr lang="zh-CN" altLang="en-US" sz="2800"/>
              <a:t>第二条要点 </a:t>
            </a:r>
            <a:r>
              <a:rPr lang="en-US" altLang="zh-CN" sz="2800"/>
              <a:t>Second item</a:t>
            </a:r>
          </a:p>
          <a:p>
            <a:pPr marL="514350" indent="-514350">
              <a:buSzPct val="150000"/>
              <a:buBlip>
                <a:blip r:embed="rId2"/>
              </a:buBlip>
            </a:pPr>
            <a:r>
              <a:rPr lang="zh-CN" altLang="en-US" sz="2800"/>
              <a:t>第三条要点</a:t>
            </a:r>
          </a:p>
        </p:txBody>
      </p:sp>
    </p:spTree>
    <p:extLst>
      <p:ext uri="{BB962C8B-B14F-4D97-AF65-F5344CB8AC3E}">
        <p14:creationId xmlns:p14="http://schemas.microsoft.com/office/powerpoint/2010/main" val="159558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2026-10-13T05:19:11Z</dcterms:created>
  <dcterms:modified xsi:type="dcterms:W3CDTF">2026-10-13T05:19:11Z</dcterms:modified>
</cp:coreProperties>
</file>