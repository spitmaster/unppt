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3BB416-ED60-CAA6-E468-CDB249D2EF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750C7DB-4EE6-ADDD-A913-346C326B6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C88BAC-3248-55D1-C8C3-BD0B7B2B0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EEB4B-1D16-4F8A-90C7-6628E903DB1C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AC0463-D7C2-E698-93B5-161D1C553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1F3EA1-2AF5-6CA3-3A01-B7578B160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1965E-842F-4493-8DFC-E0573A0272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7287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5F6B87-8A1D-80BA-6F18-02F990B42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49E3EF-043D-2B11-D45D-A6B5EED86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BE6009-7805-AEF9-EE1D-752694B22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EEB4B-1D16-4F8A-90C7-6628E903DB1C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6F78D1-D9D0-1A16-C9E4-CA721E495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CFC63C-7709-5D9C-03D7-B627EACE1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1965E-842F-4493-8DFC-E0573A0272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297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1491FE-78FD-AF1E-9A44-93D382C53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F9B2AC-DBED-01CB-EEBC-1ECE10F9C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88BEF9-D7D9-BDB7-17DD-F159EE27D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EEB4B-1D16-4F8A-90C7-6628E903DB1C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0FBC63-A90B-DD01-B730-7947668BC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89C66E-683C-3953-8F89-ECDE9CCA9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1965E-842F-4493-8DFC-E0573A0272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521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CB0EAD-902C-9950-8618-70D477838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FA1E23-F039-EDA1-7C73-402CC75E02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5BBD3F-F7D2-D0CE-EFA4-9A42E12538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7AE191-BE13-139A-7841-4CA094E72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EEB4B-1D16-4F8A-90C7-6628E903DB1C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8FE1BFC-CA9B-45F6-37EC-6CBF9104B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C696E9-7D48-A83B-C5F1-7D4EB0112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1965E-842F-4493-8DFC-E0573A0272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9857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CB4923-7C7F-9ACE-112A-9665B0400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C5AA07-E5D7-6A0C-50A5-B5759B1E5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DF9F76D-07E0-917A-6090-C0C1F6811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90E8CCB-EDD6-EF4E-6A2E-03DFA952A1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C056786-5169-42B1-2444-AA935252EF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21FC55A-66C5-780F-A63D-F35F14C73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EEB4B-1D16-4F8A-90C7-6628E903DB1C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944C3D3-4B0B-3219-EEC0-07C5A328C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9334D91-7236-9FDD-B689-EB3D88AED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1965E-842F-4493-8DFC-E0573A0272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4639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4DBD30-F393-21F5-CF1C-B06C168E8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B0D354D-298A-C24B-9B90-90FAB0A70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EEB4B-1D16-4F8A-90C7-6628E903DB1C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9A2C2EB-C026-7B19-159C-618E16778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C4041D5-E90C-1FA9-3DF1-AE22AA5B1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1965E-842F-4493-8DFC-E0573A0272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8408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1A12696-2078-5CA7-8F54-07B63886B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EEB4B-1D16-4F8A-90C7-6628E903DB1C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28F2C3C-02FB-8161-B256-F23EE7A98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80B106-15CA-8F7C-0DFF-68B25B9AC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1965E-842F-4493-8DFC-E0573A0272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5597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7110E5-AE97-6E72-0AFB-575D2191F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44ED2F-9982-25E7-B01F-DA94F2891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C95CA2E-2122-4EAA-EF99-1659F628D7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752A64-6982-FAFC-1099-5A0ECB245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EEB4B-1D16-4F8A-90C7-6628E903DB1C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F069493-8F70-0ED8-FB9A-73904D048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05CEB2-7930-DBA1-B6B2-14B75D239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1965E-842F-4493-8DFC-E0573A0272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1984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572F0A-FF7D-7587-AD62-B7EFDA4FE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1894938-B936-FB84-FEC4-5C57FB7F7A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2164FF0-D65D-42FC-6DF4-B08C33082F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94E081-D67D-33A6-37EB-8A896F791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EEB4B-1D16-4F8A-90C7-6628E903DB1C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F966155-F15E-04A3-A134-F1A88C61A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8EBE1BA-9859-9145-D403-79E5C6BEC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1965E-842F-4493-8DFC-E0573A0272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4315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19C1A1-E5BA-DC6C-9B10-AE244982A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7FE5733-5250-D0A2-0F16-B096773519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B4D214-E9F8-C6AE-6AF9-A97759319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EEB4B-1D16-4F8A-90C7-6628E903DB1C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F1FD14-F1A0-A4D2-D983-B0EEC272C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2E43D2-CAE4-AC57-FAC3-B43665682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1965E-842F-4493-8DFC-E0573A0272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8248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FE92B01-D174-2BA5-7D57-60772E292C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86D80C1-F86D-941D-3384-0A2898617B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0AE22A-701F-E841-22C8-4B16C03D4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EEB4B-1D16-4F8A-90C7-6628E903DB1C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18DA98-6F12-9608-7FEE-D6C5224CB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01FBD9-1933-E88B-384F-F317F0D4A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1965E-842F-4493-8DFC-E0573A0272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309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C483DE7-9CFA-0571-F089-C94836DF3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7C3984C-0BDD-BA0B-14A2-98E172AD5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65D8FE-B9F8-003B-73D5-C2DCEE9933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3EEB4B-1D16-4F8A-90C7-6628E903DB1C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573563-626B-A90F-0811-97C799EABA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F927B2-98F6-9C51-4331-5C514B399F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31965E-842F-4493-8DFC-E0573A0272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2963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9873B0F6-25F5-61F4-8E65-14B66D16DD60}"/>
              </a:ext>
            </a:extLst>
          </p:cNvPr>
          <p:cNvSpPr/>
          <p:nvPr/>
        </p:nvSpPr>
        <p:spPr>
          <a:xfrm>
            <a:off x="762000" y="1524000"/>
            <a:ext cx="3175000" cy="1905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41832DAF-7F49-B5F8-4361-2BBE19D9500F}"/>
              </a:ext>
            </a:extLst>
          </p:cNvPr>
          <p:cNvSpPr/>
          <p:nvPr/>
        </p:nvSpPr>
        <p:spPr>
          <a:xfrm>
            <a:off x="4572000" y="1524000"/>
            <a:ext cx="3175000" cy="1905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C739B05-26A5-45CF-272D-FEA39D7E8815}"/>
              </a:ext>
            </a:extLst>
          </p:cNvPr>
          <p:cNvSpPr/>
          <p:nvPr/>
        </p:nvSpPr>
        <p:spPr>
          <a:xfrm>
            <a:off x="8382000" y="1524000"/>
            <a:ext cx="3175000" cy="1905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2647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2026-10-12T11:55:45Z</dcterms:created>
  <dcterms:modified xsi:type="dcterms:W3CDTF">2026-10-12T11:55:45Z</dcterms:modified>
</cp:coreProperties>
</file>