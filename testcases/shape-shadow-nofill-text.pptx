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FB2BF-2E26-3697-56BA-5BB1CF74F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FF1E63-FAF0-6A47-A599-A21B88B8E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62AA7-37AC-B529-D3BE-3ECEEAF7F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D36980-4322-772A-2E9D-B05F09CF7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900511-A200-DAD6-1287-20FB4B2E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76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78FFB-2B1E-532B-5640-D5BD5007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9B5C73-DF86-A85D-99CB-19A0E309A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52A53-5903-2D86-45C0-C21D889C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9188E8-A060-DE35-83D5-E927A1D6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ACB721-11B9-84C6-966B-4A6135D8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09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B0B9A-0896-1C22-2BFB-CEDB82E8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545403-BEFA-FE77-AD0C-CCD40AA4B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48C2C0-A828-2E76-EA49-5E0A343E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A5E931-AEB5-4744-E7A6-448FEA4F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2E6D2F-D2EA-ADAC-47F3-522D9FBB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84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28CC2-DEC7-E2AF-EA71-167A2EBF2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8E60F4-0E86-B24C-AB31-EDE5CBC64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59D3B1-BFFB-8362-64DE-87A022FA4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1DD93D-3FC0-C3EC-E9E6-6EF170A1A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7E1A6E-099A-37DF-32E9-23666AF14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028DB8-F93C-A5A0-272A-12E5D21E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18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933F7-DB04-D597-66B5-1451F7B7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4450A-AE5D-4127-FD98-96ECC9D59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4B1578-568F-8513-B9A7-002E0F536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FE2ABE-D5C9-5343-0008-F7C25E69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F63C30-0BBF-87DA-FE18-49F16B1F28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0129E1-BC90-5CF7-30F5-BFB28DB9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97A50D-7A84-28A5-EE0A-4C6C98B0A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F5996C-D9CC-02DC-15CC-E4E6A592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66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1BD67-6482-DDC2-16FD-A4BF20F6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CEE3B4-BE8A-86A4-418F-D54A126B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A057F8-4B5D-5E47-3E54-0BF09B1E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95F233-D68E-43BB-70C5-1D59B8D9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7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AB8FAF-A71B-2077-0C34-64750015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50896A-478D-83E8-599B-E9223D76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5F8BD1-86F6-5661-BE31-20E91996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887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6F7D9-2583-83BD-5F4C-A9D76AEF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74C47-59AD-56C1-D590-0CEEAECA1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4D9808-45AA-D9A9-ADE0-FC24040F3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525D2A-C4C2-9397-ACB0-C4F4E80B4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C2319A-26DE-722A-53B2-FAF4D161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9D7F0D-0F20-ADED-9147-AD1E0DDB4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40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903-886B-6911-B432-87462441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A32ECD-7B3E-1B72-B213-55CECE858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B19D17-C1A7-BE0E-867D-4050EAFAC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405555-E4C3-CC2C-E43A-2DABA077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22E062-28B8-CE56-E4D8-D93FBEF3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685105-7FF2-4A38-D1FF-80936441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22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E50EC6-448F-9702-35B3-9013C351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588629-A5B2-9211-E427-11E987EAF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78A827-AD49-988F-124C-C944867D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29FF8F-ED74-E16E-D1BB-370C9FDB2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6B238-012B-4687-D8F4-3B4AA5BF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01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3A305E-7998-4DA3-DA44-67A00C34A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4A81A5-04E2-5033-90E8-1694D2C99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09D4E7-F4FB-5DE9-825C-B96C00F5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B3E74-A208-0D64-3CA8-D46BC959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099392-EF45-66BF-BC40-4A35C094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57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6F51DB-3DAF-030B-9E8A-F028CDDB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415CBC-158B-A0DD-DAA6-89B6FB96B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AE2E47-C047-973A-777C-F781439A8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0D002-8790-4630-A488-9B2CDC52092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80B72-8DE1-94B9-5518-5B725D285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FAB68E-5EE1-A141-5555-81F49DF38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A252C-C783-4DC6-9025-A516A1BC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41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0A1A33-62A0-4C0F-9645-60CCC206C031}"/>
              </a:ext>
            </a:extLst>
          </p:cNvPr>
          <p:cNvSpPr/>
          <p:nvPr/>
        </p:nvSpPr>
        <p:spPr>
          <a:xfrm>
            <a:off x="381000" y="508000"/>
            <a:ext cx="3556000" cy="2286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50800" dist="107763" dir="2699994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C00000"/>
                </a:solidFill>
              </a:rPr>
              <a:t>阴影文字 </a:t>
            </a:r>
            <a:r>
              <a:rPr lang="en-US" altLang="zh-CN" sz="2800">
                <a:solidFill>
                  <a:srgbClr val="C00000"/>
                </a:solidFill>
              </a:rPr>
              <a:t>Shadow</a:t>
            </a:r>
            <a:endParaRPr lang="zh-CN" altLang="en-US" sz="2800">
              <a:solidFill>
                <a:srgbClr val="C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D598D9-FCAE-3E92-0F21-8EC518CB9347}"/>
              </a:ext>
            </a:extLst>
          </p:cNvPr>
          <p:cNvSpPr/>
          <p:nvPr/>
        </p:nvSpPr>
        <p:spPr>
          <a:xfrm>
            <a:off x="4318000" y="508000"/>
            <a:ext cx="3556000" cy="2286000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</a:ln>
          <a:effectLst>
            <a:outerShdw blurRad="50800" dist="107763" dir="2699994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C00000"/>
                </a:solidFill>
              </a:rPr>
              <a:t>阴影文字 </a:t>
            </a:r>
            <a:r>
              <a:rPr lang="en-US" altLang="zh-CN" sz="2800">
                <a:solidFill>
                  <a:srgbClr val="C00000"/>
                </a:solidFill>
              </a:rPr>
              <a:t>Shadow</a:t>
            </a:r>
            <a:endParaRPr lang="zh-CN" altLang="en-US" sz="2800">
              <a:solidFill>
                <a:srgbClr val="C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FBB663-BDE0-2F33-07A3-0528B679CB91}"/>
              </a:ext>
            </a:extLst>
          </p:cNvPr>
          <p:cNvSpPr/>
          <p:nvPr/>
        </p:nvSpPr>
        <p:spPr>
          <a:xfrm>
            <a:off x="8255000" y="508000"/>
            <a:ext cx="3556000" cy="2286000"/>
          </a:xfrm>
          <a:prstGeom prst="rect">
            <a:avLst/>
          </a:prstGeom>
          <a:solidFill>
            <a:srgbClr val="5B9BD5"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>
            <a:outerShdw blurRad="50800" dist="107763" dir="2699994" rotWithShape="0">
              <a:srgbClr val="000000">
                <a:alpha val="7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C00000"/>
                </a:solidFill>
              </a:rPr>
              <a:t>阴影文字 </a:t>
            </a:r>
            <a:r>
              <a:rPr lang="en-US" altLang="zh-CN" sz="2800">
                <a:solidFill>
                  <a:srgbClr val="C00000"/>
                </a:solidFill>
              </a:rPr>
              <a:t>Shadow</a:t>
            </a:r>
            <a:endParaRPr lang="zh-CN" altLang="en-US" sz="2800">
              <a:solidFill>
                <a:srgbClr val="C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3709DC-B738-8FB3-491E-4EED3D62EF73}"/>
              </a:ext>
            </a:extLst>
          </p:cNvPr>
          <p:cNvSpPr/>
          <p:nvPr/>
        </p:nvSpPr>
        <p:spPr>
          <a:xfrm>
            <a:off x="381000" y="3556000"/>
            <a:ext cx="3556000" cy="2286000"/>
          </a:xfrm>
          <a:prstGeom prst="rect">
            <a:avLst/>
          </a:prstGeom>
          <a:solidFill>
            <a:srgbClr val="5B9BD5">
              <a:alpha val="5000"/>
            </a:srgbClr>
          </a:solidFill>
          <a:ln w="19050" cap="flat" cmpd="sng" algn="ctr">
            <a:noFill/>
            <a:prstDash val="solid"/>
            <a:miter lim="800000"/>
          </a:ln>
          <a:effectLst>
            <a:outerShdw blurRad="50800" dist="107763" dir="2699994" rotWithShape="0">
              <a:srgbClr val="000000">
                <a:alpha val="7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C00000"/>
                </a:solidFill>
              </a:rPr>
              <a:t>阴影文字 </a:t>
            </a:r>
            <a:r>
              <a:rPr lang="en-US" altLang="zh-CN" sz="2800">
                <a:solidFill>
                  <a:srgbClr val="C00000"/>
                </a:solidFill>
              </a:rPr>
              <a:t>Shadow</a:t>
            </a:r>
            <a:endParaRPr lang="zh-CN" altLang="en-US" sz="2800">
              <a:solidFill>
                <a:srgbClr val="C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51C668-4EC4-6153-AD04-FAF78A604A89}"/>
              </a:ext>
            </a:extLst>
          </p:cNvPr>
          <p:cNvSpPr/>
          <p:nvPr/>
        </p:nvSpPr>
        <p:spPr>
          <a:xfrm>
            <a:off x="4318000" y="3556000"/>
            <a:ext cx="3556000" cy="22860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>
            <a:outerShdw blurRad="50800" dist="107763" dir="2699994" rotWithShape="0">
              <a:srgbClr val="000000">
                <a:alpha val="7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rgbClr val="C00000"/>
                </a:solidFill>
              </a:rPr>
              <a:t>阴影文字 </a:t>
            </a:r>
            <a:r>
              <a:rPr lang="en-US" altLang="zh-CN" sz="2800">
                <a:solidFill>
                  <a:srgbClr val="C00000"/>
                </a:solidFill>
              </a:rPr>
              <a:t>Shadow</a:t>
            </a:r>
            <a:endParaRPr lang="zh-CN" altLang="en-US" sz="28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463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2026-10-19T02:19:40Z</dcterms:created>
  <dcterms:modified xsi:type="dcterms:W3CDTF">2026-10-19T02:19:41Z</dcterms:modified>
</cp:coreProperties>
</file>