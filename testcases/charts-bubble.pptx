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4" d="100"/>
          <a:sy n="74" d="100"/>
        </p:scale>
        <p:origin x="42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title>
    <c:autoTitleDeleted val="0"/>
    <c:plotArea>
      <c:layout/>
      <c:bubbl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Y 值</c:v>
                </c:pt>
              </c:strCache>
            </c:strRef>
          </c:tx>
          <c:spPr>
            <a:solidFill>
              <a:schemeClr val="accent1">
                <a:alpha val="75000"/>
              </a:schemeClr>
            </a:solidFill>
            <a:ln>
              <a:noFill/>
            </a:ln>
            <a:effectLst/>
          </c:spPr>
          <c:invertIfNegative val="0"/>
          <c:xVal>
            <c:numRef>
              <c:f>Sheet1!$A$2:$A$4</c:f>
              <c:numCache>
                <c:formatCode>General</c:formatCode>
                <c:ptCount val="3"/>
                <c:pt idx="0">
                  <c:v>0.7</c:v>
                </c:pt>
                <c:pt idx="1">
                  <c:v>1.8</c:v>
                </c:pt>
                <c:pt idx="2">
                  <c:v>2.6</c:v>
                </c:pt>
              </c:numCache>
            </c:numRef>
          </c:xVal>
          <c:yVal>
            <c:numRef>
              <c:f>Sheet1!$B$2:$B$4</c:f>
              <c:numCache>
                <c:formatCode>General</c:formatCode>
                <c:ptCount val="3"/>
                <c:pt idx="0">
                  <c:v>2.7</c:v>
                </c:pt>
                <c:pt idx="1">
                  <c:v>3.2</c:v>
                </c:pt>
                <c:pt idx="2">
                  <c:v>0.8</c:v>
                </c:pt>
              </c:numCache>
            </c:numRef>
          </c:yVal>
          <c:bubbleSize>
            <c:numRef>
              <c:f>Sheet1!$C$2:$C$4</c:f>
              <c:numCache>
                <c:formatCode>General</c:formatCode>
                <c:ptCount val="3"/>
                <c:pt idx="0">
                  <c:v>10</c:v>
                </c:pt>
                <c:pt idx="1">
                  <c:v>4</c:v>
                </c:pt>
                <c:pt idx="2">
                  <c:v>8</c:v>
                </c:pt>
              </c:numCache>
            </c:numRef>
          </c:bubbleSize>
          <c:bubble3D val="0"/>
          <c:extLst>
            <c:ext xmlns:c16="http://schemas.microsoft.com/office/drawing/2014/chart" uri="{C3380CC4-5D6E-409C-BE32-E72D297353CC}">
              <c16:uniqueId val="{00000000-988F-415D-A589-59ED3D7792C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bubbleScale val="100"/>
        <c:showNegBubbles val="0"/>
        <c:axId val="51357999"/>
        <c:axId val="51361839"/>
      </c:bubbleChart>
      <c:valAx>
        <c:axId val="51357999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51361839"/>
        <c:crosses val="autoZero"/>
        <c:crossBetween val="midCat"/>
      </c:valAx>
      <c:valAx>
        <c:axId val="51361839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51357999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bubbl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Y 值</c:v>
                </c:pt>
              </c:strCache>
            </c:strRef>
          </c:tx>
          <c:spPr>
            <a:solidFill>
              <a:schemeClr val="accent1">
                <a:alpha val="75000"/>
              </a:schemeClr>
            </a:solidFill>
            <a:ln>
              <a:noFill/>
            </a:ln>
            <a:effectLst/>
          </c:spPr>
          <c:invertIfNegative val="0"/>
          <c:xVal>
            <c:numRef>
              <c:f>Sheet1!$A$2:$A$4</c:f>
              <c:numCache>
                <c:formatCode>General</c:formatCode>
                <c:ptCount val="3"/>
                <c:pt idx="0">
                  <c:v>0.7</c:v>
                </c:pt>
                <c:pt idx="1">
                  <c:v>1.8</c:v>
                </c:pt>
                <c:pt idx="2">
                  <c:v>2.6</c:v>
                </c:pt>
              </c:numCache>
            </c:numRef>
          </c:xVal>
          <c:yVal>
            <c:numRef>
              <c:f>Sheet1!$B$2:$B$4</c:f>
              <c:numCache>
                <c:formatCode>General</c:formatCode>
                <c:ptCount val="3"/>
                <c:pt idx="0">
                  <c:v>2.7</c:v>
                </c:pt>
                <c:pt idx="1">
                  <c:v>3.2</c:v>
                </c:pt>
                <c:pt idx="2">
                  <c:v>0.8</c:v>
                </c:pt>
              </c:numCache>
            </c:numRef>
          </c:yVal>
          <c:bubbleSize>
            <c:numRef>
              <c:f>Sheet1!$C$2:$C$4</c:f>
              <c:numCache>
                <c:formatCode>General</c:formatCode>
                <c:ptCount val="3"/>
                <c:pt idx="0">
                  <c:v>10</c:v>
                </c:pt>
                <c:pt idx="1">
                  <c:v>4</c:v>
                </c:pt>
                <c:pt idx="2">
                  <c:v>8</c:v>
                </c:pt>
              </c:numCache>
            </c:numRef>
          </c:bubbleSize>
          <c:bubble3D val="1"/>
          <c:extLst>
            <c:ext xmlns:c16="http://schemas.microsoft.com/office/drawing/2014/chart" uri="{C3380CC4-5D6E-409C-BE32-E72D297353CC}">
              <c16:uniqueId val="{00000000-CFEB-42A1-96A2-7AC49C7BABC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bubbleScale val="100"/>
        <c:showNegBubbles val="0"/>
        <c:axId val="51351279"/>
        <c:axId val="51353199"/>
      </c:bubbleChart>
      <c:valAx>
        <c:axId val="51351279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51353199"/>
        <c:crosses val="autoZero"/>
        <c:crossBetween val="midCat"/>
      </c:valAx>
      <c:valAx>
        <c:axId val="51353199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51351279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bubbl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Y 值</c:v>
                </c:pt>
              </c:strCache>
            </c:strRef>
          </c:tx>
          <c:spPr>
            <a:solidFill>
              <a:schemeClr val="accent1">
                <a:alpha val="75000"/>
              </a:schemeClr>
            </a:solidFill>
            <a:ln>
              <a:noFill/>
            </a:ln>
            <a:effectLst/>
          </c:spPr>
          <c:invertIfNegative val="0"/>
          <c:xVal>
            <c:numRef>
              <c:f>Sheet1!$A$2:$A$4</c:f>
              <c:numCache>
                <c:formatCode>General</c:formatCode>
                <c:ptCount val="3"/>
                <c:pt idx="0">
                  <c:v>0.7</c:v>
                </c:pt>
                <c:pt idx="1">
                  <c:v>1.8</c:v>
                </c:pt>
                <c:pt idx="2">
                  <c:v>2.6</c:v>
                </c:pt>
              </c:numCache>
            </c:numRef>
          </c:xVal>
          <c:yVal>
            <c:numRef>
              <c:f>Sheet1!$B$2:$B$4</c:f>
              <c:numCache>
                <c:formatCode>General</c:formatCode>
                <c:ptCount val="3"/>
                <c:pt idx="0">
                  <c:v>2.7</c:v>
                </c:pt>
                <c:pt idx="1">
                  <c:v>3.2</c:v>
                </c:pt>
                <c:pt idx="2">
                  <c:v>0.8</c:v>
                </c:pt>
              </c:numCache>
            </c:numRef>
          </c:yVal>
          <c:bubbleSize>
            <c:numRef>
              <c:f>Sheet1!$C$2:$C$4</c:f>
              <c:numCache>
                <c:formatCode>General</c:formatCode>
                <c:ptCount val="3"/>
                <c:pt idx="0">
                  <c:v>10</c:v>
                </c:pt>
                <c:pt idx="1">
                  <c:v>4</c:v>
                </c:pt>
                <c:pt idx="2">
                  <c:v>8</c:v>
                </c:pt>
              </c:numCache>
            </c:numRef>
          </c:bubbleSize>
          <c:bubble3D val="0"/>
          <c:extLst>
            <c:ext xmlns:c16="http://schemas.microsoft.com/office/drawing/2014/chart" uri="{C3380CC4-5D6E-409C-BE32-E72D297353CC}">
              <c16:uniqueId val="{00000000-DA51-4B02-B6E5-E525E6CF4E7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bubbleScale val="50"/>
        <c:showNegBubbles val="0"/>
        <c:axId val="51358959"/>
        <c:axId val="51351279"/>
      </c:bubbleChart>
      <c:valAx>
        <c:axId val="51358959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51351279"/>
        <c:crosses val="autoZero"/>
        <c:crossBetween val="midCat"/>
      </c:valAx>
      <c:valAx>
        <c:axId val="51351279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51358959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69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>
          <a:alpha val="75000"/>
        </a:schemeClr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>
          <a:alpha val="75000"/>
        </a:schemeClr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>
            <a:alpha val="50000"/>
          </a:schemeClr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69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>
          <a:alpha val="75000"/>
        </a:schemeClr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>
          <a:alpha val="75000"/>
        </a:schemeClr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>
            <a:alpha val="50000"/>
          </a:schemeClr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69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>
          <a:alpha val="75000"/>
        </a:schemeClr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>
          <a:alpha val="75000"/>
        </a:schemeClr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>
            <a:alpha val="50000"/>
          </a:schemeClr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BBD96DB-37E5-F4AD-1E75-F93C450A35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6A62C34E-1DCB-1840-1C0E-569B4E5614F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591FA11-361D-1833-820F-BE550A88FC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15576-9F1D-44D4-A725-E7852045663C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41B1C3F-C9FF-C043-9D2D-B832431BF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AAFF5CF-E753-B1CF-A72F-F61120F545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AE0F6B-5566-4B53-A28A-A2C5E58BE50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987946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C20127C-7AD1-AF51-4096-B621576B6D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2730B03-6965-9B93-541E-53CE6C47D7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FB3ABFF-6853-EAB2-7E16-90767CD20F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15576-9F1D-44D4-A725-E7852045663C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BB709B-ABCB-78C2-8B74-EC11599A23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89DD36B-F27F-3F43-E667-F5267B4BAD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AE0F6B-5566-4B53-A28A-A2C5E58BE50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842071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CBB7AC1-F7D1-3785-8FF7-2D5C89A63D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2AD373F-E8B6-2E9E-9604-87A54B7DD7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A00881A-20EF-A9FE-0F17-FEED3CB381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15576-9F1D-44D4-A725-E7852045663C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C8C0264-FAF1-25BC-03DE-42AE9CDA83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2921650-295B-0F37-3E56-AEA57C1748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AE0F6B-5566-4B53-A28A-A2C5E58BE50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524506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B4C4C0C-FA78-093B-EC35-575CA1D2FC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CC386E5-566C-E13F-75DB-9CD999A4148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F9A13B1-165A-ACA1-B516-E00FC47B3F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A5AC09D-82BE-3817-D493-02510A14FF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15576-9F1D-44D4-A725-E7852045663C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CCD58D9-BF6E-B30A-EE95-73AF147B6F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2FC5318-8817-DC07-7B45-23D02BA4C2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AE0F6B-5566-4B53-A28A-A2C5E58BE50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468260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D9DF8A4-3060-A242-475F-5F5063F263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47841AA-5BC0-FF57-4FF6-14723A0CE9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0D44ED1-CF83-A9E1-1F17-81295C1D8D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ACE9F2EE-5180-488F-3919-77202313AF3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07390B47-3918-0BF0-3240-1B095274F86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6120AEFA-D9CB-1E77-BB14-D21B8DEB4C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15576-9F1D-44D4-A725-E7852045663C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CCC9D596-A183-4F13-457C-BCE0B3F023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5C217AEC-D359-DD12-4FB3-82A71AE46D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AE0F6B-5566-4B53-A28A-A2C5E58BE50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666173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173F8F6-5BAE-7614-537C-BF0ABCA70C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720E1832-9BDC-8148-9112-144E8AD15B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15576-9F1D-44D4-A725-E7852045663C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EAF39A23-ACFC-225A-F855-56798D56B9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2F697DA1-B6D7-612D-D0EF-32ACA677D1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AE0F6B-5566-4B53-A28A-A2C5E58BE50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243750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7073A32-8A6A-5ECD-7C24-C1C7DC0257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15576-9F1D-44D4-A725-E7852045663C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501D6522-CE2A-ABC7-0D19-39A620B739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1AE7301-BA1E-3F78-6DC8-4D7A24843C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AE0F6B-5566-4B53-A28A-A2C5E58BE50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665638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C106A85-0E1C-01CD-A884-9B127A672D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F9B54D9-A4B7-1A04-21C5-D1FED12591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15BC0CB-AB27-5B3D-A155-D1067AE0382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06EE4A4-F133-997E-0A12-73CF90A2E1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15576-9F1D-44D4-A725-E7852045663C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67E7C0E-E490-E185-FBE1-57315EC3CD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05D1728-A41A-F739-377B-3B97C1F99C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AE0F6B-5566-4B53-A28A-A2C5E58BE50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047892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1DDF488-C102-4260-9497-1D09C127E5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B83CF7E3-908A-8663-3D30-37976F6DAF7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E054808-32FE-4ADB-3D34-C2AB29BFB8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69A9B36-D074-BC4B-0869-15FC28A5A1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15576-9F1D-44D4-A725-E7852045663C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662E561-22DA-4233-3035-1320A44832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33DB443-BB59-6580-EE9D-15C7BAA51E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AE0F6B-5566-4B53-A28A-A2C5E58BE50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898260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7F48774-ECC6-35BF-51AD-F334F30B61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B85F214-9E9F-7C76-6E02-4044028CBF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D6D5E26-A6B4-9AEF-E5EC-02F92CC63E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15576-9F1D-44D4-A725-E7852045663C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1CC5894-206D-260A-D3F0-A3F0E48C77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4A29467-E61D-CED5-5191-F5AC36D5FC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AE0F6B-5566-4B53-A28A-A2C5E58BE50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317305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A4BEA710-4ACC-3408-8D69-494E33A2286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2A8A969F-DBE4-3F25-D511-20A96370C20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89D5326-784E-BE50-82A5-816D2D3355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15576-9F1D-44D4-A725-E7852045663C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F4C1176-A8E7-5B24-CFC6-DF6435A528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4825424-CC36-C743-DA00-93DF162466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AE0F6B-5566-4B53-A28A-A2C5E58BE50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104359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803EA08E-67B4-3B9A-F3AE-873C3071B1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8EEB2A8-8017-79BF-5B0A-6F9DC1060E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8F8FCBB-7B2D-1A81-1CEF-0CC16DBA91C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2315576-9F1D-44D4-A725-E7852045663C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B8C92E2-6A29-AB6C-F2D9-DFFD56C5BF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D478A42-9FE6-D673-19E0-C487F6180E5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3AE0F6B-5566-4B53-A28A-A2C5E58BE50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470343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图表 1">
            <a:extLst>
              <a:ext uri="{FF2B5EF4-FFF2-40B4-BE49-F238E27FC236}">
                <a16:creationId xmlns:a16="http://schemas.microsoft.com/office/drawing/2014/main" id="{7D38B347-B110-F795-6451-7F0C9A9B233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35213759"/>
              </p:ext>
            </p:extLst>
          </p:nvPr>
        </p:nvGraphicFramePr>
        <p:xfrm>
          <a:off x="1016000" y="508000"/>
          <a:ext cx="10160000" cy="584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542406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图表 1">
            <a:extLst>
              <a:ext uri="{FF2B5EF4-FFF2-40B4-BE49-F238E27FC236}">
                <a16:creationId xmlns:a16="http://schemas.microsoft.com/office/drawing/2014/main" id="{0EB0901D-D553-CDB2-3554-F1BCF1282BB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09749364"/>
              </p:ext>
            </p:extLst>
          </p:nvPr>
        </p:nvGraphicFramePr>
        <p:xfrm>
          <a:off x="1016000" y="508000"/>
          <a:ext cx="10160000" cy="584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42280628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图表 1">
            <a:extLst>
              <a:ext uri="{FF2B5EF4-FFF2-40B4-BE49-F238E27FC236}">
                <a16:creationId xmlns:a16="http://schemas.microsoft.com/office/drawing/2014/main" id="{4BA0474C-0DD4-DAB1-A91F-B83F4B8961D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71253108"/>
              </p:ext>
            </p:extLst>
          </p:nvPr>
        </p:nvGraphicFramePr>
        <p:xfrm>
          <a:off x="1016000" y="508000"/>
          <a:ext cx="10160000" cy="584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6679288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</Words>
  <Application>Microsoft Office PowerPoint</Application>
  <PresentationFormat>自定义</PresentationFormat>
  <Paragraphs>1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7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yijin zhou</dc:creator>
  <cp:lastModifiedBy>yijin zhou</cp:lastModifiedBy>
  <cp:revision>1</cp:revision>
  <dcterms:created xsi:type="dcterms:W3CDTF">2026-10-13T12:38:18Z</dcterms:created>
  <dcterms:modified xsi:type="dcterms:W3CDTF">2026-10-13T12:38:18Z</dcterms:modified>
</cp:coreProperties>
</file>