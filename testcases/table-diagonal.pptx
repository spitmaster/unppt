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21E1C1-615E-063C-A0C5-116227A33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A0508F2-5C9B-C77F-BAA8-0416A1C8A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921D6-2B77-BF62-B335-B559D7D4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900F0A-D7F4-A45A-46F8-553069B0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494B0-903B-8D69-6D96-9477C1511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166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2B7AE-64A1-52C2-E235-7DEAF853A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F9A003-DA91-1B74-894E-E1290C22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79E6A1-33D4-F2CC-B088-23CE8440B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A23A39-FA0A-6304-E629-3C0B3783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9535E-8F96-7D35-D68E-ED2883CC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06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A8271-5999-E3FE-CCF9-5FADDB201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27F86D-24ED-5058-6F94-765323F80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D7EF1E-EF47-B418-B37E-DF0281C8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C75792-0F8F-D8B7-FC05-ADEA5827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C2DF02-BA36-DC90-BBFA-616EB740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006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84E807-A60A-27B4-1639-EF30AC85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DE0621-02E0-795B-E615-DAD1E654FD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F96A3E-6FAF-BB25-8D72-AF2AB2A84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A88012-4A46-5BE9-B5A2-689CFDF69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4C9069-7B58-CB9B-E75D-1B82037A0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4299E4-64F3-3248-4AA6-ABA574E7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030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F41B1-1143-1397-81A0-3D6C7A36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E84D82-141F-DF74-7B20-16BB71242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7E547AF-5500-58A8-64A5-408667037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AF92A09-DD70-C249-CCD1-11A04F106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352984-6A8C-D590-24AF-6E4E61EC9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242199-3D4B-BDE1-6485-DE4A4439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DC516D3-52FB-9FF8-4FCA-C1841B6D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FA2A89-D7D6-F6B1-444F-BD633EFE6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129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494CF-4529-AE43-755B-914EAAAF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FF7935-545F-1CE0-A799-0B5B516F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DF3B08-7640-1668-2046-AC8A77077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5DCD3BB-4F1D-A237-8206-B50A037A0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391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D9805BB-52CA-2CB7-4384-0ADC22BC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29DFD4-6AA5-5963-01C0-7313D5C1A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34ECCC-2F0F-1DF3-3566-FB90B444C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142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8EFAB0-0481-D7DB-3D81-F30EDB7BF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65ACF7-930A-6BA1-309B-D5A1974B4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2D480C4-4707-C9B5-470A-9F49FAE27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E30C36-3831-FF5D-E95F-6D9811D87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F7B203-CB1F-92CA-B61E-76759417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84006A-4935-5F61-85CC-4C9B4A4F6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922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17D69F-5F79-E7AA-E9A4-A5FE79AB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67298A3-EBEC-A19E-3119-D3D003706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A2A269-86C8-34CC-1C56-ABDF0F9096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E00402-8B3D-632B-4181-AD0910B61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4157A4-D791-ADB6-9B6D-19527D140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9500A9-ED14-5990-07D9-DED62735F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51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EA4F4E-0E64-111A-7370-232531E6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CD70E2-95E3-E775-067B-8EF34F302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10D5B0-1C8B-D238-8B5E-7FFA7B3D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6F199-A36A-EAAE-731D-630FBB8EF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E66FB-6BC8-1480-A641-CE85B80F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25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51B1B4-2FDF-6152-5323-8A6546614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34C842-02D2-A464-A247-1F907EA66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FED00D-4F49-3A54-BF24-B81922A9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FA092C-D575-5872-F02A-C7AAE6DDA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752012-95A2-FBFB-5237-693275E91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654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F7A5AB-7B0D-1836-7542-1786B58F4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14D6F8-3909-F8ED-BC68-0C002AA54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FFA86-4CA6-9F3D-F97D-AF5F63AD95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76080-6CAB-4B69-B8CD-0B40907FAC16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63CC9-E55F-917B-D377-C7914E34D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EE9550-B98D-A596-BBC5-769A4CB26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C08A3-368F-4ACC-943E-C4E1F9BE05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89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74C9002-A584-D342-AC49-81A052741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23951"/>
              </p:ext>
            </p:extLst>
          </p:nvPr>
        </p:nvGraphicFramePr>
        <p:xfrm>
          <a:off x="762000" y="762000"/>
          <a:ext cx="10668000" cy="40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169247173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930647695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488922823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20557262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207701305"/>
                    </a:ext>
                  </a:extLst>
                </a:gridCol>
              </a:tblGrid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节次  星期</a:t>
                      </a:r>
                    </a:p>
                  </a:txBody>
                  <a:tcPr>
                    <a:lnTlToBr w="19050" cmpd="sng">
                      <a:solidFill>
                        <a:srgbClr val="000000"/>
                      </a:solidFill>
                      <a:prstDash val="soli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周一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周二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周三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周四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589222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1 </a:t>
                      </a:r>
                      <a:r>
                        <a:rPr lang="zh-CN" altLang="en-US"/>
                        <a:t>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411141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2 </a:t>
                      </a:r>
                      <a:r>
                        <a:rPr lang="zh-CN" altLang="en-US"/>
                        <a:t>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>
                    <a:lnBlToTr w="25400" cmpd="sng">
                      <a:solidFill>
                        <a:srgbClr val="C00000"/>
                      </a:solidFill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5718197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r>
                        <a:rPr lang="zh-CN" altLang="en-US"/>
                        <a:t>第 </a:t>
                      </a:r>
                      <a:r>
                        <a:rPr lang="en-US" altLang="zh-CN"/>
                        <a:t>3 </a:t>
                      </a:r>
                      <a:r>
                        <a:rPr lang="zh-CN" altLang="en-US"/>
                        <a:t>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数学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/>
                        <a:t>语文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305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0608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20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2026-10-13T07:33:38Z</dcterms:created>
  <dcterms:modified xsi:type="dcterms:W3CDTF">2026-10-13T07:33:38Z</dcterms:modified>
</cp:coreProperties>
</file>