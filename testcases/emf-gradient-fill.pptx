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20B20-A8B8-6FE1-9109-E16620CF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18101B-B7FE-78C4-0919-2FA0D5EA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0038E-139C-C18A-7014-A535D211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25963-DE3A-8957-C8A2-F0B95086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E77BEE-C3C4-9D68-C49A-C55E0216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31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4D877-A437-4626-0A3D-A32F5F5DD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D13E0E-6DD7-BC5D-9E04-39A03119F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7152EC-3C4F-A48C-4E7B-BEF766FB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39CF2-57CD-32DE-2294-61AFBC66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C49840-FD71-7A0B-EDE2-8CD9C93F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49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5DDF3-1DE0-B0B0-9ED0-E2F6178C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B721E2-9FED-7579-AD5A-ED5B9FCFA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1714D-38F2-518B-ECFC-24B1A119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02344B-4665-2492-B3CA-077B25053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BDB40E-387A-17C2-28FC-6E67AAFE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12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C80BD-4AE0-43BA-5AE2-0B4168152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5E6A8D-5891-4655-BB78-F369E97BA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DC461F-A130-AA04-F491-DF23F1A1D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92DF4F-3D51-A518-544C-36484F4E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3F1829-0B15-DC2C-1012-08B11913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96BDB-CD1D-0CAC-83AF-75EC7121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39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E98E0-AC41-11F2-A78C-F5916033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A5A0D3-81DC-9DA8-D853-722CF5096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C80D1C-22DF-3F73-3486-B1AE28D08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C90AF8-5A4D-43D0-AA0A-2A6BE77DC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7842D8-CE22-1935-6861-4BDB8E457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305F57-EE61-F4F7-68EC-492C421D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4FD5AF-99EF-9910-9AFA-C296A3BD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490DD9-5565-F2DA-36AD-B64E4A97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01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E6B1F-01C8-624A-1F26-FEE21A2D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162CB3-935F-0D4E-8636-542BC205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9753EA-E9C5-AD56-266D-32F50DCC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E71685-2897-A677-4FAF-B3F3ECA1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95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3F60DB-C01C-D773-CC46-2C330800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2055A0-464E-B86A-275D-8384C921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6F75B6-DD2D-5625-F7C3-9E89B9965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31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6C5E8-45CC-614D-2558-28C061B2A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9064F6-B69A-76C7-C7BE-A3DCB9A5B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46CD22-394B-48BB-B96C-4FA4B85FC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ABD537-49E6-6BE0-9509-D44525523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FC7CF-9B8D-3570-2C36-1E816178F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882394-8A74-99D0-E972-4F3A890E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90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29A61-49B8-C99E-8A25-13C175D23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8F7C0F-BAA8-166C-0E84-0602B38337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F55D3C-A2BA-8A0D-CA8D-0F01B46D7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C8595-A8AA-B125-1B4B-A770F1B64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CA4203-8233-62DF-5FC1-FD264A39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AC54BD-AE3F-5AF5-3927-AA7EF1D7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99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44760-EB73-0C31-2C28-08305215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EF2659-E9EB-346C-699A-5775E01D9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BD1F4B-CEF8-525D-7002-D4C96B01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A1AFD3-60E3-1778-1671-B8A06C13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C4065B-3064-9B6F-2784-31E74B26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012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0FAC95-B073-7D60-DFE0-273A517A9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336485-FBF1-AF65-22FB-C5CCB6D33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2B323-3103-5513-B11D-1B2B6C4C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8A61BE-A57D-CCF1-DFD4-A4DE0F91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851FBA-9EE4-4C20-A613-D6C73F57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37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899BDC-4508-74AE-2A36-78509D06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EC7D6F-27BD-FFD0-AB0F-5886D9C98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7D264-D451-1E19-8C69-455CFC192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719C9-15A9-4295-A217-4C1D56FFA521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5D3C87-E53F-1A74-D9E3-225C62627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7B9BB-E317-741C-0876-1EAA6DCF4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3CB91-75EA-48D4-B690-9A3FE78E5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00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7D32D1-6FEB-23DA-14E2-4A9C45AC501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668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9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2026-10-15T17:40:08Z</dcterms:created>
  <dcterms:modified xsi:type="dcterms:W3CDTF">2026-10-15T17:40:08Z</dcterms:modified>
</cp:coreProperties>
</file>