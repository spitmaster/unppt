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1BC04-580E-4152-892D-5B1E29A36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5DC980-179B-580B-D17D-74797C623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60A246-CF5D-A5BB-C6F6-A0CA8C209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9895DB-1463-AF82-A072-DA48CB84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842B6-BD48-A664-D080-672D7A83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23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D242-AF5B-3ED8-3ECE-065B726B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86538-3F99-4B72-B965-6458EC18B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1B2D67-E6FB-C289-2E59-2EC0EB34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C59DD7-0894-0472-F198-440F12B2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84DBD-3F20-EE16-A413-8E0A44AF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246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790B1-775D-EFC4-AFC1-B976D56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0B779D-3319-93B5-F9FA-EC175848F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FC3D05-8CC9-C9D9-AD3D-E94E150B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AACCE-2A21-4030-BD91-B474ACEC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791ADB-1E38-9307-ABCC-F1C9C5C7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02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63CB6-4567-CA58-7209-1C830509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507C11-5E38-275C-6073-3D318097A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DC1346-543E-7AFB-447C-D58A1E98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51C1D-2505-D516-9BAE-AB1A01C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9C3894-7492-190F-E242-05B80E25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E9EBF3-5545-4E7A-76F3-A40B0BF4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80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F14C0-F6BF-2863-B931-A23D351B8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690A0D-7ECF-E4D5-392E-D211E5AE7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12C05C-C7CF-3075-BFA3-369BD07A1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9FD500-CB22-E6B5-B033-21C08C219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CCAF4-585A-78C8-8A03-3DB5D90C00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515009-42C4-12FE-AB02-EB6E5A79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03F051-B114-BAAE-DEE2-C83EEAE1F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A530D0-FC33-86B0-8E89-BA16A628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57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4D1954-34C5-BF59-3734-007F5F02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26B73F-6629-C8FD-9CF0-6B6CA0D2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08CBF7F-D6EF-7C45-A14D-A36232B83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7F6CA0-782D-7CFD-6913-E42E67C6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3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2E80A0-1B53-BB58-CF60-60CC97E1F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402A20-F9F4-C2A8-B0AF-CFCA44912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AAAEC3-CB8B-D5F1-2397-64D1235D0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30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A2C6DD-33CB-F953-7098-4A0C2BEDF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111A3-10E0-587A-4032-6186F1D00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6BCA1-11C8-A356-CD79-C15B82614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BD5D42-38C5-27EB-2627-40B16306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1DA185-E56F-CBFF-77E3-9AEAAF5C9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3AC90F-0A86-3954-4C10-1B1866C12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456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217B1-DE56-B20B-E5FA-6D4D3BAE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0B68AB-D509-02DF-B64B-00F56D8A8D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5B18A0-2FFF-12E8-B652-CDFEF34A8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B44A41-CFE1-F71D-27BA-8FDB025AB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A16CD2-3FF2-2498-5794-04E758A3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A3BF7-23F6-D31D-8D93-AC9D1DA3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10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89BA8-85E7-8AB2-3211-49C57A5C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A5E73A-FEF5-48EF-5C2E-F3F22ECCD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7BE38-FF5E-FF3D-0992-8179C38B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6E5DF6-61D6-BD11-9B4E-C618CD68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E5AAC-4044-AA75-2C57-8A6832FFB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97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32E8DA-C9FB-1536-90DF-56974CA19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E0E8A1-5516-7F93-8720-267179AE9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D4944-4E74-F68A-3FD6-679E7F5C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CAC83-D634-8320-D2A7-AC13F2F4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692C-61C0-6428-2BFE-E2583604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399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C0C2A75-20F3-774A-059B-0331A206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3105EB-8F54-C3EC-781B-D9845F710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73F304-BA48-26CC-898F-A9F655433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0480A-B32E-4D2D-931B-8269F2F7D843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CEEF44-58C9-EDB2-0B3A-1768A4DA8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3652C-6112-D540-939B-B04AACEF3C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96B12-BBD6-495B-8544-80D7A8B27A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93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2DD298-80DA-F71D-0312-5A24DA1074E1}"/>
              </a:ext>
            </a:extLst>
          </p:cNvPr>
          <p:cNvSpPr txBox="1"/>
          <p:nvPr/>
        </p:nvSpPr>
        <p:spPr>
          <a:xfrm>
            <a:off x="508000" y="381000"/>
            <a:ext cx="533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800"/>
              </a:spcAft>
            </a:pPr>
            <a:r>
              <a:rPr lang="zh-CN" altLang="en-US" sz="2000">
                <a:latin typeface="Microsoft YaHei" panose="020B0503020204020204" pitchFamily="34" charset="-122"/>
              </a:rPr>
              <a:t>第一段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第二段文字较长一些会折行显示出来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第三段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98B59D-4FAB-C5DF-6994-F37E04D9E7A2}"/>
              </a:ext>
            </a:extLst>
          </p:cNvPr>
          <p:cNvSpPr txBox="1"/>
          <p:nvPr/>
        </p:nvSpPr>
        <p:spPr>
          <a:xfrm>
            <a:off x="6223000" y="381000"/>
            <a:ext cx="533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1800"/>
              </a:spcAft>
            </a:pPr>
            <a:r>
              <a:rPr lang="zh-CN" altLang="en-US" sz="2000">
                <a:latin typeface="Microsoft YaHei" panose="020B0503020204020204" pitchFamily="34" charset="-122"/>
              </a:rPr>
              <a:t>第一段</a:t>
            </a:r>
            <a:r>
              <a:rPr lang="en-US" altLang="zh-CN" sz="2000">
                <a:latin typeface="Microsoft YaHei" panose="020B0503020204020204" pitchFamily="34" charset="-122"/>
              </a:rPr>
              <a:t>
</a:t>
            </a:r>
            <a:r>
              <a:rPr lang="zh-CN" altLang="en-US" sz="2000">
                <a:latin typeface="Microsoft YaHei" panose="020B0503020204020204" pitchFamily="34" charset="-122"/>
              </a:rPr>
              <a:t>第二段文字较长一些会折行显示出来</a:t>
            </a:r>
            <a:r>
              <a:rPr lang="en-US" altLang="zh-CN" sz="2000">
                <a:latin typeface="Microsoft YaHei" panose="020B0503020204020204" pitchFamily="34" charset="-122"/>
              </a:rPr>
              <a:t>
</a:t>
            </a:r>
            <a:r>
              <a:rPr lang="zh-CN" altLang="en-US" sz="2000">
                <a:latin typeface="Microsoft YaHei" panose="020B0503020204020204" pitchFamily="34" charset="-122"/>
              </a:rPr>
              <a:t>第三段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556128-644E-BBAE-2345-08B63FE00C15}"/>
              </a:ext>
            </a:extLst>
          </p:cNvPr>
          <p:cNvSpPr txBox="1"/>
          <p:nvPr/>
        </p:nvSpPr>
        <p:spPr>
          <a:xfrm>
            <a:off x="508000" y="3556000"/>
            <a:ext cx="533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81000" indent="-381000">
              <a:buFont typeface="+mj-lt"/>
              <a:buChar char="•"/>
            </a:pPr>
            <a:r>
              <a:rPr lang="zh-CN" altLang="en-US" sz="2000">
                <a:latin typeface="Microsoft YaHei" panose="020B0503020204020204" pitchFamily="34" charset="-122"/>
              </a:rPr>
              <a:t>第一段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第二段文字较长一些会折行显示出来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第三段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5090EF-73D1-C13A-947B-9A7279DED620}"/>
              </a:ext>
            </a:extLst>
          </p:cNvPr>
          <p:cNvSpPr txBox="1"/>
          <p:nvPr/>
        </p:nvSpPr>
        <p:spPr>
          <a:xfrm>
            <a:off x="6223000" y="3556000"/>
            <a:ext cx="533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sz="2000">
                <a:latin typeface="Microsoft YaHei" panose="020B0503020204020204" pitchFamily="34" charset="-122"/>
              </a:rPr>
              <a:t>第一段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第二段文字较长一些会折行显示出来</a:t>
            </a:r>
            <a:r>
              <a:rPr lang="en-US" altLang="zh-CN" sz="2000">
                <a:latin typeface="Microsoft YaHei" panose="020B0503020204020204" pitchFamily="34" charset="-122"/>
              </a:rPr>
              <a:t></a:t>
            </a:r>
            <a:r>
              <a:rPr lang="zh-CN" altLang="en-US" sz="2000">
                <a:latin typeface="Microsoft YaHei" panose="020B0503020204020204" pitchFamily="34" charset="-122"/>
              </a:rPr>
              <a:t>第三段</a:t>
            </a:r>
          </a:p>
        </p:txBody>
      </p:sp>
    </p:spTree>
    <p:extLst>
      <p:ext uri="{BB962C8B-B14F-4D97-AF65-F5344CB8AC3E}">
        <p14:creationId xmlns:p14="http://schemas.microsoft.com/office/powerpoint/2010/main" val="381172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2026-10-20T13:35:40Z</dcterms:created>
  <dcterms:modified xsi:type="dcterms:W3CDTF">2026-10-20T13:35:40Z</dcterms:modified>
</cp:coreProperties>
</file>