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DE7CC2-060A-A6B7-3EF1-A586771BB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C1657E5-A4F8-E5C8-678A-FB48B8257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3C2BF6-B163-0CB4-469C-B10164370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CAD6D-333D-4AE0-960B-F42CC173865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9F8E33-05CF-F3E6-EBDB-FEEE0FE8C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4615F2-6FE5-14E4-4732-196E6C322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D17-F482-4355-B26B-E64119B625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167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353E20-44E2-30E1-DF0A-AB99ECDF2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A8B5B2-3AAB-BC23-96BF-7EB0B6820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248E16-2867-55F7-9B30-5DCB82A5E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CAD6D-333D-4AE0-960B-F42CC173865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0835AF-5749-ED73-DF26-76D55D04B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A966ED-BD3E-E85D-29C9-5D1DA5CB3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D17-F482-4355-B26B-E64119B625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46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B2822D-175C-3C0C-F828-550AD2749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CB20D8-C639-9C6E-D4D5-49D89F295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7521E2-104F-D5E5-2473-D6ED90C65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CAD6D-333D-4AE0-960B-F42CC173865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202B02-6D93-95A8-C7E3-8DFB8F612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82BD15-13DC-C820-2297-15E4F5E1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D17-F482-4355-B26B-E64119B625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512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1FE16A-FBA9-F711-8FC8-E46576B82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70B2C4-4336-F710-4B2B-356AC742FC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5B5353-0D21-AEC4-FAEF-67F60BDFB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FF619B-4292-C510-0551-9BE190A4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CAD6D-333D-4AE0-960B-F42CC173865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80A36A-7489-4876-2780-6B977846A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8E3A02-2C43-2B08-65A1-DB9DA49E2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D17-F482-4355-B26B-E64119B625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385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0DB824-AE25-B5E9-DA85-3A5748737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B5B46-86F3-96BD-39BB-9B63E3ECA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F00F83-E226-A0CA-37EA-581147648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943140-B636-79D0-1BCD-211A2A9884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C9E811-65FE-9B1B-ADC9-3BFCC0A1E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DE3D534-041F-0149-0931-B81A7434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CAD6D-333D-4AE0-960B-F42CC173865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AEAAA3-693E-44D5-2196-11CDB817C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3C965C-A36B-0B8A-696A-32BEA24E8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D17-F482-4355-B26B-E64119B625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31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E4DCDD-E828-9B21-61F5-87369F8B2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D62D40-4319-52CE-5E69-8D9502CEE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CAD6D-333D-4AE0-960B-F42CC173865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12660E-0C0D-19C4-754F-9A32EDAF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5C8EDF-D78D-EDBB-81B4-A6F840A1C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D17-F482-4355-B26B-E64119B625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526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DF07A4D-8014-313F-E05D-CE8F3C648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CAD6D-333D-4AE0-960B-F42CC173865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22B8288-7F9D-1FD7-6F03-FB603584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954850-F3CF-A1AF-CE92-4F2E5BAF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D17-F482-4355-B26B-E64119B625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97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1088B7-CA53-548E-7170-41DE52AAE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D6F613-E211-B50D-E706-816315071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5B81A5-6968-1E26-6DC0-EA93C645A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E7441C-B1B7-26A3-4DEB-4EDCA891E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CAD6D-333D-4AE0-960B-F42CC173865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9DB9D6-65D7-D6F1-F65A-0340DAE6C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890B6E-913A-DFF9-F0AB-0E4845C70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D17-F482-4355-B26B-E64119B625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350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B6D5C-59B2-2BDB-4D4B-3B999161F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6B539F6-0D3E-8581-8D06-382E29F6B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7732FE-0211-6707-4C8E-E6830C1F6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017B51-50CB-69EA-B4DD-94514161F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CAD6D-333D-4AE0-960B-F42CC173865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639621-C3B6-D405-24C1-50573C773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D9855D-D78B-FC81-E2C9-A4274C5DF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D17-F482-4355-B26B-E64119B625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57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E686E5-9F39-6D1C-2617-3DDB49DCA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A42924-7F9F-95DD-012B-7F6CA06C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FDCDFE-2B42-2A00-1E8A-077D0BAD4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CAD6D-333D-4AE0-960B-F42CC173865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6BBD7F-4880-C1D5-1F22-DE5B026D1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28F61B-515E-A941-D49A-82E0B625A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D17-F482-4355-B26B-E64119B625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758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426FDF-6548-A34D-303F-77C0952006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EE9053-8483-CEE1-6687-0C87F4699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569970-0964-5008-36ED-285FC9019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CAD6D-333D-4AE0-960B-F42CC173865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E7FE3B-9AEF-FFBD-7036-DA2506D0A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61F643-BC84-118C-D8D9-934AB0402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CDD17-F482-4355-B26B-E64119B625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34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00EA5E-990D-8F68-AF1D-EB3AF7B1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02BF85-D872-5FD2-50BB-B6C6D7CF8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C4EC84-1228-3FA4-4B55-0E3BA69BB1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0CAD6D-333D-4AE0-960B-F42CC173865F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1F6632-8D5E-31D8-8D0A-AC1D54B1A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7A4D9E-F787-3361-3A8D-D7F2CBE6EA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4CDD17-F482-4355-B26B-E64119B625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808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6E3F9A4-E254-5CB8-BD29-F3C1091EE0DF}"/>
              </a:ext>
            </a:extLst>
          </p:cNvPr>
          <p:cNvSpPr txBox="1"/>
          <p:nvPr/>
        </p:nvSpPr>
        <p:spPr>
          <a:xfrm>
            <a:off x="254000" y="254000"/>
            <a:ext cx="311150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rIns="0" rtlCol="0">
            <a:spAutoFit/>
          </a:bodyPr>
          <a:lstStyle/>
          <a:p>
            <a:pPr algn="just" hangingPunct="1"/>
            <a:r>
              <a:rPr lang="zh-CN" altLang="en-US" sz="2400">
                <a:latin typeface="微软雅黑"/>
                <a:ea typeface="微软雅黑"/>
              </a:rPr>
              <a:t>一二三四五六七八九十甲乙丙丁戊己庚辛壬。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B46AE9-C53C-C051-74C1-41EE023A93E8}"/>
              </a:ext>
            </a:extLst>
          </p:cNvPr>
          <p:cNvSpPr txBox="1"/>
          <p:nvPr/>
        </p:nvSpPr>
        <p:spPr>
          <a:xfrm>
            <a:off x="6223000" y="254000"/>
            <a:ext cx="311150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rIns="0" rtlCol="0">
            <a:spAutoFit/>
          </a:bodyPr>
          <a:lstStyle/>
          <a:p>
            <a:pPr algn="just" hangingPunct="1"/>
            <a:r>
              <a:rPr lang="zh-CN" altLang="en-US" sz="2400">
                <a:latin typeface="微软雅黑"/>
                <a:ea typeface="微软雅黑"/>
              </a:rPr>
              <a:t>一二三四五六七八九十甲乙丙丁戊己庚辛壬癸。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051EDFD-9653-4022-8C1A-3B79751690D9}"/>
              </a:ext>
            </a:extLst>
          </p:cNvPr>
          <p:cNvSpPr txBox="1"/>
          <p:nvPr/>
        </p:nvSpPr>
        <p:spPr>
          <a:xfrm>
            <a:off x="254000" y="2794000"/>
            <a:ext cx="311150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rIns="0" rtlCol="0">
            <a:spAutoFit/>
          </a:bodyPr>
          <a:lstStyle/>
          <a:p>
            <a:pPr algn="just" hangingPunct="1"/>
            <a:r>
              <a:rPr lang="zh-CN" altLang="en-US" sz="2400">
                <a:latin typeface="微软雅黑"/>
                <a:ea typeface="微软雅黑"/>
              </a:rPr>
              <a:t>一二三四五六七八九十甲乙丙丁戊己。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733844-93F2-660E-358A-092AA2DD23C2}"/>
              </a:ext>
            </a:extLst>
          </p:cNvPr>
          <p:cNvSpPr txBox="1"/>
          <p:nvPr/>
        </p:nvSpPr>
        <p:spPr>
          <a:xfrm>
            <a:off x="6223000" y="2794000"/>
            <a:ext cx="311150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rIns="0" rtlCol="0">
            <a:spAutoFit/>
          </a:bodyPr>
          <a:lstStyle/>
          <a:p>
            <a:pPr algn="just" hangingPunct="1"/>
            <a:r>
              <a:rPr lang="zh-CN" altLang="en-US" sz="2400">
                <a:latin typeface="微软雅黑"/>
                <a:ea typeface="微软雅黑"/>
              </a:rPr>
              <a:t>一二三四五六七八九十甲乙丙丁戊己庚辛壬癸，子丑寅卯辰巳午未申酉，戌亥</a:t>
            </a:r>
          </a:p>
        </p:txBody>
      </p:sp>
    </p:spTree>
    <p:extLst>
      <p:ext uri="{BB962C8B-B14F-4D97-AF65-F5344CB8AC3E}">
        <p14:creationId xmlns:p14="http://schemas.microsoft.com/office/powerpoint/2010/main" val="2421833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2026-10-19T03:04:09Z</dcterms:created>
  <dcterms:modified xsi:type="dcterms:W3CDTF">2026-10-19T03:04:10Z</dcterms:modified>
</cp:coreProperties>
</file>