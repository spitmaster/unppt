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图表标题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Sheet1!$A$2:$A$7</c:f>
            </c:multiLvlStrRef>
          </c:cat>
          <c:val>
            <c:numRef>
              <c:f>Sheet1!$B$2:$B$7</c:f>
            </c:numRef>
          </c:val>
          <c:extLst>
            <c:ext xmlns:c16="http://schemas.microsoft.com/office/drawing/2014/chart" uri="{C3380CC4-5D6E-409C-BE32-E72D297353CC}">
              <c16:uniqueId val="{00000000-FA01-487A-AE9F-255350DF7CF5}"/>
            </c:ext>
          </c:extLst>
        </c:ser>
        <c:ser>
          <c:idx val="1"/>
          <c:order val="1"/>
          <c:tx>
            <c:strRef>
              <c:f>Sheet1!$C$1</c:f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Sheet1!$A$2:$A$7</c:f>
            </c:multiLvl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FA01-487A-AE9F-255350DF7CF5}"/>
            </c:ext>
          </c:extLst>
        </c:ser>
        <c:ser>
          <c:idx val="2"/>
          <c:order val="2"/>
          <c:tx>
            <c:strRef>
              <c:f>Sheet1!$D$1</c:f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Sheet1!$A$2:$A$7</c:f>
            </c:multiLvlStrRef>
          </c:cat>
          <c:val>
            <c:numRef>
              <c:f>Sheet1!$D$2:$D$7</c:f>
            </c:numRef>
          </c:val>
          <c:extLst>
            <c:ext xmlns:c16="http://schemas.microsoft.com/office/drawing/2014/chart" uri="{C3380CC4-5D6E-409C-BE32-E72D297353CC}">
              <c16:uniqueId val="{00000003-FA01-487A-AE9F-255350DF7C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22900255"/>
        <c:axId val="1322894015"/>
      </c:barChart>
      <c:catAx>
        <c:axId val="1322900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22894015"/>
        <c:crosses val="autoZero"/>
        <c:auto val="1"/>
        <c:lblAlgn val="ctr"/>
        <c:lblOffset val="100"/>
        <c:noMultiLvlLbl val="0"/>
      </c:catAx>
      <c:valAx>
        <c:axId val="13228940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22900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甲乙丙丁戊己</c:v>
                </c:pt>
                <c:pt idx="1">
                  <c:v>庚辛壬癸子丑</c:v>
                </c:pt>
                <c:pt idx="2">
                  <c:v>寅卯辰</c:v>
                </c:pt>
                <c:pt idx="3">
                  <c:v>巳午未申酉</c:v>
                </c:pt>
                <c:pt idx="4">
                  <c:v>戌亥甲乙丙</c:v>
                </c:pt>
                <c:pt idx="5">
                  <c:v>丁戊己庚辛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  <c:pt idx="4">
                  <c:v>53</c:v>
                </c:pt>
                <c:pt idx="5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FE-480C-8CF1-78F984C251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甲乙丙丁戊己</c:v>
                </c:pt>
                <c:pt idx="1">
                  <c:v>庚辛壬癸子丑</c:v>
                </c:pt>
                <c:pt idx="2">
                  <c:v>寅卯辰</c:v>
                </c:pt>
                <c:pt idx="3">
                  <c:v>巳午未申酉</c:v>
                </c:pt>
                <c:pt idx="4">
                  <c:v>戌亥甲乙丙</c:v>
                </c:pt>
                <c:pt idx="5">
                  <c:v>丁戊己庚辛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26</c:v>
                </c:pt>
                <c:pt idx="2">
                  <c:v>49</c:v>
                </c:pt>
                <c:pt idx="3">
                  <c:v>72</c:v>
                </c:pt>
                <c:pt idx="4">
                  <c:v>5</c:v>
                </c:pt>
                <c:pt idx="5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FE-480C-8CF1-78F984C251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770048"/>
        <c:axId val="35770528"/>
      </c:barChart>
      <c:catAx>
        <c:axId val="35770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5770528"/>
        <c:crosses val="autoZero"/>
        <c:auto val="1"/>
        <c:lblAlgn val="ctr"/>
        <c:lblOffset val="100"/>
        <c:noMultiLvlLbl val="0"/>
      </c:catAx>
      <c:valAx>
        <c:axId val="3577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5770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图表标题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甲乙丙丁戊己</c:v>
                </c:pt>
                <c:pt idx="1">
                  <c:v>庚辛壬癸子丑</c:v>
                </c:pt>
                <c:pt idx="2">
                  <c:v>寅卯辰</c:v>
                </c:pt>
                <c:pt idx="3">
                  <c:v>巳午未申酉</c:v>
                </c:pt>
                <c:pt idx="4">
                  <c:v>戌亥甲乙丙</c:v>
                </c:pt>
                <c:pt idx="5">
                  <c:v>丁戊己庚辛</c:v>
                </c:pt>
                <c:pt idx="6">
                  <c:v>壬癸子丑寅</c:v>
                </c:pt>
                <c:pt idx="7">
                  <c:v>卯辰巳</c:v>
                </c:pt>
                <c:pt idx="8">
                  <c:v>午未申酉戌亥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  <c:pt idx="4">
                  <c:v>53</c:v>
                </c:pt>
                <c:pt idx="5">
                  <c:v>90</c:v>
                </c:pt>
                <c:pt idx="6">
                  <c:v>27</c:v>
                </c:pt>
                <c:pt idx="7">
                  <c:v>64</c:v>
                </c:pt>
                <c:pt idx="8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DB-48F4-82DB-B2B122F89D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甲乙丙丁戊己</c:v>
                </c:pt>
                <c:pt idx="1">
                  <c:v>庚辛壬癸子丑</c:v>
                </c:pt>
                <c:pt idx="2">
                  <c:v>寅卯辰</c:v>
                </c:pt>
                <c:pt idx="3">
                  <c:v>巳午未申酉</c:v>
                </c:pt>
                <c:pt idx="4">
                  <c:v>戌亥甲乙丙</c:v>
                </c:pt>
                <c:pt idx="5">
                  <c:v>丁戊己庚辛</c:v>
                </c:pt>
                <c:pt idx="6">
                  <c:v>壬癸子丑寅</c:v>
                </c:pt>
                <c:pt idx="7">
                  <c:v>卯辰巳</c:v>
                </c:pt>
                <c:pt idx="8">
                  <c:v>午未申酉戌亥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</c:v>
                </c:pt>
                <c:pt idx="1">
                  <c:v>26</c:v>
                </c:pt>
                <c:pt idx="2">
                  <c:v>49</c:v>
                </c:pt>
                <c:pt idx="3">
                  <c:v>72</c:v>
                </c:pt>
                <c:pt idx="4">
                  <c:v>5</c:v>
                </c:pt>
                <c:pt idx="5">
                  <c:v>28</c:v>
                </c:pt>
                <c:pt idx="6">
                  <c:v>51</c:v>
                </c:pt>
                <c:pt idx="7">
                  <c:v>74</c:v>
                </c:pt>
                <c:pt idx="8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DB-48F4-82DB-B2B122F89D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22896895"/>
        <c:axId val="1322901215"/>
      </c:barChart>
      <c:catAx>
        <c:axId val="1322896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22901215"/>
        <c:crosses val="autoZero"/>
        <c:auto val="1"/>
        <c:lblAlgn val="ctr"/>
        <c:lblOffset val="100"/>
        <c:noMultiLvlLbl val="0"/>
      </c:catAx>
      <c:valAx>
        <c:axId val="13229012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228968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图表标题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1940298507462686"/>
          <c:y val="0.31067961165048541"/>
          <c:w val="0.85970149253731343"/>
          <c:h val="0.375510282088525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甲乙丙丁戊己</c:v>
                </c:pt>
                <c:pt idx="1">
                  <c:v>庚辛壬癸子丑</c:v>
                </c:pt>
                <c:pt idx="2">
                  <c:v>寅卯辰</c:v>
                </c:pt>
                <c:pt idx="3">
                  <c:v>巳午未申酉</c:v>
                </c:pt>
                <c:pt idx="4">
                  <c:v>戌亥甲乙丙</c:v>
                </c:pt>
                <c:pt idx="5">
                  <c:v>丁戊己庚辛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42</c:v>
                </c:pt>
                <c:pt idx="2">
                  <c:v>79</c:v>
                </c:pt>
                <c:pt idx="3">
                  <c:v>16</c:v>
                </c:pt>
                <c:pt idx="4">
                  <c:v>53</c:v>
                </c:pt>
                <c:pt idx="5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A5-4245-AD73-25128E2E18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甲乙丙丁戊己</c:v>
                </c:pt>
                <c:pt idx="1">
                  <c:v>庚辛壬癸子丑</c:v>
                </c:pt>
                <c:pt idx="2">
                  <c:v>寅卯辰</c:v>
                </c:pt>
                <c:pt idx="3">
                  <c:v>巳午未申酉</c:v>
                </c:pt>
                <c:pt idx="4">
                  <c:v>戌亥甲乙丙</c:v>
                </c:pt>
                <c:pt idx="5">
                  <c:v>丁戊己庚辛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26</c:v>
                </c:pt>
                <c:pt idx="2">
                  <c:v>49</c:v>
                </c:pt>
                <c:pt idx="3">
                  <c:v>72</c:v>
                </c:pt>
                <c:pt idx="4">
                  <c:v>5</c:v>
                </c:pt>
                <c:pt idx="5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FA5-4245-AD73-25128E2E1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5774368"/>
        <c:axId val="35762848"/>
      </c:barChart>
      <c:catAx>
        <c:axId val="35774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5762848"/>
        <c:crosses val="autoZero"/>
        <c:auto val="1"/>
        <c:lblAlgn val="ctr"/>
        <c:lblOffset val="100"/>
        <c:noMultiLvlLbl val="0"/>
      </c:catAx>
      <c:valAx>
        <c:axId val="35762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5774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7775D-FCB0-D7C7-1458-C19BA5CD9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EB79E2-7295-0891-538D-960D24BF1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3D87C6-2D4C-DDE7-B335-039C888F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4D20E7-726E-D8C8-8281-D95110A39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5CE68D-2AD4-7ADE-0695-AFA5601F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2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C6EAE-5EF2-B5CD-E1A9-053AE8F9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59C1FA-6041-2B21-19D9-9D4FA43F7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19E34C-E2A7-6C0D-9E9B-4936A30BC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EB52B5-2184-7A46-774B-8BC560A4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9B1F85-3A0B-F278-03D4-FADD5BF0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93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035A0-F597-137D-1F8E-65E78F0E3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AFF1F5-84E0-E61D-2264-0AEB1C003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DFE25-1C37-B8D6-4364-A0DDD81FA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35E1B5-B0CD-6189-399C-10D221D57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C019C-1737-BF2E-0A08-21CA25E2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298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6BF5AE-2313-DB52-6B2F-4A2382AC1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8C0048-1539-E278-563F-CD09F5725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440AD4-79FC-3AA9-EBA3-A51882785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F3E93F-EDDE-2B14-BB02-E2B13EA0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3BD1C4-C864-0B1F-F53D-F0A3C431E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35A51-9D1A-9E12-FAD7-039D0A3B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2300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400E2-1167-C444-C2EC-C4B69BD64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3BF1C4-4092-F75E-7B67-E0ED66F7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67D898-0C22-C57C-B85C-0F7B8D016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7B59B7-CD9A-1012-AEF6-744887F10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ECC7CB-0713-80F0-AA96-291A2DD46E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37F61A-EA85-2D94-A588-DD7C34F1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9993C8-72B2-8618-B17A-6CE66417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B70C40B-AB2E-D911-AE3A-A25BFB55A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103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94959-2493-B09C-16DB-D4871A02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7A31367-F81F-C3EA-FD5A-5D096975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E8CE46-AED2-3F02-2728-750D245B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63CFCB-2718-C34D-8622-F165C606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3488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1EED2B9-9F1D-44B5-486F-BB8313247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1A68072-F33C-5BD9-C49B-EDB47183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A166B7-66D9-25F0-B510-9F5F1B18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965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2D590-E683-C7F4-F087-A36C62DB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7A41F2-BD8D-0CB9-D41B-6EE2B3FA4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9293DC-583F-FD06-51AE-1F33D867F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D0FC8F-5F83-132E-E8CE-C5183489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2843CF-F09E-52E4-D34F-F1B1501CB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3E861D-B030-BED1-5ADB-9A1AEBC2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2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176652-0B8E-00C7-1A0A-8E713446F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B0809E-001E-A3F9-A6BD-64A019C75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7FAEBF-5D45-B692-40B9-4E6B26A3C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1196BC-ECEE-D44F-7279-C9260D7C0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D38373B-38E4-B12B-6768-B79186BC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ECFB7C-9A58-25C4-0407-073A6C06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768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C23E6-BED2-BFC5-1110-A60C0EA32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9D1815-3EC9-FEC6-D21F-4248F2801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70786F-3CDC-6500-71C9-58FAD2A1A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411649-614A-3093-DA95-9E1615C72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7E6AF9-0FF1-A6D8-3D99-709A4A9FD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43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BBC98-5D47-1624-4884-7E8DF51BE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C24C32-E91E-C332-7B66-9192FC24E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A86135-8AD4-EF62-2BF5-546CA3EF1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618B7-31CF-AC6C-1845-4FEF85D2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5C249B-8EAF-8FDD-947A-10DDAAA7B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82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93E954F-5405-E199-95CC-E1E2EB872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229443-B59B-2F2C-2FB8-6DBCB18B4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F464C6-2C79-C0BF-31D2-D6FEFB2DB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4D79B-6FB4-4B9F-B149-88D01B25A5DA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32D672-538B-FA8E-A120-09969A0D14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EAD735-6912-B5C0-2A21-9536A1B73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89AB0-3687-475A-8CA1-E87A6689A1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503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99E37D38-D059-27AA-36B7-CB79F62E96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7024031"/>
              </p:ext>
            </p:extLst>
          </p:nvPr>
        </p:nvGraphicFramePr>
        <p:xfrm>
          <a:off x="127000" y="127000"/>
          <a:ext cx="4254500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E19C2398-BED6-7282-E3BE-CC39B887FE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1328900"/>
              </p:ext>
            </p:extLst>
          </p:nvPr>
        </p:nvGraphicFramePr>
        <p:xfrm>
          <a:off x="6096000" y="127000"/>
          <a:ext cx="4254500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E591FE5B-3C16-89B9-AEB1-52922983A5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1617225"/>
              </p:ext>
            </p:extLst>
          </p:nvPr>
        </p:nvGraphicFramePr>
        <p:xfrm>
          <a:off x="127000" y="3429000"/>
          <a:ext cx="4254500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D7A18482-C7DA-1BCC-23BF-EE1C9B20C5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840220"/>
              </p:ext>
            </p:extLst>
          </p:nvPr>
        </p:nvGraphicFramePr>
        <p:xfrm>
          <a:off x="6096000" y="3429000"/>
          <a:ext cx="4254500" cy="261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458801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自定义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2026-10-17T10:13:55Z</dcterms:created>
  <dcterms:modified xsi:type="dcterms:W3CDTF">2026-10-17T10:13:55Z</dcterms:modified>
</cp:coreProperties>
</file>