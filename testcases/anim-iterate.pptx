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6ADFA2-A0F0-208B-89F1-0E466B196D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898FE7E-066D-3F15-A881-CA97E3DFD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5D6C5B-08B2-41D5-B368-A20941B82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B5742-C37E-48F0-910D-6A3A2CFD6CE0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9A6251-9A28-CDE6-3770-25BA2B3CC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FD3718-CFF7-08DC-8783-99B860288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A98F-8588-488E-952A-0072929B9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483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7701FC-FB1D-606C-0647-B19B7E538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959E2E-0620-A3E2-9555-C21C97D4F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756CDD-233C-0489-A201-86E6B255A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B5742-C37E-48F0-910D-6A3A2CFD6CE0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536493-0724-603D-AA4F-A4301EA1E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801AE7-B41E-DD0D-E560-0C7892AD4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A98F-8588-488E-952A-0072929B9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927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1229E-B85A-4A3E-58BB-2BDB888AB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4E7B1C-7474-EA8E-3ADE-C9FEF5FFC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8FCD93-2916-7DAD-3438-CEACC3DAE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B5742-C37E-48F0-910D-6A3A2CFD6CE0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554A04-2E09-36A1-4505-ECFE9C386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E4944C-3466-EAB1-DF99-B899ED68A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A98F-8588-488E-952A-0072929B9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239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3EBA63-1321-5B9E-791D-E485AF5F1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AC7244-1F1B-78DD-FB8C-5A7F3B3405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D24813-3217-3A1B-60F2-DDBA9F6381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15B964-1535-22D2-E301-E0395E2D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B5742-C37E-48F0-910D-6A3A2CFD6CE0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6E01D5-3F74-8820-1950-5F5D3B3FA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12A461-1951-4068-4CAD-A44E8547F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A98F-8588-488E-952A-0072929B9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696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4E40EE-DB13-6919-21E1-B35690AEB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B2D0BE-61A0-4207-6305-D1E14A693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57A031-6A66-B831-8277-F8B50BCA6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7C70DC1-2542-FE81-3625-E10BB1D97B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287DBB9-30CA-E997-109A-A125E79913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7FA2A93-77A9-5FC4-1D80-210C02C67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B5742-C37E-48F0-910D-6A3A2CFD6CE0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4265876-9E9D-11CB-430A-814A76A3B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AE88CE-C776-43E6-FE3C-2C586B2FC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A98F-8588-488E-952A-0072929B9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403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15A55F-6476-8B86-7344-0F630183E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AA92E8C-5CA2-C769-B3D7-91FA93B54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B5742-C37E-48F0-910D-6A3A2CFD6CE0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7E7BA4A-C814-8C12-FD08-CD8698ED9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A4697C-92D0-8EDD-D6EE-2650F339F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A98F-8588-488E-952A-0072929B9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876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AAB2DF1-728E-226E-839D-0BB880EBE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B5742-C37E-48F0-910D-6A3A2CFD6CE0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582F062-DABF-EE82-EE47-68E797DD5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D93657-1170-BEE2-41EF-638E41106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A98F-8588-488E-952A-0072929B9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78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C4A8EB-98DC-C259-B6ED-B9BE1D1FD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D33388-D951-79AB-A01A-B8A8CA51F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01014D-341E-9D3F-4CD0-4BDC422C5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6D9131-7DFB-99AE-FD61-E5C776580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B5742-C37E-48F0-910D-6A3A2CFD6CE0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9E9CAB-5947-88F0-4A2B-1D286158F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860923-C6AB-065F-D3CA-0CAAF64DB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A98F-8588-488E-952A-0072929B9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455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BE1EC8-9160-BB5E-386B-515D234DB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261F24-D204-CD5A-F086-183D9743AE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A9C93A-E988-04FC-A750-6833E4D55A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7CFB45-55FD-7343-D5E2-90F25D71A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B5742-C37E-48F0-910D-6A3A2CFD6CE0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264BA9-09D2-4B69-E1A9-9EE92B0EF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224EF0-F23E-BE13-88C8-E9439BA07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A98F-8588-488E-952A-0072929B9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429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1C1448-B996-CC05-CCA0-3DF1B33EB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58FB64-13C3-EEB6-01FB-D9D78E665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98A68A-E309-5D26-08CA-8D7A6FE71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B5742-C37E-48F0-910D-6A3A2CFD6CE0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30A000-7DAE-90B5-8E90-F37022369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F64E5D-81C6-CD61-040C-C895B2EFA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A98F-8588-488E-952A-0072929B9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231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D11B118-0D14-8990-D30E-761E8A10ED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8553CC-BBD0-E5AC-3957-354E270C8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F6F4E7-96ED-C527-29D8-05FEF354D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B5742-C37E-48F0-910D-6A3A2CFD6CE0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AE15CE-7439-834E-0DD2-547355E0A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568214-2C99-03D3-9457-5C600C068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A98F-8588-488E-952A-0072929B9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581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D08179F-7DF6-1802-A41B-A919B62AE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50298E-F7ED-C30A-6AA1-E73B6D790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B26B08-84E9-C05B-C73F-6D93947983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6B5742-C37E-48F0-910D-6A3A2CFD6CE0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676008-05AC-6B78-35EC-59E093E690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947DD2-F0EB-7FF9-BA86-8365576E9A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ECA98F-8588-488E-952A-0072929B9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807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235CC27-8736-CBD1-190B-C8779181ED31}"/>
              </a:ext>
            </a:extLst>
          </p:cNvPr>
          <p:cNvSpPr txBox="1"/>
          <p:nvPr/>
        </p:nvSpPr>
        <p:spPr>
          <a:xfrm>
            <a:off x="762000" y="762000"/>
            <a:ext cx="1016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/>
              <a:t>逐字淡入 </a:t>
            </a:r>
            <a:r>
              <a:rPr lang="en-US" altLang="zh-CN" sz="3200"/>
              <a:t>Letter by letter</a:t>
            </a:r>
            <a:endParaRPr lang="zh-CN" altLang="en-US" sz="32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1417888-23A9-0103-D132-FD9856C32F1D}"/>
              </a:ext>
            </a:extLst>
          </p:cNvPr>
          <p:cNvSpPr txBox="1"/>
          <p:nvPr/>
        </p:nvSpPr>
        <p:spPr>
          <a:xfrm>
            <a:off x="762000" y="2159000"/>
            <a:ext cx="1016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/>
              <a:t>逐词出现 </a:t>
            </a:r>
            <a:r>
              <a:rPr lang="en-US" altLang="zh-CN" sz="3200"/>
              <a:t>Word by word</a:t>
            </a:r>
            <a:endParaRPr lang="zh-CN" altLang="en-US" sz="32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5F69CD-268D-70E5-FD8E-496C0FDE2FCD}"/>
              </a:ext>
            </a:extLst>
          </p:cNvPr>
          <p:cNvSpPr txBox="1"/>
          <p:nvPr/>
        </p:nvSpPr>
        <p:spPr>
          <a:xfrm>
            <a:off x="762000" y="3556000"/>
            <a:ext cx="1016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/>
              <a:t>逐字飞入 </a:t>
            </a:r>
            <a:r>
              <a:rPr lang="en-US" altLang="zh-CN" sz="3200"/>
              <a:t>Fly letters</a:t>
            </a:r>
            <a:endParaRPr lang="zh-CN" altLang="en-US" sz="32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F3DF10-6A8C-E2F2-36D6-B2A5E272999D}"/>
              </a:ext>
            </a:extLst>
          </p:cNvPr>
          <p:cNvSpPr txBox="1"/>
          <p:nvPr/>
        </p:nvSpPr>
        <p:spPr>
          <a:xfrm>
            <a:off x="762000" y="4953000"/>
            <a:ext cx="1016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/>
              <a:t>逐字退出 </a:t>
            </a:r>
            <a:r>
              <a:rPr lang="en-US" altLang="zh-CN" sz="3200"/>
              <a:t>Exit letters</a:t>
            </a:r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552823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自定义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2026-10-12T14:19:01Z</dcterms:created>
  <dcterms:modified xsi:type="dcterms:W3CDTF">2026-10-12T14:19:01Z</dcterms:modified>
</cp:coreProperties>
</file>