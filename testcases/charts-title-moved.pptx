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标题文字测试</a:t>
            </a:r>
          </a:p>
        </c:rich>
      </c:tx>
      <c:layout>
        <c:manualLayout>
          <c:xMode val="edge"/>
          <c:yMode val="edge"/>
          <c:x val="3.1818181818181815E-2"/>
          <c:y val="3.59999999999999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98-4E3D-830C-B1A23C23A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0438879"/>
        <c:axId val="1110436959"/>
      </c:barChart>
      <c:catAx>
        <c:axId val="11104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0436959"/>
        <c:crosses val="autoZero"/>
        <c:auto val="1"/>
        <c:lblAlgn val="ctr"/>
        <c:lblOffset val="100"/>
        <c:noMultiLvlLbl val="0"/>
      </c:catAx>
      <c:valAx>
        <c:axId val="1110436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0438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标题文字测试</a:t>
            </a:r>
          </a:p>
        </c:rich>
      </c:tx>
      <c:layout>
        <c:manualLayout>
          <c:xMode val="edge"/>
          <c:yMode val="edge"/>
          <c:x val="0.46363636363636362"/>
          <c:y val="0.536000000000000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CA-4191-BE7A-FD4F9A3780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5406463"/>
        <c:axId val="1845395423"/>
      </c:barChart>
      <c:catAx>
        <c:axId val="1845406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5395423"/>
        <c:crosses val="autoZero"/>
        <c:auto val="1"/>
        <c:lblAlgn val="ctr"/>
        <c:lblOffset val="100"/>
        <c:noMultiLvlLbl val="0"/>
      </c:catAx>
      <c:valAx>
        <c:axId val="1845395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5406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/>
              <a:t>标题文字测试</a:t>
            </a:r>
          </a:p>
        </c:rich>
      </c:tx>
      <c:layout>
        <c:manualLayout>
          <c:xMode val="edge"/>
          <c:yMode val="edge"/>
          <c:x val="7.7272727272727271E-2"/>
          <c:y val="0.415999999999999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80-4CD6-9827-B22FACE37C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5402623"/>
        <c:axId val="1845395903"/>
      </c:barChart>
      <c:catAx>
        <c:axId val="1845402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5395903"/>
        <c:crosses val="autoZero"/>
        <c:auto val="1"/>
        <c:lblAlgn val="ctr"/>
        <c:lblOffset val="100"/>
        <c:noMultiLvlLbl val="0"/>
      </c:catAx>
      <c:valAx>
        <c:axId val="184539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5402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标题文字测试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A8-4C0C-B4C2-1F92DDA44B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2505887"/>
        <c:axId val="1852512127"/>
      </c:barChart>
      <c:catAx>
        <c:axId val="185250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2512127"/>
        <c:crosses val="autoZero"/>
        <c:auto val="1"/>
        <c:lblAlgn val="ctr"/>
        <c:lblOffset val="100"/>
        <c:noMultiLvlLbl val="0"/>
      </c:catAx>
      <c:valAx>
        <c:axId val="1852512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2505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1C122-206E-392C-FAEB-AB36AE2D8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C39485-EF18-23EF-B319-C4345C72F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676B33-B3E7-8D72-06DC-9C97767A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503CA-4426-7593-018F-B5BBAB62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E4294C-38F2-DF44-BCBF-387CC584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02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2C966-9E60-139F-86A5-77C428D4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9DCCB-967C-1D53-8AA1-11F32E794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8922E6-A832-FFEB-39BB-19506AC0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72448-CD8F-F958-3BCC-9BDE14DC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680CA2-D94B-D1DE-518D-04541B34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66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CC489-B4C2-CEA0-510E-F295EAD9C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53B4A1-C1FA-1552-6114-EE395701C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46083-6270-D645-5B4D-6CD9CBC44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807E52-14D1-434D-7D53-AD19A67E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E7147E-0DD7-9109-87DF-88FDF3EA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6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99F06-7815-0900-1E26-EADD55C5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1CB57-BEEE-A4A2-EB17-DDAD842CB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1733BE-8C7F-E8D7-1DCF-CB7ED9237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FEE031-85BD-428A-EAD0-FB42851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3CFDD8-9491-55A5-ADD3-26B2B43C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4097D6-3BC7-EFCF-91BE-8FAF0E04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56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C256E-7DAB-2014-5C43-4CC8BDA4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A97FC1-C705-7760-E546-D3CF748A6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E44684-1F63-B2EF-B0F2-5004071D4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D73B7F-F62D-FE64-542A-92630BA06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5A54BF-A9DD-6CFB-D75B-1F3186862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487678-2825-4BA4-F098-45F3C0C5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E3C78C-7480-F9BE-A985-246B0AA4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D09CA9-95C5-F623-CB08-E732C17F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70AD3-09D6-B63B-B530-D3BB8394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6AD63E-8F3F-23A0-A999-4DC406164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E066F2-4B05-C939-7378-D9970ADF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A74E51-1C38-301C-2D91-32756407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FD07F0-0055-455F-A453-EE6693AC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18C48D-8D57-D6F9-31F7-B9EF458F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812609-89AD-C028-7503-A7A07D01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2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8A9F4-B38D-82F2-C36F-35841263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F6A9D-265F-A56E-C9BD-724890098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11FD96-6421-C7CF-D419-B557B1856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1950CF-8DDF-11A1-1F41-F68B04A8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82DFC6-9A3E-65C8-58D7-28DA7701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77E800-FF29-AAA7-9DAC-14494E74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34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9D896-0EEA-8603-505E-4614801D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7269FC-D9E6-86B9-A93D-C5FDE531F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74A8A1-5996-0CAB-E26B-53B46D1B2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84E99B-9896-587C-CA0B-A9DA65BC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D0ED43-C929-DDB4-2711-24DAC088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74BF7E-9D4A-FF7B-CF96-A896D8DA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84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AE31B-FE65-C56E-3E9F-F06AC0E6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B88223-9757-1C80-AB62-CF98B2D58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D072D-1E93-43F9-CA76-83F4A4ED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6056B-80B1-76DD-66A5-E070D8BA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BD36B-BDFB-FB49-4694-4049F334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2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022A09-F93A-7C42-017D-3A4647D22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60EBB7-1A2B-5673-434B-45A963034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9651B-5896-57CB-16DD-613A0183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111FD-63DF-3CDC-4464-707C200D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F6FE8-DA0A-5B43-3704-0001D238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57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91E5A6-D11A-04F5-7418-279029870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7C8AB-8AF7-B653-00B9-FACF99908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F9121-F88A-F5D0-3610-0D4C0DD4C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E7300-DEB0-41F0-8F94-5111836FBB3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72E330-E982-C49A-920B-B7E3AA181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35B74F-0F08-7E37-2AA3-A3FDA823E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CE2EC-CD47-4C46-A972-CA676390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0B0FCB7-8B26-2301-E834-4570FF760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819401"/>
              </p:ext>
            </p:extLst>
          </p:nvPr>
        </p:nvGraphicFramePr>
        <p:xfrm>
          <a:off x="127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AED5A6BF-E8CE-30B0-9AB0-B38B426314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987316"/>
              </p:ext>
            </p:extLst>
          </p:nvPr>
        </p:nvGraphicFramePr>
        <p:xfrm>
          <a:off x="6096000" y="127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6D94C164-8470-4330-92C1-DD0F5B58F7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4209177"/>
              </p:ext>
            </p:extLst>
          </p:nvPr>
        </p:nvGraphicFramePr>
        <p:xfrm>
          <a:off x="127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4342A477-1B12-F466-2F09-4A91AD8009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3480219"/>
              </p:ext>
            </p:extLst>
          </p:nvPr>
        </p:nvGraphicFramePr>
        <p:xfrm>
          <a:off x="6096000" y="3429000"/>
          <a:ext cx="5588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60455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2026-10-19T03:27:48Z</dcterms:created>
  <dcterms:modified xsi:type="dcterms:W3CDTF">2026-10-19T03:27:48Z</dcterms:modified>
</cp:coreProperties>
</file>