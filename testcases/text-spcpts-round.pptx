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3EFF-81ED-4B26-1BBE-7653E13F81D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E782B4E-40EC-FFF9-DC4C-94D59ADC05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1DE409F-F943-D004-0075-ACADC1936780}"/>
              </a:ext>
            </a:extLst>
          </p:cNvPr>
          <p:cNvSpPr>
            <a:spLocks noGrp="1"/>
          </p:cNvSpPr>
          <p:nvPr>
            <p:ph type="dt" sz="half" idx="10"/>
          </p:nvPr>
        </p:nvSpPr>
        <p:spPr/>
        <p:txBody>
          <a:bodyPr/>
          <a:lstStyle/>
          <a:p>
            <a:fld id="{FD14BEFE-E52D-4B43-B1ED-DA72F16F05B3}"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DE245D4B-220C-ED23-5BB5-242160E262A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9F5369-093A-DB0E-1169-7F3A9F8B8DDD}"/>
              </a:ext>
            </a:extLst>
          </p:cNvPr>
          <p:cNvSpPr>
            <a:spLocks noGrp="1"/>
          </p:cNvSpPr>
          <p:nvPr>
            <p:ph type="sldNum" sz="quarter" idx="12"/>
          </p:nvPr>
        </p:nvSpPr>
        <p:spPr/>
        <p:txBody>
          <a:bodyPr/>
          <a:lstStyle/>
          <a:p>
            <a:fld id="{F8778DA3-8084-49AC-A53E-000A910FA40B}" type="slidenum">
              <a:rPr lang="zh-CN" altLang="en-US" smtClean="0"/>
              <a:t>‹#›</a:t>
            </a:fld>
            <a:endParaRPr lang="zh-CN" altLang="en-US"/>
          </a:p>
        </p:txBody>
      </p:sp>
    </p:spTree>
    <p:extLst>
      <p:ext uri="{BB962C8B-B14F-4D97-AF65-F5344CB8AC3E}">
        <p14:creationId xmlns:p14="http://schemas.microsoft.com/office/powerpoint/2010/main" val="4073485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06772F-FE47-509D-C314-9C8630E90E9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5A05579-B501-9892-7D84-E413C111598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777975-36AB-3532-16A5-EDA975B8EE6F}"/>
              </a:ext>
            </a:extLst>
          </p:cNvPr>
          <p:cNvSpPr>
            <a:spLocks noGrp="1"/>
          </p:cNvSpPr>
          <p:nvPr>
            <p:ph type="dt" sz="half" idx="10"/>
          </p:nvPr>
        </p:nvSpPr>
        <p:spPr/>
        <p:txBody>
          <a:bodyPr/>
          <a:lstStyle/>
          <a:p>
            <a:fld id="{FD14BEFE-E52D-4B43-B1ED-DA72F16F05B3}"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E16BF7C3-67F7-D634-4387-07DD680D14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52D4FF-49E2-DA66-66ED-AF14057C9C79}"/>
              </a:ext>
            </a:extLst>
          </p:cNvPr>
          <p:cNvSpPr>
            <a:spLocks noGrp="1"/>
          </p:cNvSpPr>
          <p:nvPr>
            <p:ph type="sldNum" sz="quarter" idx="12"/>
          </p:nvPr>
        </p:nvSpPr>
        <p:spPr/>
        <p:txBody>
          <a:bodyPr/>
          <a:lstStyle/>
          <a:p>
            <a:fld id="{F8778DA3-8084-49AC-A53E-000A910FA40B}" type="slidenum">
              <a:rPr lang="zh-CN" altLang="en-US" smtClean="0"/>
              <a:t>‹#›</a:t>
            </a:fld>
            <a:endParaRPr lang="zh-CN" altLang="en-US"/>
          </a:p>
        </p:txBody>
      </p:sp>
    </p:spTree>
    <p:extLst>
      <p:ext uri="{BB962C8B-B14F-4D97-AF65-F5344CB8AC3E}">
        <p14:creationId xmlns:p14="http://schemas.microsoft.com/office/powerpoint/2010/main" val="2088105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19D613-0AAD-2528-9AF0-8469FE7FFFB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EBCC5D0-120F-8653-A26A-6163C39AA1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F32DCAB-0EE3-2D65-F9C9-A5CEEE6DF7B1}"/>
              </a:ext>
            </a:extLst>
          </p:cNvPr>
          <p:cNvSpPr>
            <a:spLocks noGrp="1"/>
          </p:cNvSpPr>
          <p:nvPr>
            <p:ph type="dt" sz="half" idx="10"/>
          </p:nvPr>
        </p:nvSpPr>
        <p:spPr/>
        <p:txBody>
          <a:bodyPr/>
          <a:lstStyle/>
          <a:p>
            <a:fld id="{FD14BEFE-E52D-4B43-B1ED-DA72F16F05B3}"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DC5EC942-410D-BF14-FD2D-28FF523C3F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F10904-371F-349C-D5C4-D6D28EFCABDC}"/>
              </a:ext>
            </a:extLst>
          </p:cNvPr>
          <p:cNvSpPr>
            <a:spLocks noGrp="1"/>
          </p:cNvSpPr>
          <p:nvPr>
            <p:ph type="sldNum" sz="quarter" idx="12"/>
          </p:nvPr>
        </p:nvSpPr>
        <p:spPr/>
        <p:txBody>
          <a:bodyPr/>
          <a:lstStyle/>
          <a:p>
            <a:fld id="{F8778DA3-8084-49AC-A53E-000A910FA40B}" type="slidenum">
              <a:rPr lang="zh-CN" altLang="en-US" smtClean="0"/>
              <a:t>‹#›</a:t>
            </a:fld>
            <a:endParaRPr lang="zh-CN" altLang="en-US"/>
          </a:p>
        </p:txBody>
      </p:sp>
    </p:spTree>
    <p:extLst>
      <p:ext uri="{BB962C8B-B14F-4D97-AF65-F5344CB8AC3E}">
        <p14:creationId xmlns:p14="http://schemas.microsoft.com/office/powerpoint/2010/main" val="1455627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3F6A37-BBD0-E8A8-8526-ADCFB292627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37C8B6D-7433-1E40-F08F-4DD2543FF8D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0756307-0074-A1D7-DD64-E0B0EC519A5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BF8E3D0-6AF1-9BCB-1935-ED6E6E41879F}"/>
              </a:ext>
            </a:extLst>
          </p:cNvPr>
          <p:cNvSpPr>
            <a:spLocks noGrp="1"/>
          </p:cNvSpPr>
          <p:nvPr>
            <p:ph type="dt" sz="half" idx="10"/>
          </p:nvPr>
        </p:nvSpPr>
        <p:spPr/>
        <p:txBody>
          <a:bodyPr/>
          <a:lstStyle/>
          <a:p>
            <a:fld id="{FD14BEFE-E52D-4B43-B1ED-DA72F16F05B3}"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EC3A0B5B-3FA0-26D2-1A8D-A4B5B103496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4EB447E-2D35-87CF-BCCE-0C3DD944D4D8}"/>
              </a:ext>
            </a:extLst>
          </p:cNvPr>
          <p:cNvSpPr>
            <a:spLocks noGrp="1"/>
          </p:cNvSpPr>
          <p:nvPr>
            <p:ph type="sldNum" sz="quarter" idx="12"/>
          </p:nvPr>
        </p:nvSpPr>
        <p:spPr/>
        <p:txBody>
          <a:bodyPr/>
          <a:lstStyle/>
          <a:p>
            <a:fld id="{F8778DA3-8084-49AC-A53E-000A910FA40B}" type="slidenum">
              <a:rPr lang="zh-CN" altLang="en-US" smtClean="0"/>
              <a:t>‹#›</a:t>
            </a:fld>
            <a:endParaRPr lang="zh-CN" altLang="en-US"/>
          </a:p>
        </p:txBody>
      </p:sp>
    </p:spTree>
    <p:extLst>
      <p:ext uri="{BB962C8B-B14F-4D97-AF65-F5344CB8AC3E}">
        <p14:creationId xmlns:p14="http://schemas.microsoft.com/office/powerpoint/2010/main" val="662266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2E5039-04B7-BB7E-45D7-7B2AF8FC2A6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0C09D33-16BB-D897-956E-4D0C4EB2C5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0A65324-9244-05D2-D9B7-C4061F5B123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3B25881-8CD1-3034-E55F-372C250721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D38BA7A-A81C-6B8B-2071-04DD3A6FAB7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56A558A-E368-F67D-B294-4416BEBA47A8}"/>
              </a:ext>
            </a:extLst>
          </p:cNvPr>
          <p:cNvSpPr>
            <a:spLocks noGrp="1"/>
          </p:cNvSpPr>
          <p:nvPr>
            <p:ph type="dt" sz="half" idx="10"/>
          </p:nvPr>
        </p:nvSpPr>
        <p:spPr/>
        <p:txBody>
          <a:bodyPr/>
          <a:lstStyle/>
          <a:p>
            <a:fld id="{FD14BEFE-E52D-4B43-B1ED-DA72F16F05B3}" type="datetimeFigureOut">
              <a:rPr lang="zh-CN" altLang="en-US" smtClean="0"/>
              <a:t>2026/10/19</a:t>
            </a:fld>
            <a:endParaRPr lang="zh-CN" altLang="en-US"/>
          </a:p>
        </p:txBody>
      </p:sp>
      <p:sp>
        <p:nvSpPr>
          <p:cNvPr id="8" name="页脚占位符 7">
            <a:extLst>
              <a:ext uri="{FF2B5EF4-FFF2-40B4-BE49-F238E27FC236}">
                <a16:creationId xmlns:a16="http://schemas.microsoft.com/office/drawing/2014/main" id="{C0431B10-39DA-E19A-2178-103FA2940DD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269B0D9-6940-9D73-1648-7950F40E1E2A}"/>
              </a:ext>
            </a:extLst>
          </p:cNvPr>
          <p:cNvSpPr>
            <a:spLocks noGrp="1"/>
          </p:cNvSpPr>
          <p:nvPr>
            <p:ph type="sldNum" sz="quarter" idx="12"/>
          </p:nvPr>
        </p:nvSpPr>
        <p:spPr/>
        <p:txBody>
          <a:bodyPr/>
          <a:lstStyle/>
          <a:p>
            <a:fld id="{F8778DA3-8084-49AC-A53E-000A910FA40B}" type="slidenum">
              <a:rPr lang="zh-CN" altLang="en-US" smtClean="0"/>
              <a:t>‹#›</a:t>
            </a:fld>
            <a:endParaRPr lang="zh-CN" altLang="en-US"/>
          </a:p>
        </p:txBody>
      </p:sp>
    </p:spTree>
    <p:extLst>
      <p:ext uri="{BB962C8B-B14F-4D97-AF65-F5344CB8AC3E}">
        <p14:creationId xmlns:p14="http://schemas.microsoft.com/office/powerpoint/2010/main" val="1984868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5B1632-D1CA-FA54-9D9B-DE7C050534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9371D91-E9B4-35D8-7E56-5402C3AF49A9}"/>
              </a:ext>
            </a:extLst>
          </p:cNvPr>
          <p:cNvSpPr>
            <a:spLocks noGrp="1"/>
          </p:cNvSpPr>
          <p:nvPr>
            <p:ph type="dt" sz="half" idx="10"/>
          </p:nvPr>
        </p:nvSpPr>
        <p:spPr/>
        <p:txBody>
          <a:bodyPr/>
          <a:lstStyle/>
          <a:p>
            <a:fld id="{FD14BEFE-E52D-4B43-B1ED-DA72F16F05B3}" type="datetimeFigureOut">
              <a:rPr lang="zh-CN" altLang="en-US" smtClean="0"/>
              <a:t>2026/10/19</a:t>
            </a:fld>
            <a:endParaRPr lang="zh-CN" altLang="en-US"/>
          </a:p>
        </p:txBody>
      </p:sp>
      <p:sp>
        <p:nvSpPr>
          <p:cNvPr id="4" name="页脚占位符 3">
            <a:extLst>
              <a:ext uri="{FF2B5EF4-FFF2-40B4-BE49-F238E27FC236}">
                <a16:creationId xmlns:a16="http://schemas.microsoft.com/office/drawing/2014/main" id="{EE60699E-DF76-03DD-7D0E-073AF06311D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537DCF-572A-3E9C-D599-2BB57CE91026}"/>
              </a:ext>
            </a:extLst>
          </p:cNvPr>
          <p:cNvSpPr>
            <a:spLocks noGrp="1"/>
          </p:cNvSpPr>
          <p:nvPr>
            <p:ph type="sldNum" sz="quarter" idx="12"/>
          </p:nvPr>
        </p:nvSpPr>
        <p:spPr/>
        <p:txBody>
          <a:bodyPr/>
          <a:lstStyle/>
          <a:p>
            <a:fld id="{F8778DA3-8084-49AC-A53E-000A910FA40B}" type="slidenum">
              <a:rPr lang="zh-CN" altLang="en-US" smtClean="0"/>
              <a:t>‹#›</a:t>
            </a:fld>
            <a:endParaRPr lang="zh-CN" altLang="en-US"/>
          </a:p>
        </p:txBody>
      </p:sp>
    </p:spTree>
    <p:extLst>
      <p:ext uri="{BB962C8B-B14F-4D97-AF65-F5344CB8AC3E}">
        <p14:creationId xmlns:p14="http://schemas.microsoft.com/office/powerpoint/2010/main" val="1721840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661ABBD-E307-9216-4D29-E445BCB1564B}"/>
              </a:ext>
            </a:extLst>
          </p:cNvPr>
          <p:cNvSpPr>
            <a:spLocks noGrp="1"/>
          </p:cNvSpPr>
          <p:nvPr>
            <p:ph type="dt" sz="half" idx="10"/>
          </p:nvPr>
        </p:nvSpPr>
        <p:spPr/>
        <p:txBody>
          <a:bodyPr/>
          <a:lstStyle/>
          <a:p>
            <a:fld id="{FD14BEFE-E52D-4B43-B1ED-DA72F16F05B3}" type="datetimeFigureOut">
              <a:rPr lang="zh-CN" altLang="en-US" smtClean="0"/>
              <a:t>2026/10/19</a:t>
            </a:fld>
            <a:endParaRPr lang="zh-CN" altLang="en-US"/>
          </a:p>
        </p:txBody>
      </p:sp>
      <p:sp>
        <p:nvSpPr>
          <p:cNvPr id="3" name="页脚占位符 2">
            <a:extLst>
              <a:ext uri="{FF2B5EF4-FFF2-40B4-BE49-F238E27FC236}">
                <a16:creationId xmlns:a16="http://schemas.microsoft.com/office/drawing/2014/main" id="{D284ADEF-A980-03DF-5B8B-65CB336B12E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05BAD62-2892-2F7D-ACA2-733B2F39B0EF}"/>
              </a:ext>
            </a:extLst>
          </p:cNvPr>
          <p:cNvSpPr>
            <a:spLocks noGrp="1"/>
          </p:cNvSpPr>
          <p:nvPr>
            <p:ph type="sldNum" sz="quarter" idx="12"/>
          </p:nvPr>
        </p:nvSpPr>
        <p:spPr/>
        <p:txBody>
          <a:bodyPr/>
          <a:lstStyle/>
          <a:p>
            <a:fld id="{F8778DA3-8084-49AC-A53E-000A910FA40B}" type="slidenum">
              <a:rPr lang="zh-CN" altLang="en-US" smtClean="0"/>
              <a:t>‹#›</a:t>
            </a:fld>
            <a:endParaRPr lang="zh-CN" altLang="en-US"/>
          </a:p>
        </p:txBody>
      </p:sp>
    </p:spTree>
    <p:extLst>
      <p:ext uri="{BB962C8B-B14F-4D97-AF65-F5344CB8AC3E}">
        <p14:creationId xmlns:p14="http://schemas.microsoft.com/office/powerpoint/2010/main" val="2372047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442F9E-30BA-272B-DD12-F02687B2257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8CB8275-98E4-85EE-8570-BC96AEE307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98109BE-9FAE-A9BB-CED3-1FBB9619A1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FCF2E87-5C07-6F0B-3FAF-D4AB49FB1CA7}"/>
              </a:ext>
            </a:extLst>
          </p:cNvPr>
          <p:cNvSpPr>
            <a:spLocks noGrp="1"/>
          </p:cNvSpPr>
          <p:nvPr>
            <p:ph type="dt" sz="half" idx="10"/>
          </p:nvPr>
        </p:nvSpPr>
        <p:spPr/>
        <p:txBody>
          <a:bodyPr/>
          <a:lstStyle/>
          <a:p>
            <a:fld id="{FD14BEFE-E52D-4B43-B1ED-DA72F16F05B3}"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81181FAD-CA65-694A-B1B0-3AECACF96EC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ABF9C96-05E5-A148-6267-DE2E096C84FD}"/>
              </a:ext>
            </a:extLst>
          </p:cNvPr>
          <p:cNvSpPr>
            <a:spLocks noGrp="1"/>
          </p:cNvSpPr>
          <p:nvPr>
            <p:ph type="sldNum" sz="quarter" idx="12"/>
          </p:nvPr>
        </p:nvSpPr>
        <p:spPr/>
        <p:txBody>
          <a:bodyPr/>
          <a:lstStyle/>
          <a:p>
            <a:fld id="{F8778DA3-8084-49AC-A53E-000A910FA40B}" type="slidenum">
              <a:rPr lang="zh-CN" altLang="en-US" smtClean="0"/>
              <a:t>‹#›</a:t>
            </a:fld>
            <a:endParaRPr lang="zh-CN" altLang="en-US"/>
          </a:p>
        </p:txBody>
      </p:sp>
    </p:spTree>
    <p:extLst>
      <p:ext uri="{BB962C8B-B14F-4D97-AF65-F5344CB8AC3E}">
        <p14:creationId xmlns:p14="http://schemas.microsoft.com/office/powerpoint/2010/main" val="1405199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A6E1CF-E858-E517-A568-F85CDAE2650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23A3D1F-F3B2-8A33-7D37-9C5275C443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773B57F-2E33-D189-EC2E-83CFFE977D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ACD87E3-3580-C39F-B6DF-B906B39196F2}"/>
              </a:ext>
            </a:extLst>
          </p:cNvPr>
          <p:cNvSpPr>
            <a:spLocks noGrp="1"/>
          </p:cNvSpPr>
          <p:nvPr>
            <p:ph type="dt" sz="half" idx="10"/>
          </p:nvPr>
        </p:nvSpPr>
        <p:spPr/>
        <p:txBody>
          <a:bodyPr/>
          <a:lstStyle/>
          <a:p>
            <a:fld id="{FD14BEFE-E52D-4B43-B1ED-DA72F16F05B3}"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C36C9CA2-5983-FDD0-4B5B-5FC7A601035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C68A623-8A19-3456-6B85-6EA43A3F1573}"/>
              </a:ext>
            </a:extLst>
          </p:cNvPr>
          <p:cNvSpPr>
            <a:spLocks noGrp="1"/>
          </p:cNvSpPr>
          <p:nvPr>
            <p:ph type="sldNum" sz="quarter" idx="12"/>
          </p:nvPr>
        </p:nvSpPr>
        <p:spPr/>
        <p:txBody>
          <a:bodyPr/>
          <a:lstStyle/>
          <a:p>
            <a:fld id="{F8778DA3-8084-49AC-A53E-000A910FA40B}" type="slidenum">
              <a:rPr lang="zh-CN" altLang="en-US" smtClean="0"/>
              <a:t>‹#›</a:t>
            </a:fld>
            <a:endParaRPr lang="zh-CN" altLang="en-US"/>
          </a:p>
        </p:txBody>
      </p:sp>
    </p:spTree>
    <p:extLst>
      <p:ext uri="{BB962C8B-B14F-4D97-AF65-F5344CB8AC3E}">
        <p14:creationId xmlns:p14="http://schemas.microsoft.com/office/powerpoint/2010/main" val="2853594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8782C6-E71B-AD84-423A-791D49B5D4B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6058A12-BD85-D88D-4DB4-6C4F54FF5ED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0BA0D30-0190-4FD2-67FC-53538D976E2B}"/>
              </a:ext>
            </a:extLst>
          </p:cNvPr>
          <p:cNvSpPr>
            <a:spLocks noGrp="1"/>
          </p:cNvSpPr>
          <p:nvPr>
            <p:ph type="dt" sz="half" idx="10"/>
          </p:nvPr>
        </p:nvSpPr>
        <p:spPr/>
        <p:txBody>
          <a:bodyPr/>
          <a:lstStyle/>
          <a:p>
            <a:fld id="{FD14BEFE-E52D-4B43-B1ED-DA72F16F05B3}"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D0630E85-CB1C-EC58-9430-B6145B235D5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6019934-6ECE-4E32-087A-3F2023F7CC3E}"/>
              </a:ext>
            </a:extLst>
          </p:cNvPr>
          <p:cNvSpPr>
            <a:spLocks noGrp="1"/>
          </p:cNvSpPr>
          <p:nvPr>
            <p:ph type="sldNum" sz="quarter" idx="12"/>
          </p:nvPr>
        </p:nvSpPr>
        <p:spPr/>
        <p:txBody>
          <a:bodyPr/>
          <a:lstStyle/>
          <a:p>
            <a:fld id="{F8778DA3-8084-49AC-A53E-000A910FA40B}" type="slidenum">
              <a:rPr lang="zh-CN" altLang="en-US" smtClean="0"/>
              <a:t>‹#›</a:t>
            </a:fld>
            <a:endParaRPr lang="zh-CN" altLang="en-US"/>
          </a:p>
        </p:txBody>
      </p:sp>
    </p:spTree>
    <p:extLst>
      <p:ext uri="{BB962C8B-B14F-4D97-AF65-F5344CB8AC3E}">
        <p14:creationId xmlns:p14="http://schemas.microsoft.com/office/powerpoint/2010/main" val="2905106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F43D43B-22B3-A53A-CB3A-0093DB8654F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3693563-9169-C3DF-F077-9AD89E1B827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2E236D-E7AD-3304-6882-403C2C66FFDF}"/>
              </a:ext>
            </a:extLst>
          </p:cNvPr>
          <p:cNvSpPr>
            <a:spLocks noGrp="1"/>
          </p:cNvSpPr>
          <p:nvPr>
            <p:ph type="dt" sz="half" idx="10"/>
          </p:nvPr>
        </p:nvSpPr>
        <p:spPr/>
        <p:txBody>
          <a:bodyPr/>
          <a:lstStyle/>
          <a:p>
            <a:fld id="{FD14BEFE-E52D-4B43-B1ED-DA72F16F05B3}"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D399DF8B-73BC-FF58-BCC7-6652ADF5C14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AB97313-5272-A8DE-163F-510B2D84B66A}"/>
              </a:ext>
            </a:extLst>
          </p:cNvPr>
          <p:cNvSpPr>
            <a:spLocks noGrp="1"/>
          </p:cNvSpPr>
          <p:nvPr>
            <p:ph type="sldNum" sz="quarter" idx="12"/>
          </p:nvPr>
        </p:nvSpPr>
        <p:spPr/>
        <p:txBody>
          <a:bodyPr/>
          <a:lstStyle/>
          <a:p>
            <a:fld id="{F8778DA3-8084-49AC-A53E-000A910FA40B}" type="slidenum">
              <a:rPr lang="zh-CN" altLang="en-US" smtClean="0"/>
              <a:t>‹#›</a:t>
            </a:fld>
            <a:endParaRPr lang="zh-CN" altLang="en-US"/>
          </a:p>
        </p:txBody>
      </p:sp>
    </p:spTree>
    <p:extLst>
      <p:ext uri="{BB962C8B-B14F-4D97-AF65-F5344CB8AC3E}">
        <p14:creationId xmlns:p14="http://schemas.microsoft.com/office/powerpoint/2010/main" val="2343404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4077171-A1EA-45CF-4482-599CD89BA7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2B0F813-873F-700C-A3E3-6E8FA16065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508A86B-CE94-47A8-0027-60F1BDA326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14BEFE-E52D-4B43-B1ED-DA72F16F05B3}"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191EA301-5F6C-7141-8F50-92BE251826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F4153B6E-FDF6-EE74-549D-7BA7E66E68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778DA3-8084-49AC-A53E-000A910FA40B}" type="slidenum">
              <a:rPr lang="zh-CN" altLang="en-US" smtClean="0"/>
              <a:t>‹#›</a:t>
            </a:fld>
            <a:endParaRPr lang="zh-CN" altLang="en-US"/>
          </a:p>
        </p:txBody>
      </p:sp>
    </p:spTree>
    <p:extLst>
      <p:ext uri="{BB962C8B-B14F-4D97-AF65-F5344CB8AC3E}">
        <p14:creationId xmlns:p14="http://schemas.microsoft.com/office/powerpoint/2010/main" val="893858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C5768B3-DAB2-859A-8811-8197AD387B12}"/>
              </a:ext>
            </a:extLst>
          </p:cNvPr>
          <p:cNvSpPr txBox="1"/>
          <p:nvPr/>
        </p:nvSpPr>
        <p:spPr>
          <a:xfrm>
            <a:off x="127000" y="127000"/>
            <a:ext cx="1016000" cy="646331"/>
          </a:xfrm>
          <a:prstGeom prst="rect">
            <a:avLst/>
          </a:prstGeom>
          <a:noFill/>
        </p:spPr>
        <p:txBody>
          <a:bodyPr vert="horz" wrap="square" rtlCol="0">
            <a:spAutoFit/>
          </a:bodyPr>
          <a:lstStyle/>
          <a:p>
            <a:pPr>
              <a:lnSpc>
                <a:spcPts val="1350"/>
              </a:lnSpc>
            </a:pPr>
            <a:r>
              <a:rPr lang="zh-CN" sz="1200">
                <a:latin typeface="微软雅黑"/>
                <a:ea typeface="微软雅黑"/>
              </a:rPr>
              <a:t>口口口口口口口口口口口口口口口口口口口口口口口口口口口口口口口口口口口口口口口口</a:t>
            </a:r>
          </a:p>
        </p:txBody>
      </p:sp>
      <p:sp>
        <p:nvSpPr>
          <p:cNvPr id="3" name="文本框 2">
            <a:extLst>
              <a:ext uri="{FF2B5EF4-FFF2-40B4-BE49-F238E27FC236}">
                <a16:creationId xmlns:a16="http://schemas.microsoft.com/office/drawing/2014/main" id="{49098CF4-E3E5-7A03-805D-E7AEFBE30EB9}"/>
              </a:ext>
            </a:extLst>
          </p:cNvPr>
          <p:cNvSpPr txBox="1"/>
          <p:nvPr/>
        </p:nvSpPr>
        <p:spPr>
          <a:xfrm>
            <a:off x="1206500" y="127000"/>
            <a:ext cx="1016000" cy="646331"/>
          </a:xfrm>
          <a:prstGeom prst="rect">
            <a:avLst/>
          </a:prstGeom>
          <a:noFill/>
        </p:spPr>
        <p:txBody>
          <a:bodyPr vert="horz" wrap="square" rtlCol="0">
            <a:spAutoFit/>
          </a:bodyPr>
          <a:lstStyle/>
          <a:p>
            <a:pPr>
              <a:lnSpc>
                <a:spcPts val="2138"/>
              </a:lnSpc>
            </a:pPr>
            <a:r>
              <a:rPr lang="zh-CN" sz="1200">
                <a:latin typeface="微软雅黑"/>
                <a:ea typeface="微软雅黑"/>
              </a:rPr>
              <a:t>口口口口口口口口口口口口口口口口口口口口口口口口口口口口口口口口口口口口口口口口</a:t>
            </a:r>
          </a:p>
        </p:txBody>
      </p:sp>
      <p:sp>
        <p:nvSpPr>
          <p:cNvPr id="4" name="文本框 3">
            <a:extLst>
              <a:ext uri="{FF2B5EF4-FFF2-40B4-BE49-F238E27FC236}">
                <a16:creationId xmlns:a16="http://schemas.microsoft.com/office/drawing/2014/main" id="{1699819B-AC19-484D-BB55-366EFC41C8AA}"/>
              </a:ext>
            </a:extLst>
          </p:cNvPr>
          <p:cNvSpPr txBox="1"/>
          <p:nvPr/>
        </p:nvSpPr>
        <p:spPr>
          <a:xfrm>
            <a:off x="2286000" y="127000"/>
            <a:ext cx="1016000" cy="646331"/>
          </a:xfrm>
          <a:prstGeom prst="rect">
            <a:avLst/>
          </a:prstGeom>
          <a:noFill/>
        </p:spPr>
        <p:txBody>
          <a:bodyPr vert="horz" wrap="square" rtlCol="0">
            <a:spAutoFit/>
          </a:bodyPr>
          <a:lstStyle/>
          <a:p>
            <a:pPr>
              <a:lnSpc>
                <a:spcPts val="1625"/>
              </a:lnSpc>
            </a:pPr>
            <a:r>
              <a:rPr lang="zh-CN" sz="1200">
                <a:latin typeface="微软雅黑"/>
                <a:ea typeface="微软雅黑"/>
              </a:rPr>
              <a:t>口口口口口口口口口口口口口口口口口口口口口口口口口口口口口口口口口口口口口口口口</a:t>
            </a:r>
          </a:p>
        </p:txBody>
      </p:sp>
      <p:sp>
        <p:nvSpPr>
          <p:cNvPr id="5" name="文本框 4">
            <a:extLst>
              <a:ext uri="{FF2B5EF4-FFF2-40B4-BE49-F238E27FC236}">
                <a16:creationId xmlns:a16="http://schemas.microsoft.com/office/drawing/2014/main" id="{4E25F119-E0ED-6940-605D-C6A99FA85229}"/>
              </a:ext>
            </a:extLst>
          </p:cNvPr>
          <p:cNvSpPr txBox="1"/>
          <p:nvPr/>
        </p:nvSpPr>
        <p:spPr>
          <a:xfrm>
            <a:off x="3365500" y="127000"/>
            <a:ext cx="1016000" cy="646331"/>
          </a:xfrm>
          <a:prstGeom prst="rect">
            <a:avLst/>
          </a:prstGeom>
          <a:noFill/>
        </p:spPr>
        <p:txBody>
          <a:bodyPr vert="horz" wrap="square" rtlCol="0">
            <a:spAutoFit/>
          </a:bodyPr>
          <a:lstStyle/>
          <a:p>
            <a:pPr>
              <a:lnSpc>
                <a:spcPts val="1250"/>
              </a:lnSpc>
            </a:pPr>
            <a:r>
              <a:rPr lang="zh-CN" sz="1200">
                <a:latin typeface="微软雅黑"/>
                <a:ea typeface="微软雅黑"/>
              </a:rPr>
              <a:t>口口口口口口口口口口口口口口口口口口口口口口口口口口口口口口口口口口口口口口口口</a:t>
            </a:r>
          </a:p>
        </p:txBody>
      </p:sp>
      <p:sp>
        <p:nvSpPr>
          <p:cNvPr id="6" name="文本框 5">
            <a:extLst>
              <a:ext uri="{FF2B5EF4-FFF2-40B4-BE49-F238E27FC236}">
                <a16:creationId xmlns:a16="http://schemas.microsoft.com/office/drawing/2014/main" id="{4732356C-80DE-B71E-9F9C-2EBFBD886ED7}"/>
              </a:ext>
            </a:extLst>
          </p:cNvPr>
          <p:cNvSpPr txBox="1"/>
          <p:nvPr/>
        </p:nvSpPr>
        <p:spPr>
          <a:xfrm>
            <a:off x="4445000" y="127000"/>
            <a:ext cx="1016000" cy="646331"/>
          </a:xfrm>
          <a:prstGeom prst="rect">
            <a:avLst/>
          </a:prstGeom>
          <a:noFill/>
        </p:spPr>
        <p:txBody>
          <a:bodyPr vert="horz" wrap="square" rtlCol="0">
            <a:spAutoFit/>
          </a:bodyPr>
          <a:lstStyle/>
          <a:p>
            <a:pPr>
              <a:lnSpc>
                <a:spcPts val="1975"/>
              </a:lnSpc>
            </a:pPr>
            <a:r>
              <a:rPr lang="zh-CN" sz="1200">
                <a:latin typeface="微软雅黑"/>
                <a:ea typeface="微软雅黑"/>
              </a:rPr>
              <a:t>口口口口口口口口口口口口口口口口口口口口口口口口口口口口口口口口口口口口口口口口</a:t>
            </a:r>
          </a:p>
        </p:txBody>
      </p:sp>
      <p:sp>
        <p:nvSpPr>
          <p:cNvPr id="7" name="文本框 6">
            <a:extLst>
              <a:ext uri="{FF2B5EF4-FFF2-40B4-BE49-F238E27FC236}">
                <a16:creationId xmlns:a16="http://schemas.microsoft.com/office/drawing/2014/main" id="{9809385A-E433-0024-321C-CCD363EC6DD9}"/>
              </a:ext>
            </a:extLst>
          </p:cNvPr>
          <p:cNvSpPr txBox="1"/>
          <p:nvPr/>
        </p:nvSpPr>
        <p:spPr>
          <a:xfrm>
            <a:off x="5524500" y="127000"/>
            <a:ext cx="1016000" cy="646331"/>
          </a:xfrm>
          <a:prstGeom prst="rect">
            <a:avLst/>
          </a:prstGeom>
          <a:noFill/>
        </p:spPr>
        <p:txBody>
          <a:bodyPr vert="horz" wrap="square" rtlCol="0">
            <a:spAutoFit/>
          </a:bodyPr>
          <a:lstStyle/>
          <a:p>
            <a:pPr>
              <a:lnSpc>
                <a:spcPts val="1449"/>
              </a:lnSpc>
            </a:pPr>
            <a:r>
              <a:rPr lang="zh-CN" sz="1200">
                <a:latin typeface="微软雅黑"/>
                <a:ea typeface="微软雅黑"/>
              </a:rPr>
              <a:t>口口口口口口口口口口口口口口口口口口口口口口口口口口口口口口口口口口口口口口口口</a:t>
            </a:r>
          </a:p>
        </p:txBody>
      </p:sp>
      <p:sp>
        <p:nvSpPr>
          <p:cNvPr id="8" name="文本框 7">
            <a:extLst>
              <a:ext uri="{FF2B5EF4-FFF2-40B4-BE49-F238E27FC236}">
                <a16:creationId xmlns:a16="http://schemas.microsoft.com/office/drawing/2014/main" id="{287D6A46-6E9C-6742-5405-EE346C234CE5}"/>
              </a:ext>
            </a:extLst>
          </p:cNvPr>
          <p:cNvSpPr txBox="1"/>
          <p:nvPr/>
        </p:nvSpPr>
        <p:spPr>
          <a:xfrm>
            <a:off x="6604000" y="127000"/>
            <a:ext cx="1016000" cy="646331"/>
          </a:xfrm>
          <a:prstGeom prst="rect">
            <a:avLst/>
          </a:prstGeom>
          <a:noFill/>
        </p:spPr>
        <p:txBody>
          <a:bodyPr vert="horz" wrap="square" rtlCol="0">
            <a:spAutoFit/>
          </a:bodyPr>
          <a:lstStyle/>
          <a:p>
            <a:pPr>
              <a:spcBef>
                <a:spcPts val="70"/>
              </a:spcBef>
            </a:pPr>
            <a:r>
              <a:rPr lang="zh-CN" sz="1200">
                <a:latin typeface="微软雅黑"/>
                <a:ea typeface="微软雅黑"/>
              </a:rPr>
              <a:t>口口</a:t>
            </a:r>
          </a:p>
          <a:p>
            <a:pPr>
              <a:spcBef>
                <a:spcPts val="70"/>
              </a:spcBef>
            </a:pPr>
            <a:r>
              <a:rPr lang="zh-CN" sz="1200">
                <a:latin typeface="微软雅黑"/>
                <a:ea typeface="微软雅黑"/>
              </a:rPr>
              <a:t>口口</a:t>
            </a:r>
          </a:p>
          <a:p>
            <a:pPr>
              <a:spcBef>
                <a:spcPts val="70"/>
              </a:spcBef>
            </a:pPr>
            <a:r>
              <a:rPr lang="zh-CN" sz="1200">
                <a:latin typeface="微软雅黑"/>
                <a:ea typeface="微软雅黑"/>
              </a:rPr>
              <a:t>口口</a:t>
            </a:r>
          </a:p>
          <a:p>
            <a:pPr>
              <a:spcBef>
                <a:spcPts val="70"/>
              </a:spcBef>
            </a:pPr>
            <a:r>
              <a:rPr lang="zh-CN" sz="1200">
                <a:latin typeface="微软雅黑"/>
                <a:ea typeface="微软雅黑"/>
              </a:rPr>
              <a:t>口口</a:t>
            </a:r>
          </a:p>
          <a:p>
            <a:pPr>
              <a:spcBef>
                <a:spcPts val="70"/>
              </a:spcBef>
            </a:pPr>
            <a:r>
              <a:rPr lang="zh-CN" sz="1200">
                <a:latin typeface="微软雅黑"/>
                <a:ea typeface="微软雅黑"/>
              </a:rPr>
              <a:t>口口</a:t>
            </a:r>
          </a:p>
          <a:p>
            <a:pPr>
              <a:spcBef>
                <a:spcPts val="70"/>
              </a:spcBef>
            </a:pPr>
            <a:r>
              <a:rPr lang="zh-CN" sz="1200">
                <a:latin typeface="微软雅黑"/>
                <a:ea typeface="微软雅黑"/>
              </a:rPr>
              <a:t>口口</a:t>
            </a:r>
          </a:p>
        </p:txBody>
      </p:sp>
      <p:sp>
        <p:nvSpPr>
          <p:cNvPr id="9" name="文本框 8">
            <a:extLst>
              <a:ext uri="{FF2B5EF4-FFF2-40B4-BE49-F238E27FC236}">
                <a16:creationId xmlns:a16="http://schemas.microsoft.com/office/drawing/2014/main" id="{93BE9D01-52A9-F39B-2E00-595B2956648E}"/>
              </a:ext>
            </a:extLst>
          </p:cNvPr>
          <p:cNvSpPr txBox="1"/>
          <p:nvPr/>
        </p:nvSpPr>
        <p:spPr>
          <a:xfrm>
            <a:off x="7683500" y="127000"/>
            <a:ext cx="1016000" cy="646331"/>
          </a:xfrm>
          <a:prstGeom prst="rect">
            <a:avLst/>
          </a:prstGeom>
          <a:noFill/>
        </p:spPr>
        <p:txBody>
          <a:bodyPr vert="horz" wrap="square" rtlCol="0">
            <a:spAutoFit/>
          </a:bodyPr>
          <a:lstStyle/>
          <a:p>
            <a:pPr>
              <a:spcBef>
                <a:spcPts val="150"/>
              </a:spcBef>
            </a:pPr>
            <a:r>
              <a:rPr lang="zh-CN" sz="1200">
                <a:latin typeface="微软雅黑"/>
                <a:ea typeface="微软雅黑"/>
              </a:rPr>
              <a:t>口口</a:t>
            </a:r>
          </a:p>
          <a:p>
            <a:pPr>
              <a:spcBef>
                <a:spcPts val="150"/>
              </a:spcBef>
            </a:pPr>
            <a:r>
              <a:rPr lang="zh-CN" sz="1200">
                <a:latin typeface="微软雅黑"/>
                <a:ea typeface="微软雅黑"/>
              </a:rPr>
              <a:t>口口</a:t>
            </a:r>
          </a:p>
          <a:p>
            <a:pPr>
              <a:spcBef>
                <a:spcPts val="150"/>
              </a:spcBef>
            </a:pPr>
            <a:r>
              <a:rPr lang="zh-CN" sz="1200">
                <a:latin typeface="微软雅黑"/>
                <a:ea typeface="微软雅黑"/>
              </a:rPr>
              <a:t>口口</a:t>
            </a:r>
          </a:p>
          <a:p>
            <a:pPr>
              <a:spcBef>
                <a:spcPts val="150"/>
              </a:spcBef>
            </a:pPr>
            <a:r>
              <a:rPr lang="zh-CN" sz="1200">
                <a:latin typeface="微软雅黑"/>
                <a:ea typeface="微软雅黑"/>
              </a:rPr>
              <a:t>口口</a:t>
            </a:r>
          </a:p>
          <a:p>
            <a:pPr>
              <a:spcBef>
                <a:spcPts val="150"/>
              </a:spcBef>
            </a:pPr>
            <a:r>
              <a:rPr lang="zh-CN" sz="1200">
                <a:latin typeface="微软雅黑"/>
                <a:ea typeface="微软雅黑"/>
              </a:rPr>
              <a:t>口口</a:t>
            </a:r>
          </a:p>
          <a:p>
            <a:pPr>
              <a:spcBef>
                <a:spcPts val="150"/>
              </a:spcBef>
            </a:pPr>
            <a:r>
              <a:rPr lang="zh-CN" sz="1200">
                <a:latin typeface="微软雅黑"/>
                <a:ea typeface="微软雅黑"/>
              </a:rPr>
              <a:t>口口</a:t>
            </a:r>
          </a:p>
        </p:txBody>
      </p:sp>
      <p:sp>
        <p:nvSpPr>
          <p:cNvPr id="10" name="文本框 9">
            <a:extLst>
              <a:ext uri="{FF2B5EF4-FFF2-40B4-BE49-F238E27FC236}">
                <a16:creationId xmlns:a16="http://schemas.microsoft.com/office/drawing/2014/main" id="{9713CDFB-2A95-6452-5AD3-5B0ED1C54DFD}"/>
              </a:ext>
            </a:extLst>
          </p:cNvPr>
          <p:cNvSpPr txBox="1"/>
          <p:nvPr/>
        </p:nvSpPr>
        <p:spPr>
          <a:xfrm>
            <a:off x="8763000" y="127000"/>
            <a:ext cx="1016000" cy="646331"/>
          </a:xfrm>
          <a:prstGeom prst="rect">
            <a:avLst/>
          </a:prstGeom>
          <a:noFill/>
        </p:spPr>
        <p:txBody>
          <a:bodyPr vert="horz" wrap="square" rtlCol="0">
            <a:spAutoFit/>
          </a:bodyPr>
          <a:lstStyle/>
          <a:p>
            <a:pPr>
              <a:spcBef>
                <a:spcPts val="250"/>
              </a:spcBef>
            </a:pPr>
            <a:r>
              <a:rPr lang="zh-CN" sz="1200">
                <a:latin typeface="微软雅黑"/>
                <a:ea typeface="微软雅黑"/>
              </a:rPr>
              <a:t>口口</a:t>
            </a:r>
          </a:p>
          <a:p>
            <a:pPr>
              <a:spcBef>
                <a:spcPts val="250"/>
              </a:spcBef>
            </a:pPr>
            <a:r>
              <a:rPr lang="zh-CN" sz="1200">
                <a:latin typeface="微软雅黑"/>
                <a:ea typeface="微软雅黑"/>
              </a:rPr>
              <a:t>口口</a:t>
            </a:r>
          </a:p>
          <a:p>
            <a:pPr>
              <a:spcBef>
                <a:spcPts val="250"/>
              </a:spcBef>
            </a:pPr>
            <a:r>
              <a:rPr lang="zh-CN" sz="1200">
                <a:latin typeface="微软雅黑"/>
                <a:ea typeface="微软雅黑"/>
              </a:rPr>
              <a:t>口口</a:t>
            </a:r>
          </a:p>
          <a:p>
            <a:pPr>
              <a:spcBef>
                <a:spcPts val="250"/>
              </a:spcBef>
            </a:pPr>
            <a:r>
              <a:rPr lang="zh-CN" sz="1200">
                <a:latin typeface="微软雅黑"/>
                <a:ea typeface="微软雅黑"/>
              </a:rPr>
              <a:t>口口</a:t>
            </a:r>
          </a:p>
          <a:p>
            <a:pPr>
              <a:spcBef>
                <a:spcPts val="250"/>
              </a:spcBef>
            </a:pPr>
            <a:r>
              <a:rPr lang="zh-CN" sz="1200">
                <a:latin typeface="微软雅黑"/>
                <a:ea typeface="微软雅黑"/>
              </a:rPr>
              <a:t>口口</a:t>
            </a:r>
          </a:p>
          <a:p>
            <a:pPr>
              <a:spcBef>
                <a:spcPts val="250"/>
              </a:spcBef>
            </a:pPr>
            <a:r>
              <a:rPr lang="zh-CN" sz="1200">
                <a:latin typeface="微软雅黑"/>
                <a:ea typeface="微软雅黑"/>
              </a:rPr>
              <a:t>口口</a:t>
            </a:r>
          </a:p>
        </p:txBody>
      </p:sp>
      <p:sp>
        <p:nvSpPr>
          <p:cNvPr id="11" name="文本框 10">
            <a:extLst>
              <a:ext uri="{FF2B5EF4-FFF2-40B4-BE49-F238E27FC236}">
                <a16:creationId xmlns:a16="http://schemas.microsoft.com/office/drawing/2014/main" id="{A364DA87-B185-0124-72CB-ED3332EEF1BD}"/>
              </a:ext>
            </a:extLst>
          </p:cNvPr>
          <p:cNvSpPr txBox="1"/>
          <p:nvPr/>
        </p:nvSpPr>
        <p:spPr>
          <a:xfrm>
            <a:off x="9842500" y="127000"/>
            <a:ext cx="1016000" cy="646331"/>
          </a:xfrm>
          <a:prstGeom prst="rect">
            <a:avLst/>
          </a:prstGeom>
          <a:noFill/>
        </p:spPr>
        <p:txBody>
          <a:bodyPr vert="horz" wrap="square" rtlCol="0">
            <a:spAutoFit/>
          </a:bodyPr>
          <a:lstStyle/>
          <a:p>
            <a:pPr>
              <a:spcBef>
                <a:spcPts val="49"/>
              </a:spcBef>
            </a:pPr>
            <a:r>
              <a:rPr lang="zh-CN" sz="1200">
                <a:latin typeface="微软雅黑"/>
                <a:ea typeface="微软雅黑"/>
              </a:rPr>
              <a:t>口口</a:t>
            </a:r>
          </a:p>
          <a:p>
            <a:pPr>
              <a:spcBef>
                <a:spcPts val="49"/>
              </a:spcBef>
            </a:pPr>
            <a:r>
              <a:rPr lang="zh-CN" sz="1200">
                <a:latin typeface="微软雅黑"/>
                <a:ea typeface="微软雅黑"/>
              </a:rPr>
              <a:t>口口</a:t>
            </a:r>
          </a:p>
          <a:p>
            <a:pPr>
              <a:spcBef>
                <a:spcPts val="49"/>
              </a:spcBef>
            </a:pPr>
            <a:r>
              <a:rPr lang="zh-CN" sz="1200">
                <a:latin typeface="微软雅黑"/>
                <a:ea typeface="微软雅黑"/>
              </a:rPr>
              <a:t>口口</a:t>
            </a:r>
          </a:p>
          <a:p>
            <a:pPr>
              <a:spcBef>
                <a:spcPts val="49"/>
              </a:spcBef>
            </a:pPr>
            <a:r>
              <a:rPr lang="zh-CN" sz="1200">
                <a:latin typeface="微软雅黑"/>
                <a:ea typeface="微软雅黑"/>
              </a:rPr>
              <a:t>口口</a:t>
            </a:r>
          </a:p>
          <a:p>
            <a:pPr>
              <a:spcBef>
                <a:spcPts val="49"/>
              </a:spcBef>
            </a:pPr>
            <a:r>
              <a:rPr lang="zh-CN" sz="1200">
                <a:latin typeface="微软雅黑"/>
                <a:ea typeface="微软雅黑"/>
              </a:rPr>
              <a:t>口口</a:t>
            </a:r>
          </a:p>
          <a:p>
            <a:pPr>
              <a:spcBef>
                <a:spcPts val="49"/>
              </a:spcBef>
            </a:pPr>
            <a:r>
              <a:rPr lang="zh-CN" sz="1200">
                <a:latin typeface="微软雅黑"/>
                <a:ea typeface="微软雅黑"/>
              </a:rPr>
              <a:t>口口</a:t>
            </a:r>
          </a:p>
        </p:txBody>
      </p:sp>
      <p:sp>
        <p:nvSpPr>
          <p:cNvPr id="12" name="文本框 11">
            <a:extLst>
              <a:ext uri="{FF2B5EF4-FFF2-40B4-BE49-F238E27FC236}">
                <a16:creationId xmlns:a16="http://schemas.microsoft.com/office/drawing/2014/main" id="{84A8C151-BB07-AF7D-D866-544F281DBED9}"/>
              </a:ext>
            </a:extLst>
          </p:cNvPr>
          <p:cNvSpPr txBox="1"/>
          <p:nvPr/>
        </p:nvSpPr>
        <p:spPr>
          <a:xfrm>
            <a:off x="10922000" y="127000"/>
            <a:ext cx="1016000" cy="646331"/>
          </a:xfrm>
          <a:prstGeom prst="rect">
            <a:avLst/>
          </a:prstGeom>
          <a:noFill/>
        </p:spPr>
        <p:txBody>
          <a:bodyPr vert="horz" wrap="square" rtlCol="0">
            <a:spAutoFit/>
          </a:bodyPr>
          <a:lstStyle/>
          <a:p>
            <a:pPr>
              <a:spcBef>
                <a:spcPts val="51"/>
              </a:spcBef>
            </a:pPr>
            <a:r>
              <a:rPr lang="zh-CN" sz="1200">
                <a:latin typeface="微软雅黑"/>
                <a:ea typeface="微软雅黑"/>
              </a:rPr>
              <a:t>口口</a:t>
            </a:r>
          </a:p>
          <a:p>
            <a:pPr>
              <a:spcBef>
                <a:spcPts val="51"/>
              </a:spcBef>
            </a:pPr>
            <a:r>
              <a:rPr lang="zh-CN" sz="1200">
                <a:latin typeface="微软雅黑"/>
                <a:ea typeface="微软雅黑"/>
              </a:rPr>
              <a:t>口口</a:t>
            </a:r>
          </a:p>
          <a:p>
            <a:pPr>
              <a:spcBef>
                <a:spcPts val="51"/>
              </a:spcBef>
            </a:pPr>
            <a:r>
              <a:rPr lang="zh-CN" sz="1200">
                <a:latin typeface="微软雅黑"/>
                <a:ea typeface="微软雅黑"/>
              </a:rPr>
              <a:t>口口</a:t>
            </a:r>
          </a:p>
          <a:p>
            <a:pPr>
              <a:spcBef>
                <a:spcPts val="51"/>
              </a:spcBef>
            </a:pPr>
            <a:r>
              <a:rPr lang="zh-CN" sz="1200">
                <a:latin typeface="微软雅黑"/>
                <a:ea typeface="微软雅黑"/>
              </a:rPr>
              <a:t>口口</a:t>
            </a:r>
          </a:p>
          <a:p>
            <a:pPr>
              <a:spcBef>
                <a:spcPts val="51"/>
              </a:spcBef>
            </a:pPr>
            <a:r>
              <a:rPr lang="zh-CN" sz="1200">
                <a:latin typeface="微软雅黑"/>
                <a:ea typeface="微软雅黑"/>
              </a:rPr>
              <a:t>口口</a:t>
            </a:r>
          </a:p>
          <a:p>
            <a:pPr>
              <a:spcBef>
                <a:spcPts val="51"/>
              </a:spcBef>
            </a:pPr>
            <a:r>
              <a:rPr lang="zh-CN" sz="1200">
                <a:latin typeface="微软雅黑"/>
                <a:ea typeface="微软雅黑"/>
              </a:rPr>
              <a:t>口口</a:t>
            </a:r>
          </a:p>
        </p:txBody>
      </p:sp>
    </p:spTree>
    <p:extLst>
      <p:ext uri="{BB962C8B-B14F-4D97-AF65-F5344CB8AC3E}">
        <p14:creationId xmlns:p14="http://schemas.microsoft.com/office/powerpoint/2010/main" val="156262612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Words>
  <Application>Microsoft Office PowerPoint</Application>
  <PresentationFormat>自定义</PresentationFormat>
  <Paragraphs>11</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等线 Light</vt:lpstr>
      <vt:lpstr>Arial</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yijin zhou</dc:creator>
  <cp:lastModifiedBy>yijin zhou</cp:lastModifiedBy>
  <cp:revision>1</cp:revision>
  <dcterms:created xsi:type="dcterms:W3CDTF">2026-10-19T04:47:28Z</dcterms:created>
  <dcterms:modified xsi:type="dcterms:W3CDTF">2026-10-19T04:47:28Z</dcterms:modified>
</cp:coreProperties>
</file>