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F0BCDB-CD1F-4395-8380-C20E3C36F82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0"/>
      <dgm:spPr/>
    </dgm:pt>
    <dgm:pt modelId="{E0BCB5AD-CF23-4612-B809-7B1D95F281EE}" type="pres">
      <dgm:prSet presAssocID="{3FF0BCDB-CD1F-4395-8380-C20E3C36F82C}" presName="Name0" presStyleCnt="0">
        <dgm:presLayoutVars>
          <dgm:dir/>
          <dgm:resizeHandles val="exact"/>
        </dgm:presLayoutVars>
      </dgm:prSet>
      <dgm:spPr/>
    </dgm:pt>
  </dgm:ptLst>
  <dgm:cxnLst>
    <dgm:cxn modelId="{800B7E0C-935B-451D-B866-53480D9FF5D9}" type="presOf" srcId="{3FF0BCDB-CD1F-4395-8380-C20E3C36F82C}" destId="{E0BCB5AD-CF23-4612-B809-7B1D95F281EE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F3F387-7994-4188-A2AF-6560598DA9E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25175C6-B2DB-4918-BC4C-A52B0D8ECF33}">
      <dgm:prSet phldrT="[文本]"/>
      <dgm:spPr/>
      <dgm:t>
        <a:bodyPr/>
        <a:lstStyle/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第一步</a:t>
          </a:r>
        </a:p>
      </dgm:t>
    </dgm:pt>
    <dgm:pt modelId="{BAD20E59-D210-4C44-856D-C22AE89A91E4}" type="parTrans" cxnId="{4E7A4742-6AE4-4F0C-80EC-A813BC6209ED}">
      <dgm:prSet/>
      <dgm:spPr/>
    </dgm:pt>
    <dgm:pt modelId="{7B5D5FC4-F79D-46CE-8F90-06FAB0122550}" type="sibTrans" cxnId="{4E7A4742-6AE4-4F0C-80EC-A813BC6209ED}">
      <dgm:prSet/>
      <dgm:spPr/>
      <dgm:t>
        <a:bodyPr/>
        <a:lstStyle/>
        <a:p>
          <a:endParaRPr lang="zh-CN" altLang="en-US"/>
        </a:p>
      </dgm:t>
    </dgm:pt>
    <dgm:pt modelId="{6E388B63-DBA3-4948-B38A-6F906A9F10EE}">
      <dgm:prSet phldrT="[文本]"/>
      <dgm:spPr/>
      <dgm:t>
        <a:bodyPr/>
        <a:lstStyle/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第二步</a:t>
          </a:r>
        </a:p>
      </dgm:t>
    </dgm:pt>
    <dgm:pt modelId="{C752FBF7-18A7-4B9F-B699-91A0B80D1BD9}" type="parTrans" cxnId="{D60299C0-15BB-4B86-B120-FF00AC6C18E3}">
      <dgm:prSet/>
      <dgm:spPr/>
    </dgm:pt>
    <dgm:pt modelId="{F1DEBF7B-4B62-468D-953D-59F866B5EFDA}" type="sibTrans" cxnId="{D60299C0-15BB-4B86-B120-FF00AC6C18E3}">
      <dgm:prSet/>
      <dgm:spPr/>
      <dgm:t>
        <a:bodyPr/>
        <a:lstStyle/>
        <a:p>
          <a:endParaRPr lang="zh-CN" altLang="en-US"/>
        </a:p>
      </dgm:t>
    </dgm:pt>
    <dgm:pt modelId="{58D45CF0-5709-4209-82A6-93C21F5CE696}">
      <dgm:prSet phldrT="[文本]"/>
      <dgm:spPr/>
      <dgm:t>
        <a:bodyPr/>
        <a:lstStyle/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第三步</a:t>
          </a:r>
        </a:p>
      </dgm:t>
    </dgm:pt>
    <dgm:pt modelId="{890B7AD7-D3BB-45C8-BD01-B450BABDDD18}" type="parTrans" cxnId="{01F036B9-9192-4C24-955D-60116FEBD06D}">
      <dgm:prSet/>
      <dgm:spPr/>
    </dgm:pt>
    <dgm:pt modelId="{D1992768-1C47-4971-9D16-946C90BB0CCD}" type="sibTrans" cxnId="{01F036B9-9192-4C24-955D-60116FEBD06D}">
      <dgm:prSet/>
      <dgm:spPr/>
    </dgm:pt>
    <dgm:pt modelId="{1D57F4BA-7482-4DE1-B759-945039ECCC83}" type="pres">
      <dgm:prSet presAssocID="{07F3F387-7994-4188-A2AF-6560598DA9E5}" presName="Name0" presStyleCnt="0">
        <dgm:presLayoutVars>
          <dgm:dir/>
          <dgm:resizeHandles val="exact"/>
        </dgm:presLayoutVars>
      </dgm:prSet>
      <dgm:spPr/>
    </dgm:pt>
    <dgm:pt modelId="{23A324A3-4965-419E-94EA-9FC1696009AB}" type="pres">
      <dgm:prSet presAssocID="{F25175C6-B2DB-4918-BC4C-A52B0D8ECF33}" presName="node" presStyleLbl="node1" presStyleIdx="0" presStyleCnt="3">
        <dgm:presLayoutVars>
          <dgm:bulletEnabled val="1"/>
        </dgm:presLayoutVars>
      </dgm:prSet>
      <dgm:spPr/>
    </dgm:pt>
    <dgm:pt modelId="{16315FDA-3DD3-4FF7-9CA5-B777B95CF087}" type="pres">
      <dgm:prSet presAssocID="{7B5D5FC4-F79D-46CE-8F90-06FAB0122550}" presName="sibTrans" presStyleLbl="sibTrans2D1" presStyleIdx="0" presStyleCnt="2"/>
      <dgm:spPr/>
    </dgm:pt>
    <dgm:pt modelId="{EE5CF9D4-B0F2-4D5D-8BC0-EBAAA1C53EB9}" type="pres">
      <dgm:prSet presAssocID="{7B5D5FC4-F79D-46CE-8F90-06FAB0122550}" presName="connectorText" presStyleLbl="sibTrans2D1" presStyleIdx="0" presStyleCnt="2"/>
      <dgm:spPr/>
    </dgm:pt>
    <dgm:pt modelId="{49066FA1-EBB1-4F51-9700-C4BACFA14C9E}" type="pres">
      <dgm:prSet presAssocID="{6E388B63-DBA3-4948-B38A-6F906A9F10EE}" presName="node" presStyleLbl="node1" presStyleIdx="1" presStyleCnt="3">
        <dgm:presLayoutVars>
          <dgm:bulletEnabled val="1"/>
        </dgm:presLayoutVars>
      </dgm:prSet>
      <dgm:spPr/>
    </dgm:pt>
    <dgm:pt modelId="{532ECDD7-DDB2-4AFA-87CA-42113467EB87}" type="pres">
      <dgm:prSet presAssocID="{F1DEBF7B-4B62-468D-953D-59F866B5EFDA}" presName="sibTrans" presStyleLbl="sibTrans2D1" presStyleIdx="1" presStyleCnt="2"/>
      <dgm:spPr/>
    </dgm:pt>
    <dgm:pt modelId="{BBB71045-70BF-4F3B-95EB-A9873721A703}" type="pres">
      <dgm:prSet presAssocID="{F1DEBF7B-4B62-468D-953D-59F866B5EFDA}" presName="connectorText" presStyleLbl="sibTrans2D1" presStyleIdx="1" presStyleCnt="2"/>
      <dgm:spPr/>
    </dgm:pt>
    <dgm:pt modelId="{96116A90-6742-434F-9C83-F2B94DF99E7B}" type="pres">
      <dgm:prSet presAssocID="{58D45CF0-5709-4209-82A6-93C21F5CE696}" presName="node" presStyleLbl="node1" presStyleIdx="2" presStyleCnt="3">
        <dgm:presLayoutVars>
          <dgm:bulletEnabled val="1"/>
        </dgm:presLayoutVars>
      </dgm:prSet>
      <dgm:spPr/>
    </dgm:pt>
  </dgm:ptLst>
  <dgm:cxnLst>
    <dgm:cxn modelId="{32B9340F-E14A-4D1A-98A9-DE7BC9A77C71}" type="presOf" srcId="{F1DEBF7B-4B62-468D-953D-59F866B5EFDA}" destId="{532ECDD7-DDB2-4AFA-87CA-42113467EB87}" srcOrd="0" destOrd="0" presId="urn:microsoft.com/office/officeart/2005/8/layout/process1"/>
    <dgm:cxn modelId="{2EE66412-CA5A-4045-AD13-BFA038AFE36D}" type="presOf" srcId="{7B5D5FC4-F79D-46CE-8F90-06FAB0122550}" destId="{16315FDA-3DD3-4FF7-9CA5-B777B95CF087}" srcOrd="0" destOrd="0" presId="urn:microsoft.com/office/officeart/2005/8/layout/process1"/>
    <dgm:cxn modelId="{11E29120-14FF-4924-B20D-11AB1E090DF5}" type="presOf" srcId="{F1DEBF7B-4B62-468D-953D-59F866B5EFDA}" destId="{BBB71045-70BF-4F3B-95EB-A9873721A703}" srcOrd="1" destOrd="0" presId="urn:microsoft.com/office/officeart/2005/8/layout/process1"/>
    <dgm:cxn modelId="{4E7A4742-6AE4-4F0C-80EC-A813BC6209ED}" srcId="{07F3F387-7994-4188-A2AF-6560598DA9E5}" destId="{F25175C6-B2DB-4918-BC4C-A52B0D8ECF33}" srcOrd="0" destOrd="0" parTransId="{BAD20E59-D210-4C44-856D-C22AE89A91E4}" sibTransId="{7B5D5FC4-F79D-46CE-8F90-06FAB0122550}"/>
    <dgm:cxn modelId="{F6F02C4C-9CC6-47D1-938E-29CEF7505E7E}" type="presOf" srcId="{6E388B63-DBA3-4948-B38A-6F906A9F10EE}" destId="{49066FA1-EBB1-4F51-9700-C4BACFA14C9E}" srcOrd="0" destOrd="0" presId="urn:microsoft.com/office/officeart/2005/8/layout/process1"/>
    <dgm:cxn modelId="{A50DF856-677A-4E3D-A36B-814AC490B01C}" type="presOf" srcId="{58D45CF0-5709-4209-82A6-93C21F5CE696}" destId="{96116A90-6742-434F-9C83-F2B94DF99E7B}" srcOrd="0" destOrd="0" presId="urn:microsoft.com/office/officeart/2005/8/layout/process1"/>
    <dgm:cxn modelId="{466D53A0-F47D-4956-B3A4-AFCB2E22C701}" type="presOf" srcId="{7B5D5FC4-F79D-46CE-8F90-06FAB0122550}" destId="{EE5CF9D4-B0F2-4D5D-8BC0-EBAAA1C53EB9}" srcOrd="1" destOrd="0" presId="urn:microsoft.com/office/officeart/2005/8/layout/process1"/>
    <dgm:cxn modelId="{02BB7CAC-B668-4398-B810-FEEE03432D59}" type="presOf" srcId="{07F3F387-7994-4188-A2AF-6560598DA9E5}" destId="{1D57F4BA-7482-4DE1-B759-945039ECCC83}" srcOrd="0" destOrd="0" presId="urn:microsoft.com/office/officeart/2005/8/layout/process1"/>
    <dgm:cxn modelId="{01F036B9-9192-4C24-955D-60116FEBD06D}" srcId="{07F3F387-7994-4188-A2AF-6560598DA9E5}" destId="{58D45CF0-5709-4209-82A6-93C21F5CE696}" srcOrd="2" destOrd="0" parTransId="{890B7AD7-D3BB-45C8-BD01-B450BABDDD18}" sibTransId="{D1992768-1C47-4971-9D16-946C90BB0CCD}"/>
    <dgm:cxn modelId="{D60299C0-15BB-4B86-B120-FF00AC6C18E3}" srcId="{07F3F387-7994-4188-A2AF-6560598DA9E5}" destId="{6E388B63-DBA3-4948-B38A-6F906A9F10EE}" srcOrd="1" destOrd="0" parTransId="{C752FBF7-18A7-4B9F-B699-91A0B80D1BD9}" sibTransId="{F1DEBF7B-4B62-468D-953D-59F866B5EFDA}"/>
    <dgm:cxn modelId="{07E61EEC-8A65-4DAF-8F62-28836BB11585}" type="presOf" srcId="{F25175C6-B2DB-4918-BC4C-A52B0D8ECF33}" destId="{23A324A3-4965-419E-94EA-9FC1696009AB}" srcOrd="0" destOrd="0" presId="urn:microsoft.com/office/officeart/2005/8/layout/process1"/>
    <dgm:cxn modelId="{D8A3CDD4-69F6-4F07-9543-F9873F0BC6BB}" type="presParOf" srcId="{1D57F4BA-7482-4DE1-B759-945039ECCC83}" destId="{23A324A3-4965-419E-94EA-9FC1696009AB}" srcOrd="0" destOrd="0" presId="urn:microsoft.com/office/officeart/2005/8/layout/process1"/>
    <dgm:cxn modelId="{2E16CC80-8F3F-4F65-B48B-6AED8AE9EC6B}" type="presParOf" srcId="{1D57F4BA-7482-4DE1-B759-945039ECCC83}" destId="{16315FDA-3DD3-4FF7-9CA5-B777B95CF087}" srcOrd="1" destOrd="0" presId="urn:microsoft.com/office/officeart/2005/8/layout/process1"/>
    <dgm:cxn modelId="{6411879E-1B49-4160-8451-D22186BAC605}" type="presParOf" srcId="{16315FDA-3DD3-4FF7-9CA5-B777B95CF087}" destId="{EE5CF9D4-B0F2-4D5D-8BC0-EBAAA1C53EB9}" srcOrd="0" destOrd="0" presId="urn:microsoft.com/office/officeart/2005/8/layout/process1"/>
    <dgm:cxn modelId="{F3F28B0F-7F34-4073-A5AA-2A16EB0249AC}" type="presParOf" srcId="{1D57F4BA-7482-4DE1-B759-945039ECCC83}" destId="{49066FA1-EBB1-4F51-9700-C4BACFA14C9E}" srcOrd="2" destOrd="0" presId="urn:microsoft.com/office/officeart/2005/8/layout/process1"/>
    <dgm:cxn modelId="{D2BE7AB5-1F61-440A-A8A5-3F1B497CE2BF}" type="presParOf" srcId="{1D57F4BA-7482-4DE1-B759-945039ECCC83}" destId="{532ECDD7-DDB2-4AFA-87CA-42113467EB87}" srcOrd="3" destOrd="0" presId="urn:microsoft.com/office/officeart/2005/8/layout/process1"/>
    <dgm:cxn modelId="{24078127-A4BD-4584-8B7E-FF817472572D}" type="presParOf" srcId="{532ECDD7-DDB2-4AFA-87CA-42113467EB87}" destId="{BBB71045-70BF-4F3B-95EB-A9873721A703}" srcOrd="0" destOrd="0" presId="urn:microsoft.com/office/officeart/2005/8/layout/process1"/>
    <dgm:cxn modelId="{B9A7DECB-F8E5-4180-9589-B67EBA2C6109}" type="presParOf" srcId="{1D57F4BA-7482-4DE1-B759-945039ECCC83}" destId="{96116A90-6742-434F-9C83-F2B94DF99E7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13791F-25A9-49C4-99E1-7A32E6B9F0B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E2F2507-9A18-4428-A7CE-689C26D459B8}">
      <dgm:prSet phldrT="[文本]"/>
      <dgm:spPr/>
      <dgm:t>
        <a:bodyPr/>
        <a:lstStyle/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计划</a:t>
          </a:r>
        </a:p>
      </dgm:t>
    </dgm:pt>
    <dgm:pt modelId="{362C8844-B32D-4257-B329-519B4A6D1636}" type="parTrans" cxnId="{DA4E20B5-BC6C-4F63-843B-36D9A60323BB}">
      <dgm:prSet/>
      <dgm:spPr/>
    </dgm:pt>
    <dgm:pt modelId="{1061A4C7-A04B-48FC-9DAE-8D1C851D35E2}" type="sibTrans" cxnId="{DA4E20B5-BC6C-4F63-843B-36D9A60323BB}">
      <dgm:prSet/>
      <dgm:spPr/>
      <dgm:t>
        <a:bodyPr/>
        <a:lstStyle/>
        <a:p>
          <a:endParaRPr lang="zh-CN" altLang="en-US"/>
        </a:p>
      </dgm:t>
    </dgm:pt>
    <dgm:pt modelId="{CD6216F0-4110-4A54-AE1C-A8D774295DD7}">
      <dgm:prSet phldrT="[文本]"/>
      <dgm:spPr/>
      <dgm:t>
        <a:bodyPr/>
        <a:lstStyle/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执行</a:t>
          </a:r>
        </a:p>
      </dgm:t>
    </dgm:pt>
    <dgm:pt modelId="{143AA7B6-BA54-4BC5-B6A9-B39F5E05D2AE}" type="parTrans" cxnId="{BE83F714-BFC9-46DE-8794-E94DBF2FA207}">
      <dgm:prSet/>
      <dgm:spPr/>
    </dgm:pt>
    <dgm:pt modelId="{A8F7FE13-88D7-4B1F-8772-7267D212F981}" type="sibTrans" cxnId="{BE83F714-BFC9-46DE-8794-E94DBF2FA207}">
      <dgm:prSet/>
      <dgm:spPr/>
      <dgm:t>
        <a:bodyPr/>
        <a:lstStyle/>
        <a:p>
          <a:endParaRPr lang="zh-CN" altLang="en-US"/>
        </a:p>
      </dgm:t>
    </dgm:pt>
    <dgm:pt modelId="{A9F3D7A6-A673-4F50-932E-D5AE82F8C5BC}">
      <dgm:prSet phldrT="[文本]"/>
      <dgm:spPr/>
      <dgm:t>
        <a:bodyPr/>
        <a:lstStyle/>
        <a:p>
          <a:r>
            <a:rPr lang="zh-CN" altLang="en-US">
              <a:latin typeface="Microsoft YaHei" panose="020B0503020204020204" pitchFamily="34" charset="-122"/>
              <a:ea typeface="Microsoft YaHei" panose="020B0503020204020204" pitchFamily="34" charset="-122"/>
            </a:rPr>
            <a:t>检查</a:t>
          </a:r>
        </a:p>
      </dgm:t>
    </dgm:pt>
    <dgm:pt modelId="{3B80D71E-B5F9-4B4F-AB7A-705E5B8CD565}" type="parTrans" cxnId="{A217268D-59C7-4BF1-A2A7-83FB5328EEC0}">
      <dgm:prSet/>
      <dgm:spPr/>
    </dgm:pt>
    <dgm:pt modelId="{7179C27F-CC99-4ECB-956C-E585BA27803B}" type="sibTrans" cxnId="{A217268D-59C7-4BF1-A2A7-83FB5328EEC0}">
      <dgm:prSet/>
      <dgm:spPr/>
    </dgm:pt>
    <dgm:pt modelId="{44785001-DE9F-41A9-B9A7-68EB4FB222B9}" type="pres">
      <dgm:prSet presAssocID="{9B13791F-25A9-49C4-99E1-7A32E6B9F0B5}" presName="Name0" presStyleCnt="0">
        <dgm:presLayoutVars>
          <dgm:dir/>
          <dgm:resizeHandles val="exact"/>
        </dgm:presLayoutVars>
      </dgm:prSet>
      <dgm:spPr/>
    </dgm:pt>
    <dgm:pt modelId="{C9F2E4DD-1867-48D9-B0F7-009B6B660455}" type="pres">
      <dgm:prSet presAssocID="{CE2F2507-9A18-4428-A7CE-689C26D459B8}" presName="node" presStyleLbl="node1" presStyleIdx="0" presStyleCnt="3">
        <dgm:presLayoutVars>
          <dgm:bulletEnabled val="1"/>
        </dgm:presLayoutVars>
      </dgm:prSet>
      <dgm:spPr/>
    </dgm:pt>
    <dgm:pt modelId="{062254B5-91B2-47CD-9F31-BA7F41A9CB2A}" type="pres">
      <dgm:prSet presAssocID="{1061A4C7-A04B-48FC-9DAE-8D1C851D35E2}" presName="sibTrans" presStyleLbl="sibTrans2D1" presStyleIdx="0" presStyleCnt="2"/>
      <dgm:spPr/>
    </dgm:pt>
    <dgm:pt modelId="{4B1EC622-4153-4046-BB01-2522E16E4488}" type="pres">
      <dgm:prSet presAssocID="{1061A4C7-A04B-48FC-9DAE-8D1C851D35E2}" presName="connectorText" presStyleLbl="sibTrans2D1" presStyleIdx="0" presStyleCnt="2"/>
      <dgm:spPr/>
    </dgm:pt>
    <dgm:pt modelId="{4C77396D-9358-4D19-8816-87E7B6F50A55}" type="pres">
      <dgm:prSet presAssocID="{CD6216F0-4110-4A54-AE1C-A8D774295DD7}" presName="node" presStyleLbl="node1" presStyleIdx="1" presStyleCnt="3">
        <dgm:presLayoutVars>
          <dgm:bulletEnabled val="1"/>
        </dgm:presLayoutVars>
      </dgm:prSet>
      <dgm:spPr/>
    </dgm:pt>
    <dgm:pt modelId="{3CC4F9C2-CC29-4E84-AE4F-B90A3D16102E}" type="pres">
      <dgm:prSet presAssocID="{A8F7FE13-88D7-4B1F-8772-7267D212F981}" presName="sibTrans" presStyleLbl="sibTrans2D1" presStyleIdx="1" presStyleCnt="2"/>
      <dgm:spPr/>
    </dgm:pt>
    <dgm:pt modelId="{A3096616-CC20-4255-A8B9-9346E8316BF4}" type="pres">
      <dgm:prSet presAssocID="{A8F7FE13-88D7-4B1F-8772-7267D212F981}" presName="connectorText" presStyleLbl="sibTrans2D1" presStyleIdx="1" presStyleCnt="2"/>
      <dgm:spPr/>
    </dgm:pt>
    <dgm:pt modelId="{045AD538-555D-402E-AC36-3CDEBF7150A8}" type="pres">
      <dgm:prSet presAssocID="{A9F3D7A6-A673-4F50-932E-D5AE82F8C5BC}" presName="node" presStyleLbl="node1" presStyleIdx="2" presStyleCnt="3">
        <dgm:presLayoutVars>
          <dgm:bulletEnabled val="1"/>
        </dgm:presLayoutVars>
      </dgm:prSet>
      <dgm:spPr/>
    </dgm:pt>
  </dgm:ptLst>
  <dgm:cxnLst>
    <dgm:cxn modelId="{BE83F714-BFC9-46DE-8794-E94DBF2FA207}" srcId="{9B13791F-25A9-49C4-99E1-7A32E6B9F0B5}" destId="{CD6216F0-4110-4A54-AE1C-A8D774295DD7}" srcOrd="1" destOrd="0" parTransId="{143AA7B6-BA54-4BC5-B6A9-B39F5E05D2AE}" sibTransId="{A8F7FE13-88D7-4B1F-8772-7267D212F981}"/>
    <dgm:cxn modelId="{90D53335-3E5F-4472-B7EE-B6E79FDB1241}" type="presOf" srcId="{1061A4C7-A04B-48FC-9DAE-8D1C851D35E2}" destId="{4B1EC622-4153-4046-BB01-2522E16E4488}" srcOrd="1" destOrd="0" presId="urn:microsoft.com/office/officeart/2005/8/layout/process1"/>
    <dgm:cxn modelId="{7F9FAB35-EEAE-4E9F-B372-CAD2C1F61510}" type="presOf" srcId="{CD6216F0-4110-4A54-AE1C-A8D774295DD7}" destId="{4C77396D-9358-4D19-8816-87E7B6F50A55}" srcOrd="0" destOrd="0" presId="urn:microsoft.com/office/officeart/2005/8/layout/process1"/>
    <dgm:cxn modelId="{2D077A61-46B1-4527-AD6F-4CFBD1D11184}" type="presOf" srcId="{CE2F2507-9A18-4428-A7CE-689C26D459B8}" destId="{C9F2E4DD-1867-48D9-B0F7-009B6B660455}" srcOrd="0" destOrd="0" presId="urn:microsoft.com/office/officeart/2005/8/layout/process1"/>
    <dgm:cxn modelId="{C8BA8677-06FC-4A66-A908-88FA35925CE2}" type="presOf" srcId="{1061A4C7-A04B-48FC-9DAE-8D1C851D35E2}" destId="{062254B5-91B2-47CD-9F31-BA7F41A9CB2A}" srcOrd="0" destOrd="0" presId="urn:microsoft.com/office/officeart/2005/8/layout/process1"/>
    <dgm:cxn modelId="{A217268D-59C7-4BF1-A2A7-83FB5328EEC0}" srcId="{9B13791F-25A9-49C4-99E1-7A32E6B9F0B5}" destId="{A9F3D7A6-A673-4F50-932E-D5AE82F8C5BC}" srcOrd="2" destOrd="0" parTransId="{3B80D71E-B5F9-4B4F-AB7A-705E5B8CD565}" sibTransId="{7179C27F-CC99-4ECB-956C-E585BA27803B}"/>
    <dgm:cxn modelId="{0EA68E9B-EA24-4E98-818E-C08C801C5FE7}" type="presOf" srcId="{A8F7FE13-88D7-4B1F-8772-7267D212F981}" destId="{A3096616-CC20-4255-A8B9-9346E8316BF4}" srcOrd="1" destOrd="0" presId="urn:microsoft.com/office/officeart/2005/8/layout/process1"/>
    <dgm:cxn modelId="{DA4E20B5-BC6C-4F63-843B-36D9A60323BB}" srcId="{9B13791F-25A9-49C4-99E1-7A32E6B9F0B5}" destId="{CE2F2507-9A18-4428-A7CE-689C26D459B8}" srcOrd="0" destOrd="0" parTransId="{362C8844-B32D-4257-B329-519B4A6D1636}" sibTransId="{1061A4C7-A04B-48FC-9DAE-8D1C851D35E2}"/>
    <dgm:cxn modelId="{08A9CCB9-39C5-46DE-88AB-8E99FDE695EF}" type="presOf" srcId="{A8F7FE13-88D7-4B1F-8772-7267D212F981}" destId="{3CC4F9C2-CC29-4E84-AE4F-B90A3D16102E}" srcOrd="0" destOrd="0" presId="urn:microsoft.com/office/officeart/2005/8/layout/process1"/>
    <dgm:cxn modelId="{F40F61D3-D667-4E15-A20B-75C1E3359727}" type="presOf" srcId="{9B13791F-25A9-49C4-99E1-7A32E6B9F0B5}" destId="{44785001-DE9F-41A9-B9A7-68EB4FB222B9}" srcOrd="0" destOrd="0" presId="urn:microsoft.com/office/officeart/2005/8/layout/process1"/>
    <dgm:cxn modelId="{E1B9E6E0-D91C-424F-84D1-688B287550F9}" type="presOf" srcId="{A9F3D7A6-A673-4F50-932E-D5AE82F8C5BC}" destId="{045AD538-555D-402E-AC36-3CDEBF7150A8}" srcOrd="0" destOrd="0" presId="urn:microsoft.com/office/officeart/2005/8/layout/process1"/>
    <dgm:cxn modelId="{7C018B01-AEF2-4508-87C2-10B12FB3B884}" type="presParOf" srcId="{44785001-DE9F-41A9-B9A7-68EB4FB222B9}" destId="{C9F2E4DD-1867-48D9-B0F7-009B6B660455}" srcOrd="0" destOrd="0" presId="urn:microsoft.com/office/officeart/2005/8/layout/process1"/>
    <dgm:cxn modelId="{BE790BF2-A919-4C88-BF86-813852E81F79}" type="presParOf" srcId="{44785001-DE9F-41A9-B9A7-68EB4FB222B9}" destId="{062254B5-91B2-47CD-9F31-BA7F41A9CB2A}" srcOrd="1" destOrd="0" presId="urn:microsoft.com/office/officeart/2005/8/layout/process1"/>
    <dgm:cxn modelId="{CC61B1BC-0E94-4FEC-BF5D-2EA08241923C}" type="presParOf" srcId="{062254B5-91B2-47CD-9F31-BA7F41A9CB2A}" destId="{4B1EC622-4153-4046-BB01-2522E16E4488}" srcOrd="0" destOrd="0" presId="urn:microsoft.com/office/officeart/2005/8/layout/process1"/>
    <dgm:cxn modelId="{10586350-25FA-43C3-9E9B-474FA50F2A46}" type="presParOf" srcId="{44785001-DE9F-41A9-B9A7-68EB4FB222B9}" destId="{4C77396D-9358-4D19-8816-87E7B6F50A55}" srcOrd="2" destOrd="0" presId="urn:microsoft.com/office/officeart/2005/8/layout/process1"/>
    <dgm:cxn modelId="{C0DFC302-00E3-4EC8-AEE0-ADF396249834}" type="presParOf" srcId="{44785001-DE9F-41A9-B9A7-68EB4FB222B9}" destId="{3CC4F9C2-CC29-4E84-AE4F-B90A3D16102E}" srcOrd="3" destOrd="0" presId="urn:microsoft.com/office/officeart/2005/8/layout/process1"/>
    <dgm:cxn modelId="{6187015A-869E-4B2A-93D6-B84ECBD4CEE5}" type="presParOf" srcId="{3CC4F9C2-CC29-4E84-AE4F-B90A3D16102E}" destId="{A3096616-CC20-4255-A8B9-9346E8316BF4}" srcOrd="0" destOrd="0" presId="urn:microsoft.com/office/officeart/2005/8/layout/process1"/>
    <dgm:cxn modelId="{B6322E8F-6BB4-44FA-84DB-01F9071365D5}" type="presParOf" srcId="{44785001-DE9F-41A9-B9A7-68EB4FB222B9}" destId="{045AD538-555D-402E-AC36-3CDEBF7150A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324A3-4965-419E-94EA-9FC1696009AB}">
      <dsp:nvSpPr>
        <dsp:cNvPr id="0" name=""/>
        <dsp:cNvSpPr/>
      </dsp:nvSpPr>
      <dsp:spPr>
        <a:xfrm>
          <a:off x="4911" y="1464617"/>
          <a:ext cx="1467941" cy="880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第一步</a:t>
          </a:r>
        </a:p>
      </dsp:txBody>
      <dsp:txXfrm>
        <a:off x="30708" y="1490414"/>
        <a:ext cx="1416347" cy="829170"/>
      </dsp:txXfrm>
    </dsp:sp>
    <dsp:sp modelId="{16315FDA-3DD3-4FF7-9CA5-B777B95CF087}">
      <dsp:nvSpPr>
        <dsp:cNvPr id="0" name=""/>
        <dsp:cNvSpPr/>
      </dsp:nvSpPr>
      <dsp:spPr>
        <a:xfrm>
          <a:off x="1619646" y="1722975"/>
          <a:ext cx="311203" cy="3640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619646" y="1795785"/>
        <a:ext cx="217842" cy="218429"/>
      </dsp:txXfrm>
    </dsp:sp>
    <dsp:sp modelId="{49066FA1-EBB1-4F51-9700-C4BACFA14C9E}">
      <dsp:nvSpPr>
        <dsp:cNvPr id="0" name=""/>
        <dsp:cNvSpPr/>
      </dsp:nvSpPr>
      <dsp:spPr>
        <a:xfrm>
          <a:off x="2060029" y="1464617"/>
          <a:ext cx="1467941" cy="880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第二步</a:t>
          </a:r>
        </a:p>
      </dsp:txBody>
      <dsp:txXfrm>
        <a:off x="2085826" y="1490414"/>
        <a:ext cx="1416347" cy="829170"/>
      </dsp:txXfrm>
    </dsp:sp>
    <dsp:sp modelId="{532ECDD7-DDB2-4AFA-87CA-42113467EB87}">
      <dsp:nvSpPr>
        <dsp:cNvPr id="0" name=""/>
        <dsp:cNvSpPr/>
      </dsp:nvSpPr>
      <dsp:spPr>
        <a:xfrm>
          <a:off x="3674764" y="1722975"/>
          <a:ext cx="311203" cy="3640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3674764" y="1795785"/>
        <a:ext cx="217842" cy="218429"/>
      </dsp:txXfrm>
    </dsp:sp>
    <dsp:sp modelId="{96116A90-6742-434F-9C83-F2B94DF99E7B}">
      <dsp:nvSpPr>
        <dsp:cNvPr id="0" name=""/>
        <dsp:cNvSpPr/>
      </dsp:nvSpPr>
      <dsp:spPr>
        <a:xfrm>
          <a:off x="4115147" y="1464617"/>
          <a:ext cx="1467941" cy="880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第三步</a:t>
          </a:r>
        </a:p>
      </dsp:txBody>
      <dsp:txXfrm>
        <a:off x="4140944" y="1490414"/>
        <a:ext cx="1416347" cy="8291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324A3-4965-419E-94EA-9FC1696009AB}">
      <dsp:nvSpPr>
        <dsp:cNvPr id="0" name=""/>
        <dsp:cNvSpPr/>
      </dsp:nvSpPr>
      <dsp:spPr>
        <a:xfrm>
          <a:off x="4911" y="1464617"/>
          <a:ext cx="1467941" cy="880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第一步</a:t>
          </a:r>
        </a:p>
      </dsp:txBody>
      <dsp:txXfrm>
        <a:off x="30708" y="1490414"/>
        <a:ext cx="1416347" cy="829170"/>
      </dsp:txXfrm>
    </dsp:sp>
    <dsp:sp modelId="{16315FDA-3DD3-4FF7-9CA5-B777B95CF087}">
      <dsp:nvSpPr>
        <dsp:cNvPr id="0" name=""/>
        <dsp:cNvSpPr/>
      </dsp:nvSpPr>
      <dsp:spPr>
        <a:xfrm>
          <a:off x="1619646" y="1722975"/>
          <a:ext cx="311203" cy="3640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619646" y="1795785"/>
        <a:ext cx="217842" cy="218429"/>
      </dsp:txXfrm>
    </dsp:sp>
    <dsp:sp modelId="{49066FA1-EBB1-4F51-9700-C4BACFA14C9E}">
      <dsp:nvSpPr>
        <dsp:cNvPr id="0" name=""/>
        <dsp:cNvSpPr/>
      </dsp:nvSpPr>
      <dsp:spPr>
        <a:xfrm>
          <a:off x="2060029" y="1464617"/>
          <a:ext cx="1467941" cy="880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第二步</a:t>
          </a:r>
        </a:p>
      </dsp:txBody>
      <dsp:txXfrm>
        <a:off x="2085826" y="1490414"/>
        <a:ext cx="1416347" cy="829170"/>
      </dsp:txXfrm>
    </dsp:sp>
    <dsp:sp modelId="{532ECDD7-DDB2-4AFA-87CA-42113467EB87}">
      <dsp:nvSpPr>
        <dsp:cNvPr id="0" name=""/>
        <dsp:cNvSpPr/>
      </dsp:nvSpPr>
      <dsp:spPr>
        <a:xfrm>
          <a:off x="3674764" y="1722975"/>
          <a:ext cx="311203" cy="3640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3674764" y="1795785"/>
        <a:ext cx="217842" cy="218429"/>
      </dsp:txXfrm>
    </dsp:sp>
    <dsp:sp modelId="{96116A90-6742-434F-9C83-F2B94DF99E7B}">
      <dsp:nvSpPr>
        <dsp:cNvPr id="0" name=""/>
        <dsp:cNvSpPr/>
      </dsp:nvSpPr>
      <dsp:spPr>
        <a:xfrm>
          <a:off x="4115147" y="1464617"/>
          <a:ext cx="1467941" cy="880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第三步</a:t>
          </a:r>
        </a:p>
      </dsp:txBody>
      <dsp:txXfrm>
        <a:off x="4140944" y="1490414"/>
        <a:ext cx="1416347" cy="8291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2E4DD-1867-48D9-B0F7-009B6B660455}">
      <dsp:nvSpPr>
        <dsp:cNvPr id="0" name=""/>
        <dsp:cNvSpPr/>
      </dsp:nvSpPr>
      <dsp:spPr>
        <a:xfrm>
          <a:off x="9376" y="1318269"/>
          <a:ext cx="2802433" cy="1681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旧的第一项</a:t>
          </a:r>
        </a:p>
      </dsp:txBody>
      <dsp:txXfrm>
        <a:off x="58624" y="1367517"/>
        <a:ext cx="2703937" cy="1582964"/>
      </dsp:txXfrm>
    </dsp:sp>
    <dsp:sp modelId="{062254B5-91B2-47CD-9F31-BA7F41A9CB2A}">
      <dsp:nvSpPr>
        <dsp:cNvPr id="0" name=""/>
        <dsp:cNvSpPr/>
      </dsp:nvSpPr>
      <dsp:spPr>
        <a:xfrm>
          <a:off x="3092053" y="1811498"/>
          <a:ext cx="594115" cy="6950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600" kern="1200"/>
        </a:p>
      </dsp:txBody>
      <dsp:txXfrm>
        <a:off x="3092053" y="1950499"/>
        <a:ext cx="415881" cy="417001"/>
      </dsp:txXfrm>
    </dsp:sp>
    <dsp:sp modelId="{4C77396D-9358-4D19-8816-87E7B6F50A55}">
      <dsp:nvSpPr>
        <dsp:cNvPr id="0" name=""/>
        <dsp:cNvSpPr/>
      </dsp:nvSpPr>
      <dsp:spPr>
        <a:xfrm>
          <a:off x="3932783" y="1318269"/>
          <a:ext cx="2802433" cy="1681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旧的第二项</a:t>
          </a:r>
        </a:p>
      </dsp:txBody>
      <dsp:txXfrm>
        <a:off x="3982031" y="1367517"/>
        <a:ext cx="2703937" cy="1582964"/>
      </dsp:txXfrm>
    </dsp:sp>
    <dsp:sp modelId="{3CC4F9C2-CC29-4E84-AE4F-B90A3D16102E}">
      <dsp:nvSpPr>
        <dsp:cNvPr id="0" name=""/>
        <dsp:cNvSpPr/>
      </dsp:nvSpPr>
      <dsp:spPr>
        <a:xfrm>
          <a:off x="7015460" y="1811498"/>
          <a:ext cx="594115" cy="6950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600" kern="1200"/>
        </a:p>
      </dsp:txBody>
      <dsp:txXfrm>
        <a:off x="7015460" y="1950499"/>
        <a:ext cx="415881" cy="417001"/>
      </dsp:txXfrm>
    </dsp:sp>
    <dsp:sp modelId="{045AD538-555D-402E-AC36-3CDEBF7150A8}">
      <dsp:nvSpPr>
        <dsp:cNvPr id="0" name=""/>
        <dsp:cNvSpPr/>
      </dsp:nvSpPr>
      <dsp:spPr>
        <a:xfrm>
          <a:off x="7856190" y="1318269"/>
          <a:ext cx="2802433" cy="1681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5600" kern="1200">
              <a:latin typeface="Microsoft YaHei" panose="020B0503020204020204" pitchFamily="34" charset="-122"/>
              <a:ea typeface="Microsoft YaHei" panose="020B0503020204020204" pitchFamily="34" charset="-122"/>
            </a:rPr>
            <a:t>旧的第三项</a:t>
          </a:r>
        </a:p>
      </dsp:txBody>
      <dsp:txXfrm>
        <a:off x="7905438" y="1367517"/>
        <a:ext cx="2703937" cy="1582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B69E4-83BA-7C4B-0A2B-6456954C0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A39689F-6A79-59EE-8C63-59A4BD770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13529B-B8C2-49B1-AAFF-4C9EA96E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43E3DC-D4EB-C4B6-D960-C68E4A08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46438A-5517-0DA4-205B-C4734607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895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054A2-051B-7DE9-9883-664FAD08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C3BA03-5DE2-2F89-EE11-D0E59D64E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97453B-BE6D-BEFB-5D04-FC7020EF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F8040-434F-20F2-CFD8-743800E5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9201D-5B80-4B0E-DD78-B944BCB8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5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8C1FFA-C0AF-C6BC-7AA7-55263E1F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6BE665-368E-E92D-CDF9-19AF132AA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71F099-82B7-0584-8A1B-34E1E4AC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3D3322-ECEC-1585-6C40-98148D53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D5E7DF-8DD7-6425-592C-E4C6876E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78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90298-37FE-9067-9753-413CA739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B72FAA-6BFC-7E66-9A7D-0ECCF5D22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E6E5ED-927E-8872-0793-DADA8F969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3C3541-6DB3-1035-1170-23DF40F4F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FA7816-A61B-A3C5-EE43-BB53B430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CA6CD1-CD84-A69E-66A3-B7BC0750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120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556BD-243A-8AEE-79D0-056A5A5FA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B725B-71FB-6932-AA3A-6F4163EB9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783E6E-6A5A-5AB0-7891-C24FA7749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C49222-A25C-6005-0850-981A54706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672A05-05F6-C28A-C45F-ABB39BA8D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9CD412-E3F5-EFE3-8E8E-AB09260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B95732-D0AC-F304-F3F2-EB4A080A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1CA233-1025-204D-829A-7D7CFC0C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07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413AC-45D1-D9B3-9EC8-CEFDB4B3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B69B62-B22C-4367-A10C-FC0DB349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F17748-6FCF-B8A0-B570-361B10C7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D3C025-FC17-1B6B-FAC6-6BAA50CB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1CB4EA-273A-79BC-7343-4BB798AB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012898-F4B0-2F5B-A0BA-A51231A6A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D1C503-9DB4-C813-4571-D9BA7610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21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CD3DC-3F75-458A-AE4C-F03F22DDE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D1D47E-2BC0-F0A4-8B40-B9A9490FF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A13FDA-BB4F-17B6-BA5C-15E9926D3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00C462-0E4D-6E46-7140-80C95CC4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48AF73-6907-BEE1-0180-6B39A92F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325DE4-6CDA-37A2-5461-6E6E77BC7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943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0BC7F-83EB-B3F4-E001-804DE47D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3A123B-9DC5-8CDC-2D52-1FC9A53E8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823EBD-A628-2D44-E2C8-457F2EED7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7A2FD7-3494-156C-BC6E-DE707549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898EE8-2A00-A9EE-C93F-FFEF7CF34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C13DB0-B0DA-ACA3-0DCE-E1B2B8D3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69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A8591-3CC5-693B-7C31-CF6D8617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067EE1-0B68-1663-CF88-468BD3095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671458-62B0-E891-3088-AF51AEB8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CCAB19-7C0D-EBBB-53F4-144529A05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B04A79-395A-F81B-0FDA-25CB3205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08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C3BE00-37FB-7EF5-BB1A-DC126CFDB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65B924-E552-1E21-6AB2-D2536C08F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7935E-CB9A-60EC-BBDB-D608B6485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CBDFA-0D92-8B0F-8AE3-2863ABB0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744E07-F8D4-925F-C64F-6671174E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30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3A9D04-904F-8B97-7995-E495FC9F2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59EFE9-CDA5-042C-050C-83A7BB55B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9BB12-DB8A-3DF9-D217-C2F0ABA88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6E73C-3208-427B-9787-44F78FD7CCF3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1C1EF-A42E-766B-F908-206668E09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23D3FB-86D0-D5F4-3403-35BBB3C74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8B634-35B5-46DA-B2A7-3541828C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65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4896C23F-E61C-3F3D-DD9B-038AE28A02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960235"/>
              </p:ext>
            </p:extLst>
          </p:nvPr>
        </p:nvGraphicFramePr>
        <p:xfrm>
          <a:off x="254000" y="1524000"/>
          <a:ext cx="55880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A9FEBF3B-0988-62A6-C9FE-BA9BCDFAFC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0775202"/>
              </p:ext>
            </p:extLst>
          </p:nvPr>
        </p:nvGraphicFramePr>
        <p:xfrm>
          <a:off x="6350000" y="1524000"/>
          <a:ext cx="55880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8274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736774A6-C81E-783E-C678-155932390A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978065"/>
              </p:ext>
            </p:extLst>
          </p:nvPr>
        </p:nvGraphicFramePr>
        <p:xfrm>
          <a:off x="762000" y="1270000"/>
          <a:ext cx="10668000" cy="431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519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2026-10-26T11:57:50Z</dcterms:created>
  <dcterms:modified xsi:type="dcterms:W3CDTF">2026-10-26T11:57:50Z</dcterms:modified>
</cp:coreProperties>
</file>