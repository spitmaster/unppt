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5E219-FCBC-D623-CDA9-94CAE0BEE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2D1E8B-BD1D-23AE-BE18-F09D30ED9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D08741-7E6F-93A4-29ED-2B4492FD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FD2D50-BCC0-8DC8-60FB-B3FFDA000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0AD58E-7350-278A-1271-E63453F0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6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5F32A-BAFA-2701-0309-FA37E4B1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E1DC61-3B42-F69E-927A-A51F62485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948368-C6A0-1A8B-E4F0-C71E5912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27AE47-EEF9-2C9B-55FC-41B689E58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CDBC0F-2EE6-AACB-A43A-E8F37476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66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7ADCF-2639-C04B-3449-C98D76404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C269B4-6201-98DD-C77D-010505CB4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732969-9295-9D09-7A8C-4BD43FD2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7FA6DE-6BD3-C202-8120-44732294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496A24-470A-AAC4-8479-6C036BBF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930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2A658-EE3D-09BD-E8F9-8410EEA0E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02F799-EC8A-B4DD-F6C4-052BB5769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A4F595-423B-E5AE-B072-A00490B93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AA9C6-B024-458A-18B6-CA433028B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755DE2-3BE2-9761-8FB4-D33761D06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F18309-6B80-C57E-1A2C-A13C1D4A1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130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1E396F-7324-107A-FE96-0EA48767C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93F1E1-5D25-73C8-3101-64EBBD3B6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11A744-8246-1E3E-F391-95086ED53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C45C27-8C74-B7BB-D12E-19D6A973E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76E1E4-2C72-E56B-B8A7-A2FEC594B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928979-1F5E-613E-33B7-D108E305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CC03A9-E5AC-73BE-9BCE-D55607A3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B0FC03-E430-F5CA-5463-3CB18721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046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09A046-43B4-0474-CB6F-9FD2A6F36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12F194-01DB-0867-895C-94DDCF2BA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720284-ECFD-C706-D029-0A1526D9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98E7D3-725E-D7D4-D05C-31F04ACDF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28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D914C3-0420-B1EA-1923-8D453309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6583BA-F270-9DFC-E238-3051AE43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F920DD-051F-CEEF-4493-C33483DC7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900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17E67-2421-AC77-8CC8-2C278B51F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157ED9-D998-A966-5F4F-B5EE33FDE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D6DBF2-EB3D-56A4-0DE9-48DA4E275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1F93C8-E2E0-6765-9C2D-36B2E72D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4E2AC6-A589-84D1-708A-CAB8E6F7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F04C27-ABFD-BCAF-CB38-39B842CD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17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67999-14EE-FEB2-356A-DACB4EFD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208334-16E1-36F1-1832-9D339C3E76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3CF85C-3D64-9289-EA13-88D987F0D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72E55-23DB-B466-9145-252FDCA4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90348F-B707-0C27-05B6-85C0EC80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F957A5-5F3E-0F0B-B73D-05265283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814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45E92-D7DB-0547-2574-145080F0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86C55D-7D6C-ECD6-5AF7-A5ACD25EB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59BFE1-45B6-B82D-6677-B992D366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462CD-49F5-4F22-EC01-FF9EFF3A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2B3D04-26D3-9622-3F13-CB4F1008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08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E97B6B-E3C4-4727-0AEF-AE3AB49AF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EDDF43-35BC-0304-5E8A-077DE66A0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B86CD5-2262-5E11-E5AB-E0A3905DC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149F93-ADA6-552B-4D7E-102EA7032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B16463-D46F-5BAE-131B-E628F4D8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805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E1EF8-5F6A-CE62-09A9-CF73EE62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C46BC6-FF6E-A7C2-EB2C-4F84D64E6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FCCD7E-D1FD-3E60-F6F0-748BBEA3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E6E27-F2EA-54CC-CE2B-C4BFADC2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1172F-C8EE-8E26-C3AD-ACA2CE2A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378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E0CDCB-9A03-5E34-1F8F-4BEC62733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B4EB49-AE31-C25C-ABD3-E61545129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D5A03D-6BB1-A5D3-4B95-91405DF49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52C1E-B754-410E-A23F-966890DC5F24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3A92CA-2B3C-3650-04ED-E987463E1A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6C70DB-52D4-506E-DD5E-0B48D0FBB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AC40A-DE60-41B9-8A15-37771389B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07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61AE9-4CD5-BDD6-5582-8E436DDC8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标题占位符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B7D640-F643-46A5-689B-35B51AEF0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第一级要点</a:t>
            </a:r>
          </a:p>
          <a:p>
            <a:pPr lvl="1"/>
            <a:r>
              <a:rPr lang="zh-CN" altLang="en-US"/>
              <a:t>第二级要点</a:t>
            </a:r>
          </a:p>
          <a:p>
            <a:pPr lvl="1"/>
            <a:r>
              <a:rPr lang="zh-CN" altLang="en-US"/>
              <a:t>第二级另一条</a:t>
            </a:r>
          </a:p>
          <a:p>
            <a:r>
              <a:rPr lang="zh-CN" altLang="en-US"/>
              <a:t>回到第一级，这一条比较长需要换行显示的内容</a:t>
            </a:r>
          </a:p>
        </p:txBody>
      </p:sp>
    </p:spTree>
    <p:extLst>
      <p:ext uri="{BB962C8B-B14F-4D97-AF65-F5344CB8AC3E}">
        <p14:creationId xmlns:p14="http://schemas.microsoft.com/office/powerpoint/2010/main" val="294714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DADBFFE-2B32-3A5C-6D61-F00F3AA375DA}"/>
              </a:ext>
            </a:extLst>
          </p:cNvPr>
          <p:cNvSpPr txBox="1"/>
          <p:nvPr/>
        </p:nvSpPr>
        <p:spPr>
          <a:xfrm>
            <a:off x="508000" y="508000"/>
            <a:ext cx="5080000" cy="381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 indent="-457200">
              <a:buAutoNum type="arabicPeriod"/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编号一</a:t>
            </a:r>
          </a:p>
          <a:p>
            <a:pPr indent="-457200">
              <a:buAutoNum type="arabicPeriod"/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编号二</a:t>
            </a:r>
          </a:p>
          <a:p>
            <a:pPr indent="-457200">
              <a:buAutoNum type="arabicPeriod"/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编号三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1C0375-77A4-3DCD-7E39-78D48730B786}"/>
              </a:ext>
            </a:extLst>
          </p:cNvPr>
          <p:cNvSpPr txBox="1"/>
          <p:nvPr/>
        </p:nvSpPr>
        <p:spPr>
          <a:xfrm>
            <a:off x="6096000" y="508000"/>
            <a:ext cx="5080000" cy="381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 indent="-342900">
              <a:buChar char="•"/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圆点一</a:t>
            </a:r>
          </a:p>
          <a:p>
            <a:pPr indent="-342900">
              <a:buChar char="•"/>
            </a:pPr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圆点二</a:t>
            </a:r>
          </a:p>
        </p:txBody>
      </p:sp>
    </p:spTree>
    <p:extLst>
      <p:ext uri="{BB962C8B-B14F-4D97-AF65-F5344CB8AC3E}">
        <p14:creationId xmlns:p14="http://schemas.microsoft.com/office/powerpoint/2010/main" val="161588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自定义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标题占位符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2026-10-12T11:45:56Z</dcterms:created>
  <dcterms:modified xsi:type="dcterms:W3CDTF">2026-10-12T11:45:56Z</dcterms:modified>
</cp:coreProperties>
</file>