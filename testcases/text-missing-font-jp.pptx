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688A2-FE5B-89FA-B855-F91EF406A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AE7D8-173B-F734-CEC5-B0D7B1B30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24750F-1C89-A32C-A84F-6ADEC0E8C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1C472E-7E70-DDA9-A1CF-0F06D80D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DC1763-DDE9-3C33-7A81-FE015979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61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20400-CF39-EFD2-8F86-224D9ABF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C5B50A-CC91-DCB7-B568-F306AB808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C2144-18FA-8037-46DE-8902545E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BE8061-126D-B9F8-F651-6310FF55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6B662C-8999-D448-7F50-B2733401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389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28737-C442-AD37-AC9C-F8A7BC447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5272AC-C833-9319-4FD0-470166898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2E76F-E09E-C5A4-4996-1AE31A09C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0CDF36-2B8B-8822-156E-96B92F28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65FE0-4DC3-A5EB-5F1B-0BE15F5B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60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9B447-8F95-E7E4-3DAC-7BCF945E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896DD4-7BF3-B90E-1D25-A67FBFE3A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1FABD8-087F-5421-62DB-8F7C3C729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030913-1F30-2507-0046-18A2B37E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79D722-7E57-58B4-B9AB-DE1E1D77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8B6E4C-5C3A-7C50-A938-32BAE9F5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7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A6FAF-47DA-3DDB-85D8-28030254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E43958-7FFF-534A-221D-2E8EDCA35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E0D2B5-4F46-9BFC-B625-8761F14B3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898419-4710-B2F8-A578-A7249B161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022827-A0DC-CA03-FA02-F75779F7D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1FAC34-895F-3900-C6B7-52DF349A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7A8D9A-0C7B-4171-F4DA-B756010B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D6224-C31F-F86E-36CF-329F54D0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896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24873-7EEE-2F8D-B8DD-0B6F444E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C004EA-6D55-A045-4CF9-EBB30394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9FA404-566D-C50F-D5E7-4DBCF823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241811-6F02-7A1A-2FED-056EBA6E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22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DA050A-76DF-EE59-8192-327578F6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6E028F-6EAB-619B-54E9-CD30A960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E90E7C-FCCD-7537-EBB5-9E83A00C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37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DA7E5-405B-9A9E-30A1-B6DD2B08F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D1297-460D-FADC-90B5-1E43417CD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3D04D-9AFF-98CE-A471-847BACD95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2965B0-A95B-0265-6933-8F7FF354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502629-C667-B574-54A7-711CD77E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EA5B1F-D26B-AF1F-DDFE-8E219CE7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980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5B87E-5D4E-B91B-216A-19EC5550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09BF31-47ED-EEB8-4BE8-9652116C1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6E9BCE-46F0-EB47-B3A2-F6CC225C4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BFE523-2799-5EF8-2FE4-3E283DA3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9CA2B0-C177-7E61-86BD-68701A45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68AD84-9A81-B660-D48D-49DE9FEE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70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A1967D-68DB-A5D4-81BF-238E7E3B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772DDE-E23C-9BA5-2C62-F7D13D587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274DF9-AFEB-70F2-E388-D365F89F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82FDDA-20D8-F221-D461-F028136A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4DE13A-0E70-EB17-BD6E-A05F4103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65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44B34C-BD1A-DDDD-83BD-364671D62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D90B02-96FB-269A-926F-616ABC422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BAB4F-2C18-08C0-AD16-BCB0411E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80F76-26BF-1A36-B541-19A3F545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2E9745-E0D7-F33D-3E6E-19DD07EE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22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6DA27F-E70B-5AAD-857B-14408FBB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CF959B-C91E-6B99-17A7-8A09DCB3A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4A31CB-4A3A-7DE7-24F2-AAC2B8E67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EC489-51E0-4599-A6C2-D310E6CB3F7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72938-E9D5-B90A-E630-1445F26DA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4189FC-A82F-B37B-28F8-79C14C2DE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75E8C-2651-4CB5-8D74-D02CAA65D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50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D56F38-9045-E611-EF80-732BC0262305}"/>
              </a:ext>
            </a:extLst>
          </p:cNvPr>
          <p:cNvSpPr txBox="1"/>
          <p:nvPr/>
        </p:nvSpPr>
        <p:spPr>
          <a:xfrm>
            <a:off x="381000" y="1905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ja-JP" altLang="en-US" sz="2400">
                <a:latin typeface="Unppt Missing JP" panose="020B0500000000000000" pitchFamily="34" charset="-128"/>
                <a:ea typeface="Unppt Missing JP" panose="020B0500000000000000" pitchFamily="34" charset="-128"/>
              </a:rPr>
              <a:t>客户提供数字化企业大学解决方案的建设和运营服务 </a:t>
            </a:r>
            <a:r>
              <a:rPr lang="en-US" altLang="ja-JP" sz="2400">
                <a:latin typeface="Unppt Missing JP" panose="020B0500000000000000" pitchFamily="34" charset="-128"/>
                <a:ea typeface="Unppt Missing JP" panose="020B0500000000000000" pitchFamily="34" charset="-128"/>
              </a:rPr>
              <a:t>SAAS 123 </a:t>
            </a:r>
            <a:r>
              <a:rPr lang="ja-JP" altLang="en-US" sz="2400">
                <a:latin typeface="Unppt Missing JP" panose="020B0500000000000000" pitchFamily="34" charset="-128"/>
                <a:ea typeface="Unppt Missing JP" panose="020B0500000000000000" pitchFamily="34" charset="-128"/>
              </a:rPr>
              <a:t>ひらがな</a:t>
            </a:r>
            <a:endParaRPr lang="zh-CN" altLang="en-US" sz="2400">
              <a:latin typeface="Unppt Missing JP" panose="020B0500000000000000" pitchFamily="34" charset="-128"/>
              <a:ea typeface="Unppt Missing JP" panose="020B0500000000000000" pitchFamily="34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D71076-B72B-83DA-B352-9BFF5123A8FC}"/>
              </a:ext>
            </a:extLst>
          </p:cNvPr>
          <p:cNvSpPr txBox="1"/>
          <p:nvPr/>
        </p:nvSpPr>
        <p:spPr>
          <a:xfrm>
            <a:off x="381000" y="11303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ja-JP" altLang="en-US" sz="2400">
                <a:latin typeface="Unppt Missing JP Light" panose="020B0300000000000000" pitchFamily="34" charset="-128"/>
                <a:ea typeface="Unppt Missing JP Light" panose="020B0300000000000000" pitchFamily="34" charset="-128"/>
              </a:rPr>
              <a:t>客户提供数字化企业大学解决方案的建设和运营服务 </a:t>
            </a:r>
            <a:r>
              <a:rPr lang="en-US" altLang="ja-JP" sz="2400">
                <a:latin typeface="Unppt Missing JP Light" panose="020B0300000000000000" pitchFamily="34" charset="-128"/>
                <a:ea typeface="Unppt Missing JP Light" panose="020B0300000000000000" pitchFamily="34" charset="-128"/>
              </a:rPr>
              <a:t>SAAS 123 </a:t>
            </a:r>
            <a:r>
              <a:rPr lang="ja-JP" altLang="en-US" sz="2400">
                <a:latin typeface="Unppt Missing JP Light" panose="020B0300000000000000" pitchFamily="34" charset="-128"/>
                <a:ea typeface="Unppt Missing JP Light" panose="020B0300000000000000" pitchFamily="34" charset="-128"/>
              </a:rPr>
              <a:t>ひらがな</a:t>
            </a:r>
            <a:endParaRPr lang="zh-CN" altLang="en-US" sz="2400">
              <a:latin typeface="Unppt Missing JP Light" panose="020B0300000000000000" pitchFamily="34" charset="-128"/>
              <a:ea typeface="Unppt Missing JP Light" panose="020B0300000000000000" pitchFamily="34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D4CDD1-5239-4597-28E7-4AE9B7AED8A2}"/>
              </a:ext>
            </a:extLst>
          </p:cNvPr>
          <p:cNvSpPr txBox="1"/>
          <p:nvPr/>
        </p:nvSpPr>
        <p:spPr>
          <a:xfrm>
            <a:off x="381000" y="20701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ja-JP" altLang="en-US" sz="2400">
                <a:latin typeface="Unppt Missing Mixed" pitchFamily="34" charset="-128"/>
                <a:ea typeface="Unppt Missing Mixed" pitchFamily="34" charset="-128"/>
              </a:rPr>
              <a:t>客户提供数字化企业大学解决方案的建设和运营服务 </a:t>
            </a:r>
            <a:r>
              <a:rPr lang="en-US" altLang="ja-JP" sz="2400">
                <a:latin typeface="Unppt Missing Mixed" pitchFamily="34" charset="-128"/>
                <a:ea typeface="Unppt Missing Mixed" pitchFamily="34" charset="-128"/>
              </a:rPr>
              <a:t>SAAS 123 </a:t>
            </a:r>
            <a:r>
              <a:rPr lang="ja-JP" altLang="en-US" sz="2400">
                <a:latin typeface="Unppt Missing Mixed" pitchFamily="34" charset="-128"/>
                <a:ea typeface="Unppt Missing Mixed" pitchFamily="34" charset="-128"/>
              </a:rPr>
              <a:t>ひらがな</a:t>
            </a:r>
            <a:endParaRPr lang="zh-CN" altLang="en-US" sz="2400">
              <a:latin typeface="Unppt Missing Mixed" pitchFamily="34" charset="-128"/>
              <a:ea typeface="Unppt Missing Mixed" pitchFamily="34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AB8FB2-C0F0-D49B-59BD-FEEC377B003A}"/>
              </a:ext>
            </a:extLst>
          </p:cNvPr>
          <p:cNvSpPr txBox="1"/>
          <p:nvPr/>
        </p:nvSpPr>
        <p:spPr>
          <a:xfrm>
            <a:off x="381000" y="30099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ja-JP" altLang="en-US" sz="2400">
                <a:latin typeface="Unppt Missing Mixed" pitchFamily="34" charset="-122"/>
                <a:ea typeface="Unppt Missing Mixed" pitchFamily="34" charset="-122"/>
              </a:rPr>
              <a:t>客户提供数字化企业大学解决方案的建设和运营服务 </a:t>
            </a:r>
            <a:r>
              <a:rPr lang="en-US" altLang="ja-JP" sz="2400">
                <a:latin typeface="Unppt Missing Mixed" pitchFamily="34" charset="-122"/>
                <a:ea typeface="Unppt Missing Mixed" pitchFamily="34" charset="-122"/>
              </a:rPr>
              <a:t>SAAS 123 </a:t>
            </a:r>
            <a:r>
              <a:rPr lang="ja-JP" altLang="en-US" sz="2400">
                <a:latin typeface="Unppt Missing Mixed" pitchFamily="34" charset="-122"/>
                <a:ea typeface="Unppt Missing Mixed" pitchFamily="34" charset="-122"/>
              </a:rPr>
              <a:t>ひらがな</a:t>
            </a:r>
            <a:endParaRPr lang="zh-CN" altLang="en-US" sz="2400">
              <a:latin typeface="Unppt Missing Mixed" pitchFamily="34" charset="-122"/>
              <a:ea typeface="Unppt Missing Mixed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182643-1735-0AC1-120A-4E107C68B6F5}"/>
              </a:ext>
            </a:extLst>
          </p:cNvPr>
          <p:cNvSpPr txBox="1"/>
          <p:nvPr/>
        </p:nvSpPr>
        <p:spPr>
          <a:xfrm>
            <a:off x="381000" y="39497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ja-JP" altLang="en-US" sz="2400">
                <a:latin typeface="Yu Gothic"/>
                <a:ea typeface="Yu Gothic"/>
              </a:rPr>
              <a:t>客户提供数字化企业大学解决方案的建设和运营服务 </a:t>
            </a:r>
            <a:r>
              <a:rPr lang="en-US" altLang="ja-JP" sz="2400">
                <a:latin typeface="Yu Gothic"/>
                <a:ea typeface="Yu Gothic"/>
              </a:rPr>
              <a:t>SAAS 123 </a:t>
            </a:r>
            <a:r>
              <a:rPr lang="ja-JP" altLang="en-US" sz="2400">
                <a:latin typeface="Yu Gothic"/>
                <a:ea typeface="Yu Gothic"/>
              </a:rPr>
              <a:t>ひらがな</a:t>
            </a:r>
            <a:endParaRPr lang="zh-CN" altLang="en-US" sz="2400">
              <a:latin typeface="Yu Gothic"/>
              <a:ea typeface="Yu Gothic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B86CCC-C0AF-9DBE-48DA-AD4A45F35DA5}"/>
              </a:ext>
            </a:extLst>
          </p:cNvPr>
          <p:cNvSpPr txBox="1"/>
          <p:nvPr/>
        </p:nvSpPr>
        <p:spPr>
          <a:xfrm>
            <a:off x="381000" y="48895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ja-JP" altLang="en-US" sz="2400">
                <a:latin typeface="Yu Gothic Light"/>
                <a:ea typeface="Yu Gothic Light"/>
              </a:rPr>
              <a:t>客户提供数字化企业大学解决方案的建设和运营服务 </a:t>
            </a:r>
            <a:r>
              <a:rPr lang="en-US" altLang="ja-JP" sz="2400">
                <a:latin typeface="Yu Gothic Light"/>
                <a:ea typeface="Yu Gothic Light"/>
              </a:rPr>
              <a:t>SAAS 123 </a:t>
            </a:r>
            <a:r>
              <a:rPr lang="ja-JP" altLang="en-US" sz="2400">
                <a:latin typeface="Yu Gothic Light"/>
                <a:ea typeface="Yu Gothic Light"/>
              </a:rPr>
              <a:t>ひらがな</a:t>
            </a:r>
            <a:endParaRPr lang="zh-CN" altLang="en-US" sz="2400">
              <a:latin typeface="Yu Gothic Light"/>
              <a:ea typeface="Yu Gothic Ligh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DE9333-66BF-8AB5-34C1-5DB5590C7953}"/>
              </a:ext>
            </a:extLst>
          </p:cNvPr>
          <p:cNvSpPr txBox="1"/>
          <p:nvPr/>
        </p:nvSpPr>
        <p:spPr>
          <a:xfrm>
            <a:off x="381000" y="58293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ja-JP" altLang="en-US" sz="2400">
                <a:latin typeface="Microsoft YaHei"/>
                <a:ea typeface="Microsoft YaHei"/>
              </a:rPr>
              <a:t>客户提供数字化企业大学解决方案的建设和运营服务 </a:t>
            </a:r>
            <a:r>
              <a:rPr lang="en-US" altLang="ja-JP" sz="2400">
                <a:latin typeface="Microsoft YaHei"/>
                <a:ea typeface="Microsoft YaHei"/>
              </a:rPr>
              <a:t>SAAS 123 </a:t>
            </a:r>
            <a:r>
              <a:rPr lang="ja-JP" altLang="en-US" sz="2400">
                <a:latin typeface="Microsoft YaHei"/>
                <a:ea typeface="Microsoft YaHei"/>
              </a:rPr>
              <a:t>ひらがな</a:t>
            </a:r>
            <a:endParaRPr lang="zh-CN" altLang="en-US" sz="2400"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3564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MarkerFont0</vt:lpstr>
      <vt:lpstr>MarkerFont1</vt:lpstr>
      <vt:lpstr>MarkerFont2</vt:lpstr>
      <vt:lpstr>MarkerFont3</vt:lpstr>
      <vt:lpstr>MarkerFont4</vt:lpstr>
      <vt:lpstr>MarkerFont5</vt:lpstr>
      <vt:lpstr>MarkerFont6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2026-10-15T14:00:57Z</dcterms:created>
  <dcterms:modified xsi:type="dcterms:W3CDTF">2026-10-15T14:00:57Z</dcterms:modified>
</cp:coreProperties>
</file>