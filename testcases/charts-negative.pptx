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C1-4572-9F2F-68D4903BE5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-2.4</c:v>
                </c:pt>
                <c:pt idx="1">
                  <c:v>4.4000000000000004</c:v>
                </c:pt>
                <c:pt idx="2">
                  <c:v>-1.8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C1-4572-9F2F-68D4903BE5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446672"/>
        <c:axId val="63440432"/>
      </c:barChart>
      <c:catAx>
        <c:axId val="6344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3440432"/>
        <c:crosses val="autoZero"/>
        <c:auto val="1"/>
        <c:lblAlgn val="ctr"/>
        <c:lblOffset val="100"/>
        <c:noMultiLvlLbl val="0"/>
      </c:catAx>
      <c:valAx>
        <c:axId val="63440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344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0E-4CB4-9A79-59D28B2E81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-2.4</c:v>
                </c:pt>
                <c:pt idx="1">
                  <c:v>4.4000000000000004</c:v>
                </c:pt>
                <c:pt idx="2">
                  <c:v>-1.8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0E-4CB4-9A79-59D28B2E81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4581711"/>
        <c:axId val="614577391"/>
      </c:barChart>
      <c:catAx>
        <c:axId val="61458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4577391"/>
        <c:crosses val="autoZero"/>
        <c:auto val="1"/>
        <c:lblAlgn val="ctr"/>
        <c:lblOffset val="100"/>
        <c:noMultiLvlLbl val="0"/>
      </c:catAx>
      <c:valAx>
        <c:axId val="6145773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4581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70-4ABF-9331-E9856429F2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-2.4</c:v>
                </c:pt>
                <c:pt idx="1">
                  <c:v>4.4000000000000004</c:v>
                </c:pt>
                <c:pt idx="2">
                  <c:v>-1.8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70-4ABF-9331-E9856429F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9003184"/>
        <c:axId val="68991664"/>
      </c:lineChart>
      <c:catAx>
        <c:axId val="6900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991664"/>
        <c:crosses val="autoZero"/>
        <c:auto val="1"/>
        <c:lblAlgn val="ctr"/>
        <c:lblOffset val="100"/>
        <c:noMultiLvlLbl val="0"/>
      </c:catAx>
      <c:valAx>
        <c:axId val="6899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003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6-462A-818A-77D8B1CA7F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-2.4</c:v>
                </c:pt>
                <c:pt idx="1">
                  <c:v>4.4000000000000004</c:v>
                </c:pt>
                <c:pt idx="2">
                  <c:v>-1.8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6-462A-818A-77D8B1CA7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997424"/>
        <c:axId val="68995984"/>
      </c:barChart>
      <c:catAx>
        <c:axId val="6899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995984"/>
        <c:crosses val="autoZero"/>
        <c:auto val="1"/>
        <c:lblAlgn val="ctr"/>
        <c:lblOffset val="100"/>
        <c:noMultiLvlLbl val="0"/>
      </c:catAx>
      <c:valAx>
        <c:axId val="6899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997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B-46A3-805C-993451292B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-2.4</c:v>
                </c:pt>
                <c:pt idx="1">
                  <c:v>4.4000000000000004</c:v>
                </c:pt>
                <c:pt idx="2">
                  <c:v>-1.8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3B-46A3-805C-993451292B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003664"/>
        <c:axId val="68998864"/>
      </c:barChart>
      <c:catAx>
        <c:axId val="6900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998864"/>
        <c:crosses val="autoZero"/>
        <c:auto val="1"/>
        <c:lblAlgn val="ctr"/>
        <c:lblOffset val="100"/>
        <c:noMultiLvlLbl val="0"/>
      </c:catAx>
      <c:valAx>
        <c:axId val="6899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9003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77823-D956-1CA7-817B-7FDE6AB4A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E5FF7C-467B-8DD8-F810-11A17B6DC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102F8-4D13-7919-6198-90A43DD8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E1BDEA-4898-0991-F189-0EC0E788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01685-6CC3-042D-16D3-5E4BBEE5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38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43B51-5EBD-8E3B-AAD3-77A5052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B8E17-F9A9-B5E0-F69E-DA7ED768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A82A5F-7ADD-7794-5E1F-9EA3562A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E566D-5468-28C0-4642-02B68186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C2E8F3-0189-A485-FA40-782CA96E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91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673D3-031F-68D5-AC05-4FA55C1D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77C38-3D52-F64B-FC3B-129326BBF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E5244-EB8F-B014-7B20-8E5ACF5E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0F0AD8-FBE1-F996-E4AB-E500E54C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4D693-8C53-63F5-0AE3-A8CE9158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96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42914-8D0A-474B-7BC2-BE1ABF65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F86B0-5C1E-3DD3-9F9C-D9498C5EB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AAFF2B-C828-0A1A-6B74-3CF50FC34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1F3629-2DC7-847C-19E3-AF26E05A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18962-F3D8-C332-7189-9F0D22C6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0208A1-5C08-4366-DE63-3C089C4E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39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6D124-4981-3681-15F1-DD42F766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96EBB-83E0-462E-E53C-C87FA9900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9F76C9-CB13-EE7D-7F2C-547E7FB9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B83DC8-CE4C-FD26-02C1-2D476AC25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94061E-DA03-35D4-97D4-3D791D30D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1FFD6A-B013-B2BB-91ED-21EE4C4B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8DDABF-ACD2-9711-DCDB-F2B678B1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6DA00D-34A6-FD1E-6A89-B03B4D12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62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24B45-6C83-49EE-D125-AB0BB7C8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C5702C-EF59-FFA4-78CC-D13BFC2E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17B4C8-D75E-9182-5C90-3669F43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1E40B9-76EB-1E42-1D91-F147F4C2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83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FFB92F-25FD-646C-4ADB-F235781A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248C56-BEF9-DFA5-B0FC-DC8FF4B9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3C869-DE9C-0401-1C38-73B7E5C2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91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B6750-2AAD-CC66-ADC8-501AA51C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E9D9C2-6EA4-D2F0-9214-91FFDC45A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6FC664-47F4-8814-FE93-AF6F1FB5B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918FFE-1052-16CD-66FD-29AFA581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B38710-A65B-CFA8-0CCD-524D32FD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D13562-3D0D-6D1A-6DE6-994ED1A5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27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9C6DA-82F0-EB99-BF6D-E1150A18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A4A9CE-A551-8D4B-D08B-EDFDAAA8D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BD5A3A-5324-367F-F379-DD9304A62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52C34D-6BF3-A8F4-E9C3-6ECF951EB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8827E6-7144-DDD3-0744-4675E1C5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B46686-E92A-BA2F-04DC-C4B362A0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4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D29D-DE90-B0FC-F0B2-A55A547D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8B2D50-A4FF-8828-D79C-F2ABCB3E6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A883C-C79A-303C-DD08-AB8DD7E14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02A7C-0A52-0E7A-5D2E-440A9C36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36FFF-DFFB-4428-4A12-9116485B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0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F2067B-15D9-B6E0-2270-FB6362BEE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9DFD06-CD34-4399-516C-451D73F50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70507B-4191-1CAE-E90E-CF653628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77357C-B2C9-BF6C-DBD7-88355E10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5BF8DC-380B-B6EE-1E87-896445CB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76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5EDE2D-1D8F-312E-2452-CE961F28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1E7E50-27C4-1E67-124F-1192F04AA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90D3E-161A-A4F1-61DB-F9A02EBB2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638B0-CF0A-47CA-B489-47DEF935FF0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7FF82-6809-008A-1D48-C9519EA77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ADE25-EDD0-C50B-7E1B-ADE1AFA50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8C96C-6B97-4D11-9D6E-2FCB0BB5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14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D4C2F65-29DE-A395-3C79-09E8BFFC7B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0014135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3387214-E024-B5C3-3CB6-F6B498CEB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48884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28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C5BD3122-2174-A6BC-9891-CE001811A7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120215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8B20E12-956A-23A6-C5C3-5AED681A3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81219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4139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256EAB8-C2A9-99DA-9DDB-DCB0D9A85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843269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3000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2026-10-13T14:06:44Z</dcterms:created>
  <dcterms:modified xsi:type="dcterms:W3CDTF">2026-10-13T14:06:44Z</dcterms:modified>
</cp:coreProperties>
</file>