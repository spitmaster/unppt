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11084-E59B-D45E-4134-E9DA9DF51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2ECA40-8983-CCC4-860C-9E2FFAB14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28B456-597A-0FA8-5AAC-B88CBDDBE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B780AD-197E-E110-0290-D753D38E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2CFD23-11A0-57EC-2C38-EE61AE72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275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7506E-0DEF-1598-24E0-14C299C8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47F9D-ADE9-66A0-50DE-2B3F0AB7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DA25E0-160C-B453-E44F-A5278A34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70F09-BAA4-8E42-747E-F49355F8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0F8EBB-BF64-D20C-BE33-8A7677D1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694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AA4D0-C614-E649-6958-4D70BD155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0B2295-980D-16D2-7D73-ECEF43734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301B06-0680-0CC4-4BC6-198E527E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7B8D0-8F66-3E92-EAAF-924F1E28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76E45A-85EC-96BD-E679-B9FCAB8F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5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7D1F6-8814-D046-7CD4-99154233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A74B65-BD78-4583-B5C1-24688DAE4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4BD1B4-A273-72DF-087D-623FE5471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067AC3-1C11-3E04-7B28-FDDCC83B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F94D77-24D7-B438-E08A-6B2AC714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575251-A802-5DD3-52C1-594074EB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40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35E53-92D4-94B9-000B-3479D4BC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642C80-2876-6621-F14D-848C2D8CE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CC4A0-7644-D3E7-67BF-697FBCF7E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3F0410-D0DF-555C-3A00-BA19A98F6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54BF9A-DDE6-7902-4768-374769230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F94744-F492-F90D-C3DB-AE6D44AB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AA510D-205A-CBCB-4EEE-215632EE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93555-44B3-4ADE-057A-E8D1652A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42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FE30D-C2F9-4D61-2702-5060D927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7736EF-0D32-98E8-0E9A-C75BB6E3B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23E937-DC8B-2173-D97C-EE75504B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5D4179-53DF-7C5B-E39A-787155C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60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5676B1-81DB-651E-E66F-D9A4824C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37073F-79B3-5461-6464-93602BD9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0A5E4E-031C-5D47-77BF-DEDAFB60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47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09AE4-81BB-62D4-D417-693532FE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57F188-5639-D5CE-80E9-F880120A8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4FA8C2-67E9-DF81-B986-5C7C39215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B2E9A1-F52A-3B08-4017-EEA3E81C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2F7A32-5519-5A94-DC95-C8C2B9CF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54D398-7B72-C0DC-9B43-ECF9CC1D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8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BE49E-0EAB-90C0-E4B4-3CDB4A54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01BF33-2D97-9D9D-447F-1F0316D04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5E184-DDB7-F800-E0CA-E366832CE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E9DB20-B679-59AB-3E9C-08B2A006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72FA9D-A0BD-147F-AB97-21605E99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731312-0466-2CDC-81E8-644EA111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6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1E43E-24F9-A850-58B4-7645160B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BF7E3D-2D76-390F-2E67-6258A9300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EF3B2D-E409-8FAD-5333-E237F116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FD6951-D6BF-6BBC-8C20-F0D2DF89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31DE27-D5C7-3BC4-5DCD-7351603F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84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6E0E18-AC6A-F3FA-D5CB-9A24E261F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06388E-F644-AA8A-BFD8-39469F39D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8E7393-9004-B3F5-2F5A-7BA55B13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72995-5EC3-6D7F-86E5-DB34D378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2DB95-E3D0-58FF-89AF-B2B1D9DF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587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5FCDAD-CD05-BC79-9B62-5D2202AB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F67047-70F6-36E6-B256-3E252B5CF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E0E495-84D1-4F58-30D9-E84253DBA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9A1F3-BA55-445E-8DF1-435F8F4E40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A0C27-026B-5075-07B9-C9C3C152F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A557E3-73CF-2D6B-9D3C-C08C9EEAD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16F3B-F2ED-4740-904D-47710EFA2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28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BEC34771-5DF3-BB23-DFC6-94CA6791FDEC}"/>
              </a:ext>
            </a:extLst>
          </p:cNvPr>
          <p:cNvSpPr/>
          <p:nvPr/>
        </p:nvSpPr>
        <p:spPr>
          <a:xfrm>
            <a:off x="508000" y="762000"/>
            <a:ext cx="91441" cy="106681"/>
          </a:xfrm>
          <a:custGeom>
            <a:avLst/>
            <a:gdLst/>
            <a:ahLst/>
            <a:cxnLst/>
            <a:rect l="0" t="0" r="0" b="0"/>
            <a:pathLst>
              <a:path w="91441" h="106681">
                <a:moveTo>
                  <a:pt x="0" y="0"/>
                </a:moveTo>
                <a:lnTo>
                  <a:pt x="76200" y="22860"/>
                </a:lnTo>
                <a:cubicBezTo>
                  <a:pt x="91440" y="60960"/>
                  <a:pt x="45720" y="106680"/>
                  <a:pt x="0" y="76200"/>
                </a:cubicBezTo>
                <a:close/>
              </a:path>
            </a:pathLst>
          </a:custGeom>
          <a:noFill/>
          <a:ln w="9525" cap="flat" cmpd="sng" algn="ctr">
            <a:solidFill>
              <a:srgbClr val="00023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66F71D36-C3A2-3AE8-0059-315921B1DA15}"/>
              </a:ext>
            </a:extLst>
          </p:cNvPr>
          <p:cNvSpPr/>
          <p:nvPr/>
        </p:nvSpPr>
        <p:spPr>
          <a:xfrm>
            <a:off x="1905000" y="762000"/>
            <a:ext cx="152401" cy="177801"/>
          </a:xfrm>
          <a:custGeom>
            <a:avLst/>
            <a:gdLst/>
            <a:ahLst/>
            <a:cxnLst/>
            <a:rect l="0" t="0" r="0" b="0"/>
            <a:pathLst>
              <a:path w="152401" h="177801">
                <a:moveTo>
                  <a:pt x="0" y="0"/>
                </a:moveTo>
                <a:lnTo>
                  <a:pt x="127000" y="38100"/>
                </a:lnTo>
                <a:cubicBezTo>
                  <a:pt x="152400" y="101600"/>
                  <a:pt x="76200" y="177800"/>
                  <a:pt x="0" y="127000"/>
                </a:cubicBezTo>
              </a:path>
            </a:pathLst>
          </a:custGeom>
          <a:ln w="1270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460F6359-0BF8-BF03-425C-7CA5E50972AA}"/>
              </a:ext>
            </a:extLst>
          </p:cNvPr>
          <p:cNvSpPr/>
          <p:nvPr/>
        </p:nvSpPr>
        <p:spPr>
          <a:xfrm>
            <a:off x="3302000" y="762000"/>
            <a:ext cx="213361" cy="248921"/>
          </a:xfrm>
          <a:custGeom>
            <a:avLst/>
            <a:gdLst/>
            <a:ahLst/>
            <a:cxnLst/>
            <a:rect l="0" t="0" r="0" b="0"/>
            <a:pathLst>
              <a:path w="213361" h="248921">
                <a:moveTo>
                  <a:pt x="0" y="0"/>
                </a:moveTo>
                <a:lnTo>
                  <a:pt x="177800" y="53340"/>
                </a:lnTo>
                <a:cubicBezTo>
                  <a:pt x="213360" y="142240"/>
                  <a:pt x="106680" y="248920"/>
                  <a:pt x="0" y="177800"/>
                </a:cubicBezTo>
              </a:path>
            </a:pathLst>
          </a:custGeom>
          <a:ln w="1905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073BA4D-7348-99CB-B09E-56B50BA6AF53}"/>
              </a:ext>
            </a:extLst>
          </p:cNvPr>
          <p:cNvSpPr/>
          <p:nvPr/>
        </p:nvSpPr>
        <p:spPr>
          <a:xfrm>
            <a:off x="4699000" y="762000"/>
            <a:ext cx="304801" cy="355601"/>
          </a:xfrm>
          <a:custGeom>
            <a:avLst/>
            <a:gdLst/>
            <a:ahLst/>
            <a:cxnLst/>
            <a:rect l="0" t="0" r="0" b="0"/>
            <a:pathLst>
              <a:path w="304801" h="355601">
                <a:moveTo>
                  <a:pt x="0" y="0"/>
                </a:moveTo>
                <a:lnTo>
                  <a:pt x="254000" y="76200"/>
                </a:lnTo>
                <a:cubicBezTo>
                  <a:pt x="304800" y="203200"/>
                  <a:pt x="152400" y="355600"/>
                  <a:pt x="0" y="254000"/>
                </a:cubicBezTo>
                <a:close/>
              </a:path>
            </a:pathLst>
          </a:custGeom>
          <a:noFill/>
          <a:ln w="9525" cap="flat" cmpd="sng" algn="ctr">
            <a:solidFill>
              <a:srgbClr val="00023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1457F3E9-A44D-7EC8-96CC-1AEF295E30B7}"/>
              </a:ext>
            </a:extLst>
          </p:cNvPr>
          <p:cNvSpPr/>
          <p:nvPr/>
        </p:nvSpPr>
        <p:spPr>
          <a:xfrm>
            <a:off x="6096000" y="762000"/>
            <a:ext cx="91441" cy="106681"/>
          </a:xfrm>
          <a:custGeom>
            <a:avLst/>
            <a:gdLst/>
            <a:ahLst/>
            <a:cxnLst/>
            <a:rect l="0" t="0" r="0" b="0"/>
            <a:pathLst>
              <a:path w="91441" h="106681">
                <a:moveTo>
                  <a:pt x="0" y="0"/>
                </a:moveTo>
                <a:lnTo>
                  <a:pt x="76200" y="22860"/>
                </a:lnTo>
                <a:cubicBezTo>
                  <a:pt x="91440" y="60960"/>
                  <a:pt x="45720" y="106680"/>
                  <a:pt x="0" y="76200"/>
                </a:cubicBezTo>
              </a:path>
            </a:pathLst>
          </a:custGeom>
          <a:ln w="1270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9CB34CE-8C77-6A15-243C-FF1D441BF8F7}"/>
              </a:ext>
            </a:extLst>
          </p:cNvPr>
          <p:cNvSpPr/>
          <p:nvPr/>
        </p:nvSpPr>
        <p:spPr>
          <a:xfrm>
            <a:off x="7493000" y="762000"/>
            <a:ext cx="152401" cy="177801"/>
          </a:xfrm>
          <a:custGeom>
            <a:avLst/>
            <a:gdLst/>
            <a:ahLst/>
            <a:cxnLst/>
            <a:rect l="0" t="0" r="0" b="0"/>
            <a:pathLst>
              <a:path w="152401" h="177801">
                <a:moveTo>
                  <a:pt x="0" y="0"/>
                </a:moveTo>
                <a:lnTo>
                  <a:pt x="127000" y="38100"/>
                </a:lnTo>
                <a:cubicBezTo>
                  <a:pt x="152400" y="101600"/>
                  <a:pt x="76200" y="177800"/>
                  <a:pt x="0" y="127000"/>
                </a:cubicBezTo>
              </a:path>
            </a:pathLst>
          </a:custGeom>
          <a:ln w="1905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23B7797-19B3-7C83-AC45-AF9A1EFCC875}"/>
              </a:ext>
            </a:extLst>
          </p:cNvPr>
          <p:cNvSpPr/>
          <p:nvPr/>
        </p:nvSpPr>
        <p:spPr>
          <a:xfrm>
            <a:off x="8890000" y="762000"/>
            <a:ext cx="213361" cy="248921"/>
          </a:xfrm>
          <a:custGeom>
            <a:avLst/>
            <a:gdLst/>
            <a:ahLst/>
            <a:cxnLst/>
            <a:rect l="0" t="0" r="0" b="0"/>
            <a:pathLst>
              <a:path w="213361" h="248921">
                <a:moveTo>
                  <a:pt x="0" y="0"/>
                </a:moveTo>
                <a:lnTo>
                  <a:pt x="177800" y="53340"/>
                </a:lnTo>
                <a:cubicBezTo>
                  <a:pt x="213360" y="142240"/>
                  <a:pt x="106680" y="248920"/>
                  <a:pt x="0" y="177800"/>
                </a:cubicBezTo>
                <a:close/>
              </a:path>
            </a:pathLst>
          </a:custGeom>
          <a:noFill/>
          <a:ln w="9525" cap="flat" cmpd="sng" algn="ctr">
            <a:solidFill>
              <a:srgbClr val="00023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9D2F649-A68F-F627-687F-AC90BE08C84A}"/>
              </a:ext>
            </a:extLst>
          </p:cNvPr>
          <p:cNvSpPr/>
          <p:nvPr/>
        </p:nvSpPr>
        <p:spPr>
          <a:xfrm>
            <a:off x="10287000" y="762000"/>
            <a:ext cx="304801" cy="355601"/>
          </a:xfrm>
          <a:custGeom>
            <a:avLst/>
            <a:gdLst/>
            <a:ahLst/>
            <a:cxnLst/>
            <a:rect l="0" t="0" r="0" b="0"/>
            <a:pathLst>
              <a:path w="304801" h="355601">
                <a:moveTo>
                  <a:pt x="0" y="0"/>
                </a:moveTo>
                <a:lnTo>
                  <a:pt x="254000" y="76200"/>
                </a:lnTo>
                <a:cubicBezTo>
                  <a:pt x="304800" y="203200"/>
                  <a:pt x="152400" y="355600"/>
                  <a:pt x="0" y="254000"/>
                </a:cubicBezTo>
              </a:path>
            </a:pathLst>
          </a:custGeom>
          <a:ln w="1270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B2AF7298-F36D-0DD0-D6DA-A91F569C5D7A}"/>
              </a:ext>
            </a:extLst>
          </p:cNvPr>
          <p:cNvSpPr/>
          <p:nvPr/>
        </p:nvSpPr>
        <p:spPr>
          <a:xfrm>
            <a:off x="508000" y="2667000"/>
            <a:ext cx="91441" cy="106681"/>
          </a:xfrm>
          <a:custGeom>
            <a:avLst/>
            <a:gdLst/>
            <a:ahLst/>
            <a:cxnLst/>
            <a:rect l="0" t="0" r="0" b="0"/>
            <a:pathLst>
              <a:path w="91441" h="106681">
                <a:moveTo>
                  <a:pt x="0" y="0"/>
                </a:moveTo>
                <a:lnTo>
                  <a:pt x="76200" y="22860"/>
                </a:lnTo>
                <a:cubicBezTo>
                  <a:pt x="91440" y="60960"/>
                  <a:pt x="45720" y="106680"/>
                  <a:pt x="0" y="76200"/>
                </a:cubicBezTo>
              </a:path>
            </a:pathLst>
          </a:custGeom>
          <a:ln w="1905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67C5A907-A67B-4592-88B1-E1BEE822B89E}"/>
              </a:ext>
            </a:extLst>
          </p:cNvPr>
          <p:cNvSpPr/>
          <p:nvPr/>
        </p:nvSpPr>
        <p:spPr>
          <a:xfrm>
            <a:off x="1905000" y="2667000"/>
            <a:ext cx="152401" cy="177801"/>
          </a:xfrm>
          <a:custGeom>
            <a:avLst/>
            <a:gdLst/>
            <a:ahLst/>
            <a:cxnLst/>
            <a:rect l="0" t="0" r="0" b="0"/>
            <a:pathLst>
              <a:path w="152401" h="177801">
                <a:moveTo>
                  <a:pt x="0" y="0"/>
                </a:moveTo>
                <a:lnTo>
                  <a:pt x="127000" y="38100"/>
                </a:lnTo>
                <a:cubicBezTo>
                  <a:pt x="152400" y="101600"/>
                  <a:pt x="76200" y="177800"/>
                  <a:pt x="0" y="127000"/>
                </a:cubicBezTo>
                <a:close/>
              </a:path>
            </a:pathLst>
          </a:custGeom>
          <a:noFill/>
          <a:ln w="9525" cap="flat" cmpd="sng" algn="ctr">
            <a:solidFill>
              <a:srgbClr val="00023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36CBFFCC-C568-E4CE-4D90-854BA32E8DD9}"/>
              </a:ext>
            </a:extLst>
          </p:cNvPr>
          <p:cNvSpPr/>
          <p:nvPr/>
        </p:nvSpPr>
        <p:spPr>
          <a:xfrm>
            <a:off x="3302000" y="2667000"/>
            <a:ext cx="213361" cy="248921"/>
          </a:xfrm>
          <a:custGeom>
            <a:avLst/>
            <a:gdLst/>
            <a:ahLst/>
            <a:cxnLst/>
            <a:rect l="0" t="0" r="0" b="0"/>
            <a:pathLst>
              <a:path w="213361" h="248921">
                <a:moveTo>
                  <a:pt x="0" y="0"/>
                </a:moveTo>
                <a:lnTo>
                  <a:pt x="177800" y="53340"/>
                </a:lnTo>
                <a:cubicBezTo>
                  <a:pt x="213360" y="142240"/>
                  <a:pt x="106680" y="248920"/>
                  <a:pt x="0" y="177800"/>
                </a:cubicBezTo>
              </a:path>
            </a:pathLst>
          </a:custGeom>
          <a:ln w="1270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A40D6287-901B-25EC-2D72-20087626E278}"/>
              </a:ext>
            </a:extLst>
          </p:cNvPr>
          <p:cNvSpPr/>
          <p:nvPr/>
        </p:nvSpPr>
        <p:spPr>
          <a:xfrm>
            <a:off x="4699000" y="2667000"/>
            <a:ext cx="304801" cy="355601"/>
          </a:xfrm>
          <a:custGeom>
            <a:avLst/>
            <a:gdLst/>
            <a:ahLst/>
            <a:cxnLst/>
            <a:rect l="0" t="0" r="0" b="0"/>
            <a:pathLst>
              <a:path w="304801" h="355601">
                <a:moveTo>
                  <a:pt x="0" y="0"/>
                </a:moveTo>
                <a:lnTo>
                  <a:pt x="254000" y="76200"/>
                </a:lnTo>
                <a:cubicBezTo>
                  <a:pt x="304800" y="203200"/>
                  <a:pt x="152400" y="355600"/>
                  <a:pt x="0" y="254000"/>
                </a:cubicBezTo>
              </a:path>
            </a:pathLst>
          </a:custGeom>
          <a:ln w="1905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73DB97CB-C210-F6D5-2368-849D64EF4D0C}"/>
              </a:ext>
            </a:extLst>
          </p:cNvPr>
          <p:cNvSpPr/>
          <p:nvPr/>
        </p:nvSpPr>
        <p:spPr>
          <a:xfrm>
            <a:off x="6096000" y="2667000"/>
            <a:ext cx="91441" cy="106681"/>
          </a:xfrm>
          <a:custGeom>
            <a:avLst/>
            <a:gdLst/>
            <a:ahLst/>
            <a:cxnLst/>
            <a:rect l="0" t="0" r="0" b="0"/>
            <a:pathLst>
              <a:path w="91441" h="106681">
                <a:moveTo>
                  <a:pt x="0" y="0"/>
                </a:moveTo>
                <a:lnTo>
                  <a:pt x="76200" y="22860"/>
                </a:lnTo>
                <a:cubicBezTo>
                  <a:pt x="91440" y="60960"/>
                  <a:pt x="45720" y="106680"/>
                  <a:pt x="0" y="76200"/>
                </a:cubicBezTo>
                <a:close/>
              </a:path>
            </a:pathLst>
          </a:custGeom>
          <a:noFill/>
          <a:ln w="9525" cap="flat" cmpd="sng" algn="ctr">
            <a:solidFill>
              <a:srgbClr val="00023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C41CAED-A153-3817-13DA-45BE06BD2994}"/>
              </a:ext>
            </a:extLst>
          </p:cNvPr>
          <p:cNvSpPr/>
          <p:nvPr/>
        </p:nvSpPr>
        <p:spPr>
          <a:xfrm>
            <a:off x="7493000" y="2667000"/>
            <a:ext cx="152401" cy="177801"/>
          </a:xfrm>
          <a:custGeom>
            <a:avLst/>
            <a:gdLst/>
            <a:ahLst/>
            <a:cxnLst/>
            <a:rect l="0" t="0" r="0" b="0"/>
            <a:pathLst>
              <a:path w="152401" h="177801">
                <a:moveTo>
                  <a:pt x="0" y="0"/>
                </a:moveTo>
                <a:lnTo>
                  <a:pt x="127000" y="38100"/>
                </a:lnTo>
                <a:cubicBezTo>
                  <a:pt x="152400" y="101600"/>
                  <a:pt x="76200" y="177800"/>
                  <a:pt x="0" y="127000"/>
                </a:cubicBezTo>
              </a:path>
            </a:pathLst>
          </a:custGeom>
          <a:ln w="1270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8F53900D-4740-BC88-B1A0-CEF185A18669}"/>
              </a:ext>
            </a:extLst>
          </p:cNvPr>
          <p:cNvSpPr/>
          <p:nvPr/>
        </p:nvSpPr>
        <p:spPr>
          <a:xfrm>
            <a:off x="8890000" y="2667000"/>
            <a:ext cx="213361" cy="248921"/>
          </a:xfrm>
          <a:custGeom>
            <a:avLst/>
            <a:gdLst/>
            <a:ahLst/>
            <a:cxnLst/>
            <a:rect l="0" t="0" r="0" b="0"/>
            <a:pathLst>
              <a:path w="213361" h="248921">
                <a:moveTo>
                  <a:pt x="0" y="0"/>
                </a:moveTo>
                <a:lnTo>
                  <a:pt x="177800" y="53340"/>
                </a:lnTo>
                <a:cubicBezTo>
                  <a:pt x="213360" y="142240"/>
                  <a:pt x="106680" y="248920"/>
                  <a:pt x="0" y="177800"/>
                </a:cubicBezTo>
              </a:path>
            </a:pathLst>
          </a:custGeom>
          <a:ln w="1905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6E7669AA-A1AE-9C8B-9E3A-0CB05F763AE0}"/>
              </a:ext>
            </a:extLst>
          </p:cNvPr>
          <p:cNvSpPr/>
          <p:nvPr/>
        </p:nvSpPr>
        <p:spPr>
          <a:xfrm>
            <a:off x="10287000" y="2667000"/>
            <a:ext cx="304801" cy="355601"/>
          </a:xfrm>
          <a:custGeom>
            <a:avLst/>
            <a:gdLst/>
            <a:ahLst/>
            <a:cxnLst/>
            <a:rect l="0" t="0" r="0" b="0"/>
            <a:pathLst>
              <a:path w="304801" h="355601">
                <a:moveTo>
                  <a:pt x="0" y="0"/>
                </a:moveTo>
                <a:lnTo>
                  <a:pt x="254000" y="76200"/>
                </a:lnTo>
                <a:cubicBezTo>
                  <a:pt x="304800" y="203200"/>
                  <a:pt x="152400" y="355600"/>
                  <a:pt x="0" y="254000"/>
                </a:cubicBezTo>
                <a:close/>
              </a:path>
            </a:pathLst>
          </a:custGeom>
          <a:noFill/>
          <a:ln w="9525" cap="flat" cmpd="sng" algn="ctr">
            <a:solidFill>
              <a:srgbClr val="00023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4B9DB121-D5C7-C0CF-CEB0-932682985F4B}"/>
              </a:ext>
            </a:extLst>
          </p:cNvPr>
          <p:cNvSpPr/>
          <p:nvPr/>
        </p:nvSpPr>
        <p:spPr>
          <a:xfrm>
            <a:off x="508000" y="4572000"/>
            <a:ext cx="91441" cy="106681"/>
          </a:xfrm>
          <a:custGeom>
            <a:avLst/>
            <a:gdLst/>
            <a:ahLst/>
            <a:cxnLst/>
            <a:rect l="0" t="0" r="0" b="0"/>
            <a:pathLst>
              <a:path w="91441" h="106681">
                <a:moveTo>
                  <a:pt x="0" y="0"/>
                </a:moveTo>
                <a:lnTo>
                  <a:pt x="76200" y="22860"/>
                </a:lnTo>
                <a:cubicBezTo>
                  <a:pt x="91440" y="60960"/>
                  <a:pt x="45720" y="106680"/>
                  <a:pt x="0" y="76200"/>
                </a:cubicBezTo>
              </a:path>
            </a:pathLst>
          </a:custGeom>
          <a:ln w="1270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F0D3597-DCF7-69B3-9A16-2AFFB74C830F}"/>
              </a:ext>
            </a:extLst>
          </p:cNvPr>
          <p:cNvSpPr/>
          <p:nvPr/>
        </p:nvSpPr>
        <p:spPr>
          <a:xfrm>
            <a:off x="1905000" y="4572000"/>
            <a:ext cx="152401" cy="177801"/>
          </a:xfrm>
          <a:custGeom>
            <a:avLst/>
            <a:gdLst/>
            <a:ahLst/>
            <a:cxnLst/>
            <a:rect l="0" t="0" r="0" b="0"/>
            <a:pathLst>
              <a:path w="152401" h="177801">
                <a:moveTo>
                  <a:pt x="0" y="0"/>
                </a:moveTo>
                <a:lnTo>
                  <a:pt x="127000" y="38100"/>
                </a:lnTo>
                <a:cubicBezTo>
                  <a:pt x="152400" y="101600"/>
                  <a:pt x="76200" y="177800"/>
                  <a:pt x="0" y="127000"/>
                </a:cubicBezTo>
              </a:path>
            </a:pathLst>
          </a:custGeom>
          <a:ln w="1905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10472049-DD0D-6FC5-D437-BEDC9FDDE1F7}"/>
              </a:ext>
            </a:extLst>
          </p:cNvPr>
          <p:cNvSpPr/>
          <p:nvPr/>
        </p:nvSpPr>
        <p:spPr>
          <a:xfrm>
            <a:off x="3302000" y="4572000"/>
            <a:ext cx="213361" cy="248921"/>
          </a:xfrm>
          <a:custGeom>
            <a:avLst/>
            <a:gdLst/>
            <a:ahLst/>
            <a:cxnLst/>
            <a:rect l="0" t="0" r="0" b="0"/>
            <a:pathLst>
              <a:path w="213361" h="248921">
                <a:moveTo>
                  <a:pt x="0" y="0"/>
                </a:moveTo>
                <a:lnTo>
                  <a:pt x="177800" y="53340"/>
                </a:lnTo>
                <a:cubicBezTo>
                  <a:pt x="213360" y="142240"/>
                  <a:pt x="106680" y="248920"/>
                  <a:pt x="0" y="177800"/>
                </a:cubicBezTo>
                <a:close/>
              </a:path>
            </a:pathLst>
          </a:custGeom>
          <a:noFill/>
          <a:ln w="9525" cap="flat" cmpd="sng" algn="ctr">
            <a:solidFill>
              <a:srgbClr val="00023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E8BA26C-C565-2E4B-01DB-C4BD3FFA14D6}"/>
              </a:ext>
            </a:extLst>
          </p:cNvPr>
          <p:cNvSpPr/>
          <p:nvPr/>
        </p:nvSpPr>
        <p:spPr>
          <a:xfrm>
            <a:off x="4699000" y="4572000"/>
            <a:ext cx="304801" cy="355601"/>
          </a:xfrm>
          <a:custGeom>
            <a:avLst/>
            <a:gdLst/>
            <a:ahLst/>
            <a:cxnLst/>
            <a:rect l="0" t="0" r="0" b="0"/>
            <a:pathLst>
              <a:path w="304801" h="355601">
                <a:moveTo>
                  <a:pt x="0" y="0"/>
                </a:moveTo>
                <a:lnTo>
                  <a:pt x="254000" y="76200"/>
                </a:lnTo>
                <a:cubicBezTo>
                  <a:pt x="304800" y="203200"/>
                  <a:pt x="152400" y="355600"/>
                  <a:pt x="0" y="254000"/>
                </a:cubicBezTo>
              </a:path>
            </a:pathLst>
          </a:custGeom>
          <a:ln w="1270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19047669-1902-E1AC-66BD-0BC6D134DAC4}"/>
              </a:ext>
            </a:extLst>
          </p:cNvPr>
          <p:cNvSpPr/>
          <p:nvPr/>
        </p:nvSpPr>
        <p:spPr>
          <a:xfrm>
            <a:off x="6096000" y="4572000"/>
            <a:ext cx="91441" cy="106681"/>
          </a:xfrm>
          <a:custGeom>
            <a:avLst/>
            <a:gdLst/>
            <a:ahLst/>
            <a:cxnLst/>
            <a:rect l="0" t="0" r="0" b="0"/>
            <a:pathLst>
              <a:path w="91441" h="106681">
                <a:moveTo>
                  <a:pt x="0" y="0"/>
                </a:moveTo>
                <a:lnTo>
                  <a:pt x="76200" y="22860"/>
                </a:lnTo>
                <a:cubicBezTo>
                  <a:pt x="91440" y="60960"/>
                  <a:pt x="45720" y="106680"/>
                  <a:pt x="0" y="76200"/>
                </a:cubicBezTo>
              </a:path>
            </a:pathLst>
          </a:custGeom>
          <a:ln w="1905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6D104C80-AE0E-3E44-BBDA-58E1707F6B17}"/>
              </a:ext>
            </a:extLst>
          </p:cNvPr>
          <p:cNvSpPr/>
          <p:nvPr/>
        </p:nvSpPr>
        <p:spPr>
          <a:xfrm>
            <a:off x="7493000" y="4572000"/>
            <a:ext cx="152401" cy="177801"/>
          </a:xfrm>
          <a:custGeom>
            <a:avLst/>
            <a:gdLst/>
            <a:ahLst/>
            <a:cxnLst/>
            <a:rect l="0" t="0" r="0" b="0"/>
            <a:pathLst>
              <a:path w="152401" h="177801">
                <a:moveTo>
                  <a:pt x="0" y="0"/>
                </a:moveTo>
                <a:lnTo>
                  <a:pt x="127000" y="38100"/>
                </a:lnTo>
                <a:cubicBezTo>
                  <a:pt x="152400" y="101600"/>
                  <a:pt x="76200" y="177800"/>
                  <a:pt x="0" y="127000"/>
                </a:cubicBezTo>
                <a:close/>
              </a:path>
            </a:pathLst>
          </a:custGeom>
          <a:noFill/>
          <a:ln w="9525" cap="flat" cmpd="sng" algn="ctr">
            <a:solidFill>
              <a:srgbClr val="00023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69AF45F0-9A98-92B4-BBF1-5EB4D1D7E011}"/>
              </a:ext>
            </a:extLst>
          </p:cNvPr>
          <p:cNvSpPr/>
          <p:nvPr/>
        </p:nvSpPr>
        <p:spPr>
          <a:xfrm>
            <a:off x="8890000" y="4572000"/>
            <a:ext cx="213361" cy="248921"/>
          </a:xfrm>
          <a:custGeom>
            <a:avLst/>
            <a:gdLst/>
            <a:ahLst/>
            <a:cxnLst/>
            <a:rect l="0" t="0" r="0" b="0"/>
            <a:pathLst>
              <a:path w="213361" h="248921">
                <a:moveTo>
                  <a:pt x="0" y="0"/>
                </a:moveTo>
                <a:lnTo>
                  <a:pt x="177800" y="53340"/>
                </a:lnTo>
                <a:cubicBezTo>
                  <a:pt x="213360" y="142240"/>
                  <a:pt x="106680" y="248920"/>
                  <a:pt x="0" y="177800"/>
                </a:cubicBezTo>
              </a:path>
            </a:pathLst>
          </a:custGeom>
          <a:ln w="1270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33D4E0B-B96D-794D-0669-5D02ADE0A05E}"/>
              </a:ext>
            </a:extLst>
          </p:cNvPr>
          <p:cNvSpPr/>
          <p:nvPr/>
        </p:nvSpPr>
        <p:spPr>
          <a:xfrm>
            <a:off x="10287000" y="4572000"/>
            <a:ext cx="304801" cy="355601"/>
          </a:xfrm>
          <a:custGeom>
            <a:avLst/>
            <a:gdLst/>
            <a:ahLst/>
            <a:cxnLst/>
            <a:rect l="0" t="0" r="0" b="0"/>
            <a:pathLst>
              <a:path w="304801" h="355601">
                <a:moveTo>
                  <a:pt x="0" y="0"/>
                </a:moveTo>
                <a:lnTo>
                  <a:pt x="254000" y="76200"/>
                </a:lnTo>
                <a:cubicBezTo>
                  <a:pt x="304800" y="203200"/>
                  <a:pt x="152400" y="355600"/>
                  <a:pt x="0" y="254000"/>
                </a:cubicBezTo>
              </a:path>
            </a:pathLst>
          </a:custGeom>
          <a:ln w="19050" cmpd="sng">
            <a:solidFill>
              <a:srgbClr val="0002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696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2026-10-12T13:49:17Z</dcterms:created>
  <dcterms:modified xsi:type="dcterms:W3CDTF">2026-10-12T13:49:17Z</dcterms:modified>
</cp:coreProperties>
</file>