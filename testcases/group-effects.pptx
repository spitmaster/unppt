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4548D9-5171-2B6A-8506-8B9237D9F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958D67-AECF-1CCF-B8C6-D73EFB217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7D7FF-8D39-3F21-7AEF-C400733F8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A6539-B797-F01B-9A03-E7A1A23B3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4C8104-AD1B-BFFD-7867-778687F4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17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C1C71-673A-FF45-D710-A251246A0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3155E-A098-C7C4-E6B9-1249717A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2A92CF-EF00-A23B-3D59-E384FD3F7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54D87E-93E1-6EDF-46EE-D5A054D01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679BCE-C7BE-5F78-CFC5-EBD10D495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984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FDC19-36A8-584B-0660-A5D324471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60B068-F112-F1F3-50DA-892D011D6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27BDF5-0BFF-57AC-FBBA-16C380AC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40271-1EFA-A237-120B-D8D113AAC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285D2-4576-0BB8-60DD-D1F85A54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97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8B018-7457-440C-483C-C7B3702F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2DABDC-221C-85DE-9A71-18761FBAF9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950788-FB5F-08DB-A613-345CFC105D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4A6655-51B2-A4AF-F4D6-7B8BFD5D4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E775E3-AA13-D7AA-76F1-9EB5D59A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96D426-463D-84A2-592C-7D17339A0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184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0D4E6-508C-2E92-2E0F-38183DFA5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0D8B8F-B1CC-F0D1-1972-D1A8EA8FE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AFDF49-7E12-9028-671A-7AFD2BA33D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C1573AE-B842-0E66-E03B-51430A4A4F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B4BF52-5E01-F6D3-0439-0F29E2B63B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2CB912-6DBF-FD8E-E7BA-C48CD83B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D048FF5-3A5D-21FA-8B35-F2CF19BDB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52E6B9-9E6B-8B36-EE44-A75694054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3629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B7F52F-38A2-E198-4394-D05BAEA3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B4424F-27AB-3181-CD1C-AA67D2409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9E0AC1-297C-6E14-B3F9-EA7A3B67D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361C59-3EDA-BB78-9007-0512196CB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96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113913F-3C9A-B636-0CF4-C4F264B00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3F6866-58B1-0D4F-A2FF-21B1C4DBA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BB6833-B735-87AC-31CE-E187A2AA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84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29862-2D44-4CB2-9ABD-CB6386D8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F6E6DD-7A0B-0BA8-CF69-7D2A492D9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02E223-7C88-706B-A1A2-99F13537E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C83A92-60FF-F13E-21D5-22AD489C1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46C290-BB59-B891-E758-ED88B9E61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FB464E-1405-3DC7-3A72-442CA18C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261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CD1889-487A-DFDA-0562-DC85F67A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1EC97D-712B-FE5D-CDF0-2908FE5214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E24FE2-996C-6425-123D-E1C5E56AA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D46BE0-047B-D788-239B-03CE288BC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2079DE-D06E-F067-2937-7954CC70A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959739C-5AD4-32CD-347E-9F627CA2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63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FF9B5-BB83-FE79-9D83-0700FCF06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F3A23A-7F37-67AB-8134-5C54BB3E3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F8C063-F15D-F4BB-8790-A4814A4A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B88DC7-A282-8A7F-C143-3107489C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6FE82D-DDC9-7787-FE72-58ED559F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235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E99B54-2E0E-C7B5-6B6C-D78E0898F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F5844F-AEF5-1BCB-9E3B-7544319E1F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A71401-8F3D-5E99-00CD-35BF99621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D138F-D759-EB2C-FD20-C512F81D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CE3D4-0005-4F65-5B05-04BA95315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98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F09709-8F07-30E6-FE76-07CCF47A2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71C020-FC13-CAE6-9B4B-937D831CA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3EE699-2300-D69A-5B4B-F999A5B8C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0EFB6-57BE-49A9-BB98-76DC935BFEFB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D1EB7B-9AD5-2249-A469-1DF8B11E74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053A3A-9A47-C7D7-FEE2-3152B27E3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F34A2-81EA-4471-8AEB-47C6964BEF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602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PFX0">
            <a:extLst>
              <a:ext uri="{FF2B5EF4-FFF2-40B4-BE49-F238E27FC236}">
                <a16:creationId xmlns:a16="http://schemas.microsoft.com/office/drawing/2014/main" id="{E4F083E7-40E3-B3E7-B820-3839E0DB8290}"/>
              </a:ext>
            </a:extLst>
          </p:cNvPr>
          <p:cNvGrpSpPr/>
          <p:nvPr/>
        </p:nvGrpSpPr>
        <p:grpSpPr>
          <a:xfrm>
            <a:off x="508000" y="1524000"/>
            <a:ext cx="3048000" cy="2540000"/>
            <a:chOff x="508000" y="1524000"/>
            <a:chExt cx="3048000" cy="2540000"/>
          </a:xfrm>
          <a:effectLst>
            <a:outerShdw blurRad="76200" dist="114300" dir="2700000" algn="tl" rotWithShape="0">
              <a:prstClr val="black">
                <a:alpha val="60000"/>
              </a:prstClr>
            </a:outerShdw>
          </a:effectLst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14027F3D-6105-FA82-6FF4-7539EB000621}"/>
                </a:ext>
              </a:extLst>
            </p:cNvPr>
            <p:cNvSpPr/>
            <p:nvPr/>
          </p:nvSpPr>
          <p:spPr>
            <a:xfrm>
              <a:off x="508000" y="1524000"/>
              <a:ext cx="2286000" cy="1524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988CF84E-270E-C753-DEEC-9E4D77E1350D}"/>
                </a:ext>
              </a:extLst>
            </p:cNvPr>
            <p:cNvSpPr/>
            <p:nvPr/>
          </p:nvSpPr>
          <p:spPr>
            <a:xfrm>
              <a:off x="1778000" y="2286000"/>
              <a:ext cx="1778000" cy="1778000"/>
            </a:xfrm>
            <a:prstGeom prst="ellipse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" name="GRPFX1">
            <a:extLst>
              <a:ext uri="{FF2B5EF4-FFF2-40B4-BE49-F238E27FC236}">
                <a16:creationId xmlns:a16="http://schemas.microsoft.com/office/drawing/2014/main" id="{7D26AB1E-9DE3-6CA3-8DF3-17A644C54816}"/>
              </a:ext>
            </a:extLst>
          </p:cNvPr>
          <p:cNvGrpSpPr/>
          <p:nvPr/>
        </p:nvGrpSpPr>
        <p:grpSpPr>
          <a:xfrm>
            <a:off x="4445000" y="1524000"/>
            <a:ext cx="4318000" cy="2540000"/>
            <a:chOff x="4445000" y="1524000"/>
            <a:chExt cx="4318000" cy="2540000"/>
          </a:xfrm>
          <a:effectLst>
            <a:glow rad="139700">
              <a:srgbClr val="FFC000">
                <a:alpha val="60000"/>
              </a:srgbClr>
            </a:glow>
          </a:effectLst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8F0CE185-6750-091E-4596-04CF581451CD}"/>
                </a:ext>
              </a:extLst>
            </p:cNvPr>
            <p:cNvSpPr/>
            <p:nvPr/>
          </p:nvSpPr>
          <p:spPr>
            <a:xfrm>
              <a:off x="4445000" y="1524000"/>
              <a:ext cx="2286000" cy="1524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75F8CCAD-DCD4-CDDB-2C50-63F59207A79C}"/>
                </a:ext>
              </a:extLst>
            </p:cNvPr>
            <p:cNvSpPr/>
            <p:nvPr/>
          </p:nvSpPr>
          <p:spPr>
            <a:xfrm>
              <a:off x="6985000" y="2286000"/>
              <a:ext cx="1778000" cy="1778000"/>
            </a:xfrm>
            <a:prstGeom prst="ellipse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GRPFX2">
            <a:extLst>
              <a:ext uri="{FF2B5EF4-FFF2-40B4-BE49-F238E27FC236}">
                <a16:creationId xmlns:a16="http://schemas.microsoft.com/office/drawing/2014/main" id="{7C60C05F-BF82-B94F-9BE1-59BD15033AB2}"/>
              </a:ext>
            </a:extLst>
          </p:cNvPr>
          <p:cNvGrpSpPr/>
          <p:nvPr/>
        </p:nvGrpSpPr>
        <p:grpSpPr>
          <a:xfrm>
            <a:off x="8382000" y="1524000"/>
            <a:ext cx="3048000" cy="2540000"/>
            <a:chOff x="8382000" y="1524000"/>
            <a:chExt cx="3048000" cy="2540000"/>
          </a:xfrm>
          <a:effectLst>
            <a:outerShdw blurRad="0" dist="190500" dir="5400000" algn="t" rotWithShape="0">
              <a:srgbClr val="7030A0">
                <a:alpha val="50000"/>
              </a:srgbClr>
            </a:outerShdw>
          </a:effectLst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CC61B9CB-3EC3-E45E-6A75-C8FF55E693FE}"/>
                </a:ext>
              </a:extLst>
            </p:cNvPr>
            <p:cNvSpPr/>
            <p:nvPr/>
          </p:nvSpPr>
          <p:spPr>
            <a:xfrm>
              <a:off x="8382000" y="1524000"/>
              <a:ext cx="2286000" cy="1524000"/>
            </a:xfrm>
            <a:prstGeom prst="rect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组合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8210D06F-8CED-7BBC-08DD-069C9A8F8B2C}"/>
                </a:ext>
              </a:extLst>
            </p:cNvPr>
            <p:cNvSpPr/>
            <p:nvPr/>
          </p:nvSpPr>
          <p:spPr>
            <a:xfrm>
              <a:off x="9652000" y="2286000"/>
              <a:ext cx="1778000" cy="1778000"/>
            </a:xfrm>
            <a:prstGeom prst="ellipse">
              <a:avLst/>
            </a:prstGeom>
            <a:solidFill>
              <a:srgbClr val="ED7D3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阴影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5908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2026-10-19T02:40:16Z</dcterms:created>
  <dcterms:modified xsi:type="dcterms:W3CDTF">2026-10-19T02:40:16Z</dcterms:modified>
</cp:coreProperties>
</file>