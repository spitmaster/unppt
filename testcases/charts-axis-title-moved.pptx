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C4-4854-B0A7-E02FDB1FA4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55015727"/>
        <c:axId val="1055016687"/>
      </c:barChart>
      <c:catAx>
        <c:axId val="10550157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坐标轴标题</a:t>
                </a:r>
              </a:p>
            </c:rich>
          </c:tx>
          <c:layout>
            <c:manualLayout>
              <c:xMode val="edge"/>
              <c:yMode val="edge"/>
              <c:x val="0.69090909090909092"/>
              <c:y val="0.913333333333333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5016687"/>
        <c:crosses val="autoZero"/>
        <c:auto val="1"/>
        <c:lblAlgn val="ctr"/>
        <c:lblOffset val="100"/>
        <c:noMultiLvlLbl val="0"/>
      </c:catAx>
      <c:valAx>
        <c:axId val="1055016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坐标轴标题</a:t>
                </a:r>
              </a:p>
            </c:rich>
          </c:tx>
          <c:layout>
            <c:manualLayout>
              <c:xMode val="edge"/>
              <c:yMode val="edge"/>
              <c:x val="2.2727272727272728E-2"/>
              <c:y val="0.0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5015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95-4472-A140-FBCD25815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6159551"/>
        <c:axId val="736171071"/>
      </c:barChart>
      <c:catAx>
        <c:axId val="7361595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坐标轴标题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36171071"/>
        <c:crosses val="autoZero"/>
        <c:auto val="1"/>
        <c:lblAlgn val="ctr"/>
        <c:lblOffset val="100"/>
        <c:noMultiLvlLbl val="0"/>
      </c:catAx>
      <c:valAx>
        <c:axId val="736171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坐标轴标题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361595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FC8FC-5775-9B2F-493A-A2C525A38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406192-F082-A34C-A984-A5C89C7C7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17C18D-534C-DB43-6E74-7645EC794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B358-C5BC-440E-B5C5-AAE65D4D4FD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468149-29AE-5AD7-06CF-C97D7CCF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B22C68-96B9-4697-B886-2684D776A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5EAD-D1C7-4558-B208-2606ECC535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696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4E83A-9018-7044-46BF-1DC797958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30777F-FCAA-A5A8-D225-DA6D1753C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20FC3-AE35-BC2A-F4F8-41A4FC7DF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B358-C5BC-440E-B5C5-AAE65D4D4FD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BAFE0F-0FD8-0AC6-E276-9D41B1B3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D8E551-FE68-DB4D-3ED0-E0A5FB666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5EAD-D1C7-4558-B208-2606ECC535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043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99B68-E4DC-3A33-2FE5-021DA6F5B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D5C98F-85D0-7D52-A601-B979E6E54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C6EE2-CAE5-85E7-3325-2397E8077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B358-C5BC-440E-B5C5-AAE65D4D4FD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C9836F-686A-3023-793F-DF9E91BB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CC9F67-AD20-28E7-D179-B70BA2947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5EAD-D1C7-4558-B208-2606ECC535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48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E1682-7A9B-0AF2-9855-82F934563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90E598-C8C5-C001-5870-F39649135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0EFADE-D20A-3680-ED89-42C7A2308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4B4F38-D549-2DD1-8EF0-DA9513D9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B358-C5BC-440E-B5C5-AAE65D4D4FD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9917AC-E46C-8D22-1DBB-76177DF51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B58225-D6D2-5A64-C09F-C958B016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5EAD-D1C7-4558-B208-2606ECC535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452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161E9-15E7-9772-EA81-FDDB4E65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DD6DC3-9305-1079-DB93-BE38ED33C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91B596-1055-5C85-EC91-4FD966A18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B9428C-258F-07B1-5520-BB355A82F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CF85DC-44DC-82E9-C099-128C6EEC8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D11BF2-CA35-947C-6982-A03D3726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B358-C5BC-440E-B5C5-AAE65D4D4FD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DD4235-87EE-DA89-2139-2C3B5FF4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1B9112-4F4D-FA88-1173-49C7BE55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5EAD-D1C7-4558-B208-2606ECC535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680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357D8-ACB4-C175-923D-05A9C4C0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570CB3-3BF7-CF68-9A46-8849BF30B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B358-C5BC-440E-B5C5-AAE65D4D4FD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3B58A9-6166-FDDA-0E8E-15B0EF5A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7891ED-B00B-77BD-1410-0CBB51C5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5EAD-D1C7-4558-B208-2606ECC535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53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81AA79-B134-4DD3-0D8C-8DA57C934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B358-C5BC-440E-B5C5-AAE65D4D4FD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FC56BB-C7B7-9014-8212-10650300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ABA79D-FE68-1562-3324-226F1F5F7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5EAD-D1C7-4558-B208-2606ECC535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16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368CB-B5CB-A7E8-49DA-49AD0016F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4711E9-BAFC-CBF4-D915-28F959D58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95540D-B61F-3B6D-AE33-07CD99122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9D206C-9BB4-46A5-E312-79849EDB0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B358-C5BC-440E-B5C5-AAE65D4D4FD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5677C6-EE3A-7278-D7E8-DB11131D5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8D204E-77A4-D475-69BB-DD241EF3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5EAD-D1C7-4558-B208-2606ECC535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65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1903E2-B7A9-EC4B-1B69-EDAE9A5D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65F0A27-659E-2ACC-64A6-A6A29563D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E398F6-687A-5C68-8292-8220E52FE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EE5EB0-9836-9C5E-6256-EBD10C29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B358-C5BC-440E-B5C5-AAE65D4D4FD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898FEA-02FA-F81D-15BC-81FCC7D8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EC95D0-5D3A-21CA-C83A-84290865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5EAD-D1C7-4558-B208-2606ECC535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293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4D5DA-5F0E-3383-3FED-1F03202EC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4F2D80-C8F6-C9CB-22B3-678B715FA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03FDBE-9966-E82C-D139-D70A701E9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B358-C5BC-440E-B5C5-AAE65D4D4FD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988270-8964-51F0-6293-8A05AD2CD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890D12-AEF3-8459-1E11-6677DEF4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5EAD-D1C7-4558-B208-2606ECC535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470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6323952-9916-547E-6E8C-86CF6969C4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D26138-03C8-5C64-9C06-2EF0302B8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443B6C-07D7-AE85-99F4-98EDA98A7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B358-C5BC-440E-B5C5-AAE65D4D4FD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9E3EB-874B-2C32-94E5-4AC8E69D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5A6028-7889-4107-1370-28FCE640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45EAD-D1C7-4558-B208-2606ECC535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22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CB5FCF3-AF76-F365-1EE6-452C4EBDE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77810B-D04C-CE34-7C30-CA0150A4B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3A7601-D6A9-9B5F-A014-5E085B2A5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FB358-C5BC-440E-B5C5-AAE65D4D4FD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E77054-3DB1-AF0C-3B61-76E10EBB3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68BCF2-4E1A-1B0C-BC5E-EA18DB6D2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45EAD-D1C7-4558-B208-2606ECC535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85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3993344A-7DF7-9538-8152-46391A39D3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412825"/>
              </p:ext>
            </p:extLst>
          </p:nvPr>
        </p:nvGraphicFramePr>
        <p:xfrm>
          <a:off x="127000" y="508000"/>
          <a:ext cx="5588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F03C04B5-D4AC-9AF6-E4CE-692DC10B64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0694792"/>
              </p:ext>
            </p:extLst>
          </p:nvPr>
        </p:nvGraphicFramePr>
        <p:xfrm>
          <a:off x="6096000" y="508000"/>
          <a:ext cx="5588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26445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2026-10-19T03:48:39Z</dcterms:created>
  <dcterms:modified xsi:type="dcterms:W3CDTF">2026-10-19T03:48:39Z</dcterms:modified>
</cp:coreProperties>
</file>