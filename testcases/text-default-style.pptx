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2000" kern="1200">
        <a:solidFill>
          <a:srgbClr val="C00000"/>
        </a:solidFill>
        <a:latin typeface="Courier New"/>
        <a:ea typeface="楷体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10B9E-E58A-0DB4-471E-C5D1E292A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893CB0-C2BC-03DD-496D-25C202FEA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5B0B1-82FB-0112-968F-BA6BEEFE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B3336-CD87-8C0D-13F7-F7C6671F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5CAA65-0CCB-1D31-EAD4-A5019E7E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75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9EC42-604C-CB91-CB18-014783E6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59DAB-7596-AD9D-A68D-2933406D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D5D1CB-BFFD-F5AA-45B6-D9B36F0B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55100-C794-91CF-CCAA-F0F374C0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65F8D8-02C3-C3E8-09E5-1679300B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5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D7C8A-899E-18EC-65F3-B3EAAE07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A7AFBD-7B57-4B1A-0321-A1FB80620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16616-D4BD-567C-52E8-14819117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50592-817E-DED8-1FC6-BA05F7DC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E7984-C700-7690-7F48-98B7A9DB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76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3C12B-A005-7D6B-2E93-AA298DC2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2904A-1BC4-4F61-C7D7-7021529C7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7C3AAF-317C-8A15-F503-26F5A977C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65020-7196-FF46-71E3-71158FFF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D4E8A-8577-F728-40B2-4909552D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358720-39BA-8825-4C55-5E909C3C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A43AD-C60A-6A7B-4C46-AE32263B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99F1D-6297-EC3C-6D2F-8886FCE1F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DDBD79-8072-6B06-5236-3395F6D36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6923FD-0E89-B9D8-DA08-1892786FF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E0AD47-F298-1C25-779E-DA1FA246F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B73AA8-1D20-ACE9-1E2E-05BD92EA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0BD1C7-C967-6128-59E8-FBBCA923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4A4CFA-69EA-25C6-4583-A7AA680C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5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B3044-0552-B035-0091-DEEDC23F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AA83E9-1853-3F93-D76F-A5E24939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AE7408-B420-7782-61F3-41E947FF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4A337C-3E2E-3232-64FE-18426274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96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1721E9-7512-D9C5-4753-396A3A6A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72656E-0CB2-FD07-AFCE-8B6E121C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64EE7C-6E37-94FB-54CC-0FC10EE0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67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3F268-8DE1-4C9E-3C4E-3E80950F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57FA4-9187-C9A4-8B94-2F54D05A7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4C6CF2-19F0-9C96-F441-7B7730BD0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EFFC91-F2A1-7FBA-5EC2-658FB1A6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AFEE24-D749-C2F3-BCE3-B8D4F993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5F6B0-0403-5600-8571-9F127393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4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601C7-99E4-320D-4578-BFB2D07C7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69DD0F-71E4-6815-B631-58F00E854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27E790-F1B9-32F0-AA13-2F84F9BBC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99080-009D-7C97-F185-01EA6E74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34D28A-3374-F173-7A3E-126F40E2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8A073D-B212-97F7-C36C-F84EE847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8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6B474-2118-7BDF-C4A6-5B6B6922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FB95E5-3041-1B22-2AA0-5F358FC10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560106-8D84-F6B7-5033-D323DA84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FEAD9-33C6-2348-A866-FC5B8432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ACB58-45CD-89BC-29AE-F2C9AA55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55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07350A-B523-ADE4-6F90-AD92220F9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6E441B-5D5B-27A2-1A70-B8082176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7203B-1072-A108-DE4F-6125ADFC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3B8CE-35B8-836F-3B62-DFB02168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E51A3-77B6-C27D-6E24-088F28E9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E2A5A4-C297-F019-F00F-DE2A12F6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43DAF2-8A30-0AD7-2A39-12486FD8A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7C5E6-8EE9-4D5F-9BF5-C7E615E30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3426F-5CE9-4D6B-BBFB-B917C605D09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F9EA5-3BC8-71DC-DCF8-6CC74681B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29F4B-9627-4368-D2A6-4C524C929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A593A-C361-44DB-A7EA-45B968C1B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35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4000" kern="1200">
          <a:solidFill>
            <a:srgbClr val="0070C0"/>
          </a:solidFill>
          <a:latin typeface="Arial Black"/>
          <a:ea typeface="黑体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22A40B-1350-32F2-870D-D4EDD6BE3D61}"/>
              </a:ext>
            </a:extLst>
          </p:cNvPr>
          <p:cNvSpPr txBox="1"/>
          <p:nvPr/>
        </p:nvSpPr>
        <p:spPr>
          <a:xfrm>
            <a:off x="508000" y="508000"/>
            <a:ext cx="1092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文本框 </a:t>
            </a:r>
            <a:r>
              <a:rPr lang="en-US" altLang="zh-CN"/>
              <a:t>Text Box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DB3291-060C-7D8F-691D-DF69B67F7F91}"/>
              </a:ext>
            </a:extLst>
          </p:cNvPr>
          <p:cNvSpPr/>
          <p:nvPr/>
        </p:nvSpPr>
        <p:spPr>
          <a:xfrm>
            <a:off x="508000" y="2032000"/>
            <a:ext cx="5334000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形状 </a:t>
            </a:r>
            <a:r>
              <a:rPr lang="en-US" altLang="zh-CN"/>
              <a:t>Shape</a:t>
            </a:r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AA2114-4084-1EE3-B97B-820BCAC0C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818252"/>
              </p:ext>
            </p:extLst>
          </p:nvPr>
        </p:nvGraphicFramePr>
        <p:xfrm>
          <a:off x="508000" y="4318000"/>
          <a:ext cx="762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42157992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99869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Cell12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9015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表格 </a:t>
                      </a:r>
                      <a:r>
                        <a:rPr lang="en-US" altLang="zh-CN"/>
                        <a:t>Cell22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940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66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2026-10-15T13:35:01Z</dcterms:created>
  <dcterms:modified xsi:type="dcterms:W3CDTF">2026-10-15T13:35:01Z</dcterms:modified>
</cp:coreProperties>
</file>