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900FE6-6DB1-025B-BBB7-6DFE6E17A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C5D17E-A39D-A603-C8AE-CBEA484D2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E3B4F9-21C4-468E-1195-02B6C0243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1C00-5ED5-4BF4-81DA-D455D930157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A359A5-225B-5891-3619-76E46660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2AE213-4370-1B68-8CF9-EBDD9A76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A141-4333-4D82-8939-0844AFB56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8147F-21DB-5858-B3E3-70A528A4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C31B7-CC00-841C-C2B2-1F3B71D7F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FDEB56-C172-E3FB-C91B-8AA60EF9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1C00-5ED5-4BF4-81DA-D455D930157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F906E4-E4C5-F870-5AF2-0B537493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64CDE-5F0F-8340-6BF7-A8AB30312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A141-4333-4D82-8939-0844AFB56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629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C20C3B-2210-404E-5FBA-DAC086787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F2260C-A2FF-5700-34DE-C01780763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27FC9E-0874-631A-8B60-4972B4F9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1C00-5ED5-4BF4-81DA-D455D930157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500FBB-E492-07FC-77FE-298F1F56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3C28F8-86DD-110E-7D6D-E6FC0699B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A141-4333-4D82-8939-0844AFB56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935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79DE4-9169-6310-5F55-24879060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2C70AA-00B4-847F-801D-03711974C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2DCF74-4EA3-8CF3-F8E9-830111C7C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C837DB-29EA-70A6-5BC5-4F6395230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1C00-5ED5-4BF4-81DA-D455D930157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A29A1B-1EA9-0822-9FC4-D8802728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DDB1B3-7450-B418-6E02-CBF1B862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A141-4333-4D82-8939-0844AFB56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950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CAAB6-50D2-5E27-BCC5-5446C5962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00F0E6-FE72-D9CA-BE00-1773159B0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05E5F7-5DAB-3BCC-3A6A-36F8D7E21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5C5CB2-3A69-CB47-E421-CE888DF78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145545-A01F-8EC1-7C87-87D310C8F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D6FB6E-1193-EAD4-4EDD-5CAE79CD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1C00-5ED5-4BF4-81DA-D455D930157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790716-D6AE-2913-D326-96A9F2DA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F7E29D-FDE9-8775-8092-7C8A81C9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A141-4333-4D82-8939-0844AFB56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059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53CED-7748-1EF3-B383-D22F437C7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D483678-D9AB-73B4-BAAC-C9D52533D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1C00-5ED5-4BF4-81DA-D455D930157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CD0E4B-5364-A73A-52F2-2883132B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0EB9A0-31EC-2446-F3B2-65099DD1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A141-4333-4D82-8939-0844AFB56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74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225DEF-87F0-7884-9004-98A4175E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1C00-5ED5-4BF4-81DA-D455D930157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BDD3E8-A329-C04B-ED1D-5B1521EA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192290-1291-7348-6270-0AC8CC6F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A141-4333-4D82-8939-0844AFB56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28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E49BE-31B0-3C0C-4A0F-B850E8D5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DFB370-1D91-6958-2980-369B43C00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057CB3-9BAB-6AF2-69BA-74942FDFD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E870DF-2504-30D9-D1B3-2EF3E5D3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1C00-5ED5-4BF4-81DA-D455D930157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A87C5C-3F78-DD09-5AEF-3BDF55DB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5B1B49-53FE-D33D-B1D1-F0EB48F1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A141-4333-4D82-8939-0844AFB56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95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73886-ED45-DF67-5240-A2B44544D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640DDA-7649-FBB4-039F-E72C994EA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9283FD-F963-B56D-6377-EA85747B8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14E735-CE1C-6CF7-793B-20980FD06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1C00-5ED5-4BF4-81DA-D455D930157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5F19C2-94BB-E7E8-D954-82103C20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5EDFE7-F907-6F9A-424F-0FB24DAA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A141-4333-4D82-8939-0844AFB56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02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243AE-25F3-D52A-5785-38A06C45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39AA64-4C67-5C62-EEA3-2D8F9B55F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BF3731-B36B-AB73-4863-4EEB4368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1C00-5ED5-4BF4-81DA-D455D930157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5CE4F4-E6BA-8792-2FD3-80456E103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F9CB07-A273-1ACE-9A83-FAB541A1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A141-4333-4D82-8939-0844AFB56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503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64A45F-540A-A031-C970-615AFEC7B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FBC00B-4E5B-EC17-5C1E-6FF478D06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1FA1B3-BEC6-D4FD-5F11-79C355432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1C00-5ED5-4BF4-81DA-D455D930157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3CDB75-C427-0A44-7592-D06420E6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E6C673-1136-76A5-3135-F60CE31CC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A141-4333-4D82-8939-0844AFB56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580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0F5D12-97C6-9230-CEF4-1A8C01A1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F2C33F-0529-F5D8-E384-19E970BD7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56F41-02C5-C65E-5AC1-3AB909D0B4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01C00-5ED5-4BF4-81DA-D455D930157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FB0022-1DBC-4FB0-8E9E-799D742A3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7A3EBB-3D56-F98D-9BED-78B0BBA052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2A141-4333-4D82-8939-0844AFB56B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210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809CEF9-8CD6-34B4-6DC1-729F0001F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643978"/>
              </p:ext>
            </p:extLst>
          </p:nvPr>
        </p:nvGraphicFramePr>
        <p:xfrm>
          <a:off x="381000" y="508000"/>
          <a:ext cx="3683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1149329800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1704024921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424672434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54841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99319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66440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60CD492-4878-6FF5-3570-46FF7CC4D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602324"/>
              </p:ext>
            </p:extLst>
          </p:nvPr>
        </p:nvGraphicFramePr>
        <p:xfrm>
          <a:off x="4318000" y="508000"/>
          <a:ext cx="3683000" cy="19050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1249960108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53502002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419778534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07665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1365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93877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5B138C1-7AE0-4B8A-1898-1169951DB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998407"/>
              </p:ext>
            </p:extLst>
          </p:nvPr>
        </p:nvGraphicFramePr>
        <p:xfrm>
          <a:off x="8255000" y="508000"/>
          <a:ext cx="3683000" cy="190500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2931696186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1186657373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562846159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37145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41236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66861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276F0BB-FD94-7638-D3C9-37FB1DCA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334353"/>
              </p:ext>
            </p:extLst>
          </p:nvPr>
        </p:nvGraphicFramePr>
        <p:xfrm>
          <a:off x="381000" y="3683000"/>
          <a:ext cx="3683000" cy="19050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458833414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11933826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3257926219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52489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2749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99450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C6600E1-D8F0-3F23-D1E2-E9D3180C9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136324"/>
              </p:ext>
            </p:extLst>
          </p:nvPr>
        </p:nvGraphicFramePr>
        <p:xfrm>
          <a:off x="4318000" y="3683000"/>
          <a:ext cx="3683000" cy="1905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2966461942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3233866805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2688347199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22003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20892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58746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67B3176-BC40-0173-4B2A-7F81A91B6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290060"/>
              </p:ext>
            </p:extLst>
          </p:nvPr>
        </p:nvGraphicFramePr>
        <p:xfrm>
          <a:off x="8255000" y="3683000"/>
          <a:ext cx="3683000" cy="1905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3252712887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592308127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2588493586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13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85901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23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62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32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单元格</a:t>
                      </a:r>
                      <a:r>
                        <a:rPr lang="en-US" altLang="zh-CN" sz="1400"/>
                        <a:t>33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57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567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自定义</PresentationFormat>
  <Paragraphs>54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2026-10-15T12:45:43Z</dcterms:created>
  <dcterms:modified xsi:type="dcterms:W3CDTF">2026-10-15T12:45:43Z</dcterms:modified>
</cp:coreProperties>
</file>