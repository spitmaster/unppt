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BE-4491-9988-8C3C24C195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BE-4491-9988-8C3C24C195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BE-4491-9988-8C3C24C19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117536"/>
        <c:axId val="926118976"/>
      </c:barChart>
      <c:catAx>
        <c:axId val="926117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6118976"/>
        <c:crosses val="autoZero"/>
        <c:auto val="1"/>
        <c:lblAlgn val="ctr"/>
        <c:lblOffset val="100"/>
        <c:noMultiLvlLbl val="0"/>
      </c:catAx>
      <c:valAx>
        <c:axId val="926118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6117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0C-4A9A-A2AC-554AD77524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6A-4CA4-A256-51282526F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6A-4CA4-A256-51282526F9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6A-4CA4-A256-51282526F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526160"/>
        <c:axId val="929527120"/>
      </c:lineChart>
      <c:catAx>
        <c:axId val="92952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9527120"/>
        <c:crosses val="autoZero"/>
        <c:auto val="1"/>
        <c:lblAlgn val="ctr"/>
        <c:lblOffset val="100"/>
        <c:noMultiLvlLbl val="0"/>
      </c:catAx>
      <c:valAx>
        <c:axId val="929527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9526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D7BF4-6E72-8A43-5398-5E6BEB8CD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FAE91B-D2AD-9268-36E8-7E403AA27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988E1-1605-DC7B-D237-CF86966DB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449976-07F2-77D3-C471-DEE235D91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C973BF-CA33-E500-EDA3-C8C3A382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57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AE809-A284-40A8-B216-B1BA5A50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55C0C-4FD4-4A98-DF19-783488886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04E567-78D9-17C0-7B87-E736D5765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752C4-806A-8BF6-ACC2-FB1EDE3A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42E21E-B227-AE7D-CBA1-B35F17AE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64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F5949-B85F-0150-7A62-DD8A1B578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285B21-76C1-51ED-ECC7-9AAB455B3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692D5D-E3AD-5FBF-9D76-04208266C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053F9D-7904-B9EA-660D-54FBFE55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BB93BB-AAD1-8E82-5413-8B94590E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59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CE838-3AC8-F0FD-ED2D-807A6F67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017026-CB4D-009E-D2C6-F49F0E1F9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41A05C-E03E-B6AA-1EA1-F703C047E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DDD9C0-81D1-2317-634C-C8D941B7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241E2B-CF71-D30B-6020-AB983307A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1CCE9E-DA7F-9EBC-86E8-ACD401C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11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8C8AF-44A8-92DD-FA4D-9CBF6B36F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248976-A89C-F082-6FA6-5C8D5C2C0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2D82CC-2ED3-0C8E-6B67-F48FF0364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DE33E7-C0B1-D80D-5F04-5A51AF110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86C88A-1099-692B-35FF-3A0790510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5DF313-7B45-166B-70F4-0C730515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1303B9-975E-8622-5B1C-28366C910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5632E4-EC20-FC65-A103-3B025FF5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0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4C7B9-EC15-D29C-CEB5-03ACF2AF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0EA85F-15A1-BF84-9F81-E542A8D4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2B2CDE-E2F0-A9A3-FBCA-F4923F4ED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2B3CD3-809E-ECA1-9B54-21DE736B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16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00E34E-2D3A-BC1A-1C2B-44B331C29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C6A93B-5316-04D9-79D3-9E953D5E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C96FA-669F-6F38-75CA-34A7A0F5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6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DAB6A-47D9-20F1-65BD-789B1563E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04832-F421-A3DF-ABF6-5734A422C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9F9FB7-8D0A-2FA9-D54B-B13F22DA2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8BC070-4747-04A8-13C1-8C16430E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C93815-164F-35C0-BF36-C3CE6D6C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3384D-DD97-7436-455C-F15ED16E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08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22EFA-AF45-D1CA-F79E-9D61246D6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3E923D-0CCC-0088-0168-8D5CE248A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8DDAD1-8DDE-CCD6-D11A-581B771C9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284930-02F1-9F69-510D-F9F941D10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72ADDA-7869-A68D-0B43-D807CC2A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EA7BAA-93B0-0225-30BD-6A8F1114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58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D66EB-B99A-4516-64D0-6D394CC4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8702A3-F845-DA34-B60E-617109E3B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32B5A-2907-652C-EE1E-F08C3EBF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C9D0F1-96F7-1895-519A-C576F945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99E6EE-8EEB-AA31-F2D1-0D85A9BB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58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67C490-34D8-2E8A-4357-2D4C032ED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48ABA5-D941-3E66-2AA5-D0F030278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A4C24B-3739-8DAC-874F-9B315871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897A6-ACC3-BE62-8DC6-82C8CF4A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D941C4-DDC7-8DEA-3C49-2D875970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22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C77326-6AF5-F103-F2EC-31B5F0B4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81E37B-A2CA-EB18-F325-231B6955C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AEAFA9-6828-8C49-3216-C0C72E473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6ED59-0B4E-4AB0-858E-09313CFDED6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A6C5DA-6686-DB56-F746-986A7C001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6DD903-2551-C8B5-15F2-6DF08F90F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99A74-9FCE-4A14-B32C-CE016BBC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485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CC0083E-DF7C-8E3D-E859-531D1FE72A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5744294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7F9FE55-C4E5-F4B4-39E2-BEBC2D9D6C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5681260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0653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0C88602-8857-3165-EB91-BC95FB7A36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118223"/>
              </p:ext>
            </p:extLst>
          </p:nvPr>
        </p:nvGraphicFramePr>
        <p:xfrm>
          <a:off x="254000" y="508000"/>
          <a:ext cx="1143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126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自定义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2026-10-12T13:45:08Z</dcterms:created>
  <dcterms:modified xsi:type="dcterms:W3CDTF">2026-10-12T13:45:08Z</dcterms:modified>
</cp:coreProperties>
</file>