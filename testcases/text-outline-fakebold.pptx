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9CD46-F35F-397E-734A-1BC756E79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9EFEB7-9DEE-DCF8-1EE9-871A55F9C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75379-C093-8EF5-1E19-DE66EBFD8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8E3D6E-EAB3-1E6E-DFD2-B6599CD4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EB016E-552B-D3A1-83BD-B5BE73EB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41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20310-496E-0180-FD22-D84FFF999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2B7908-B062-C593-E65F-A5736FE85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437CEC-3EBB-EFE6-02AC-B7606617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34EFE-D261-4F68-AB20-9312D13DA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7FF8E-2C7F-88EC-DD6D-50E180A7A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434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D1733-A7A2-4E57-7406-40EE07B6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F2C159-03C2-AB75-4BB8-D4DA6171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F4ABE-63D9-9A1D-6AC8-2A45D215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53A23C-8490-5EA1-BEC3-84A154B1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C2C646-1228-07D9-9AB5-5D88AB1B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086CE-9CF4-1D68-54AF-70C3F572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427DC-8FE4-0F5C-A711-B93967A6F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F1122D-90BB-C327-4277-1091AC547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1B9882-7266-830C-BA74-51EBB907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B4F671-B7CD-F104-4B76-21E75151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D2240-6EF7-3B59-FEB0-0164581D2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83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A53A9-2A9E-2387-886E-1D1D0F97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14366C-1A34-7202-120F-BC934F7C8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8F0A65-8D43-A797-07C7-B0C252AF0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3BAAAA-8685-4167-2270-12913CC95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661398-DD02-47AC-8AEF-3420DA3C2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BF4171-39D1-4077-883F-B65EDCD6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8A5716-BB4D-316F-605B-A541F103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4D9EA5-B77F-99E0-66DC-A1F610F30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59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0E933-3A4F-F3B8-8650-EF157750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92B4EC-FE83-D513-4BF1-101C6D7A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92C0E7-94B3-7676-D52D-28244718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3D75B7-0B8D-367F-9E22-A0EC5F4F9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66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4B2B4E-CAEA-3F48-12A1-ABE50287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B7D24D-E5CF-FA9F-2E20-13129345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13DF99-0985-0E0C-6BB0-64B49F71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15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6C57F-5561-CAB1-F1E1-5B50880BF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76340-F29F-1965-C759-20E35381F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BE03C4-6C94-3452-BE4C-C7134C7CB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700064-6C1F-A17B-2DFD-7D634A96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AD7F2E-1011-4D93-D8DE-95F0F1193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C7E1FE-4144-32DD-5AC7-55A04BE6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03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A6E7AC-1F46-A641-F23D-41C7AC3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CC4863-B694-8CAF-1F8E-06228D6A3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D5F393-6FA7-E583-FACD-6740585C2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218DE2-AAF7-7F06-EB52-D1B568B34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B3F2C7-97FD-5687-5D48-530182B8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728A3B-9AFA-C868-0110-627FEF59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9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9041F-2CCB-77DF-8742-52D8A872B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45BBE6-F7DD-F214-F4F4-1C7599E2A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B4F024-4F2F-6CC6-1D35-0D56048D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69BB24-BFB2-9809-6621-4485CF9E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0BB29F-622F-4B67-D9A6-65A0F69FB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531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F37685-AE96-B077-CF8C-173281B71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97C5F1-8A1E-EC62-7EE8-C25D9FBF8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C8E5E-02CE-E842-B220-BE3A5A92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997D67-41FB-55E3-C4D5-BCAF96F3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870AEB-A345-CD99-4C1F-F939A556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34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091E1F-F148-DD43-DCCA-F7B4F4AF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99998F-0FD4-21B1-09B6-31123A559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B60D9-0550-D4A7-959E-B3EB02A1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171C7-5217-4E43-9062-F2ACE1996B40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99E66-E8D9-46F4-FFE2-875124B65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9661EF-4AA6-F32C-0D81-89FAB0551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934DA-1507-4654-B66E-245E3FB35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3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9610668-9D8D-8C48-F889-ECE5CEDF7E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3C6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0BE28A-E858-4182-763A-094DB4AC6B07}"/>
              </a:ext>
            </a:extLst>
          </p:cNvPr>
          <p:cNvSpPr txBox="1"/>
          <p:nvPr/>
        </p:nvSpPr>
        <p:spPr>
          <a:xfrm>
            <a:off x="508000" y="381000"/>
            <a:ext cx="11176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ln w="12700">
                  <a:solidFill>
                    <a:srgbClr val="FFFFFF"/>
                  </a:solidFill>
                </a:ln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粗体轮廓文字 </a:t>
            </a:r>
            <a:r>
              <a:rPr lang="en-US" altLang="zh-CN" sz="4800" b="1">
                <a:ln w="12700">
                  <a:solidFill>
                    <a:srgbClr val="FFFFFF"/>
                  </a:solidFill>
                </a:ln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4800" b="1">
              <a:ln w="12700">
                <a:solidFill>
                  <a:srgbClr val="FFFFFF"/>
                </a:solidFill>
              </a:ln>
              <a:solidFill>
                <a:srgbClr val="FFC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D1F0E2-3479-C9C6-F501-35158C972231}"/>
              </a:ext>
            </a:extLst>
          </p:cNvPr>
          <p:cNvSpPr txBox="1"/>
          <p:nvPr/>
        </p:nvSpPr>
        <p:spPr>
          <a:xfrm>
            <a:off x="508000" y="1905000"/>
            <a:ext cx="11176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ln w="19050">
                  <a:solidFill>
                    <a:srgbClr val="FFFFFF"/>
                  </a:solidFill>
                </a:ln>
                <a:solidFill>
                  <a:srgbClr val="FFC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粗体轮廓文字 </a:t>
            </a:r>
            <a:r>
              <a:rPr lang="en-US" altLang="zh-CN" sz="4800" b="1">
                <a:ln w="19050">
                  <a:solidFill>
                    <a:srgbClr val="FFFFFF"/>
                  </a:solidFill>
                </a:ln>
                <a:solidFill>
                  <a:srgbClr val="FFC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Bold 123</a:t>
            </a:r>
            <a:endParaRPr lang="zh-CN" altLang="en-US" sz="4800" b="1">
              <a:ln w="19050">
                <a:solidFill>
                  <a:srgbClr val="FFFFFF"/>
                </a:solidFill>
              </a:ln>
              <a:solidFill>
                <a:srgbClr val="FFC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C3740B-9D23-135D-B9DB-79FE721B2BFF}"/>
              </a:ext>
            </a:extLst>
          </p:cNvPr>
          <p:cNvSpPr txBox="1"/>
          <p:nvPr/>
        </p:nvSpPr>
        <p:spPr>
          <a:xfrm>
            <a:off x="508000" y="3429000"/>
            <a:ext cx="11176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粗体轮廓文字 </a:t>
            </a:r>
            <a:r>
              <a:rPr lang="en-US" altLang="zh-CN" sz="4800" b="1">
                <a:solidFill>
                  <a:srgbClr val="FFC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Bold 123</a:t>
            </a:r>
            <a:endParaRPr lang="zh-CN" altLang="en-US" sz="4800" b="1">
              <a:solidFill>
                <a:srgbClr val="FFC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1AD05F-915F-E2B2-5EC8-4A73BEDC6769}"/>
              </a:ext>
            </a:extLst>
          </p:cNvPr>
          <p:cNvSpPr txBox="1"/>
          <p:nvPr/>
        </p:nvSpPr>
        <p:spPr>
          <a:xfrm>
            <a:off x="508000" y="4953000"/>
            <a:ext cx="11176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4800" b="1">
                <a:ln w="12700">
                  <a:solidFill>
                    <a:srgbClr val="FFFFFF"/>
                  </a:solidFill>
                </a:ln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粗体轮廓文字 </a:t>
            </a:r>
            <a:r>
              <a:rPr lang="en-US" altLang="zh-CN" sz="4800" b="1">
                <a:ln w="12700">
                  <a:solidFill>
                    <a:srgbClr val="FFFFFF"/>
                  </a:solidFill>
                </a:ln>
                <a:solidFill>
                  <a:srgbClr val="FFC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Bold 123</a:t>
            </a:r>
            <a:endParaRPr lang="zh-CN" altLang="en-US" sz="4800" b="1">
              <a:ln w="12700">
                <a:solidFill>
                  <a:srgbClr val="FFFFFF"/>
                </a:solidFill>
              </a:ln>
              <a:solidFill>
                <a:srgbClr val="FFC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251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KaiTi</vt:lpstr>
      <vt:lpstr>SimSun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2026-10-19T02:57:28Z</dcterms:created>
  <dcterms:modified xsi:type="dcterms:W3CDTF">2026-10-19T02:57:28Z</dcterms:modified>
</cp:coreProperties>
</file>