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D7B35-133D-471F-782D-AE8BEDB9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A13CBB-F4ED-6027-1A84-918AE075F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773B5-DFE3-59CD-9753-DB5AC3CE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B1699-D89E-2B72-2AD9-D4F958D1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26D77-D9E9-2045-5868-6A80948F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78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83298-4F6D-0F75-58BD-89A19D5B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DE9F-DAA5-0B84-F698-4F831906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7D215-1388-9772-08C0-83DC9066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E2CD38-C078-5455-B1F1-BA746DE3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2F925-F483-A727-7DB2-C9CF9F78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24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427C7-E600-00B3-154F-7C9222F0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1BF0B-4C7E-B8D7-6E71-96776A476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118DE4-6D60-D1AE-D6BE-409E4D66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F04CB7-360F-1E0A-E296-A2853E14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FA8D2-88F4-E3D3-3AEF-CDEF6AA5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33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61BDB-7FF4-4EEB-9078-A2E46803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B9914-9CEA-3109-39CE-549F5FD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033C26-CD82-35D3-F21C-FDA4506EF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5350DA-2182-D042-43E6-9C2D78A5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FE2C23-8422-367A-62C1-B8588F08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13FAD-B135-189C-4B49-2951202E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32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9119C-1782-88A2-0FC9-E284728E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1B4031-1BEA-F90F-30C8-B58FBEAD4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22F45D-E43B-6A6B-9069-217002A12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CCC8C5-BDF2-B6FC-D0E2-BB96201A9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AC9630-8F99-16A0-B77F-7DFCEFA61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51E112-96B9-0BDD-45A0-FA5DC7EC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A05AA-8D69-C1E1-D300-D0B7673B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1957D7-22EA-D861-3B75-0A5FA47C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3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A3FE7-0C8B-A35B-4FDE-99B0DF6C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95A977-2326-378E-FF7E-B143E22F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B90DD9-23DC-5D9A-21FC-DDE579B2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D63F92-10FB-17F4-FEE1-35DB6C39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269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122C6C-9EAE-73F8-8DC2-C8E50F2A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325F1D-212A-714D-E825-F2FC2575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81E398-3F27-1D87-8428-4974B5D4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8C1A7-2CCD-D8EF-75E7-EF22659E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E4817E-444A-43A2-3C90-3A781DCD0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C01185-4A1B-3944-9C63-05BDC4D9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67AB0-E3BB-FE5E-B255-D7C102CF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F55B2A-8038-A9EB-3127-8CA613F0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A5CDD6-3934-C92C-123E-AD19516C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6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991DD-1468-D981-52C5-2EA37731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BAF6EC-4ED2-59F0-4DA5-07158D065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2FBD6E-A5A5-36D8-2E22-57C144380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02718A-40B9-A4AD-82D1-A7FA2B7B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28371-844D-FC9C-A582-76AA0888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89682D-D87F-62F8-1080-7B75ED00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79DE8-74AB-11CB-D306-535AB91D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80A2DC-6F27-B0E1-9DC6-7D10A469B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71725-63D2-5555-8ACD-2E90E285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7B63BE-A07A-B7D1-AE3F-F1CCB21C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95CCF-3E1A-7AFE-C870-79D96624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82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85D855-6207-4945-EE75-A6AB8AEC3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FE7017-22B8-8D80-7DB0-572BFB80C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8870A-4415-2259-FC92-C1C41E56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5845E-A7D1-B232-355D-F805FDED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067B2-CC22-E609-78E3-8C8B445D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17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67242C-D9F1-CFD3-C4C6-5BC11090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948839-C87F-490C-F320-E885635E0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4916BA-84AF-DDEC-E363-AD5AC352B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990B4-9465-4113-B9AC-2345BDF7328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8AAAA-60A0-B621-9E2D-6905D5591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F9484-5311-9729-FF39-DC1C132EA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13638-ACB3-435B-A7AE-1E7FF710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4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B0FE68-85E4-A358-73CF-97742B4F9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742538"/>
              </p:ext>
            </p:extLst>
          </p:nvPr>
        </p:nvGraphicFramePr>
        <p:xfrm>
          <a:off x="762000" y="762000"/>
          <a:ext cx="1016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741820404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533004673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38540910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1-2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1-3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973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2-2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2-3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51439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3-1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3-2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3-3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7894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4-1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4-2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4-3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6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55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2026-10-12T11:45:58Z</dcterms:created>
  <dcterms:modified xsi:type="dcterms:W3CDTF">2026-10-12T11:45:58Z</dcterms:modified>
</cp:coreProperties>
</file>