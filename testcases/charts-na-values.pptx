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  <c:pt idx="3">
                  <c:v>丁</c:v>
                </c:pt>
                <c:pt idx="4">
                  <c:v>戊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10</c:v>
                </c:pt>
                <c:pt idx="2">
                  <c:v>#N/A</c:v>
                </c:pt>
                <c:pt idx="3">
                  <c:v>4</c:v>
                </c:pt>
                <c:pt idx="4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A1-4924-8975-358F3759E63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  <c:pt idx="3">
                  <c:v>丁</c:v>
                </c:pt>
                <c:pt idx="4">
                  <c:v>戊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8</c:v>
                </c:pt>
                <c:pt idx="3">
                  <c:v>3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A1-4924-8975-358F3759E6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28317264"/>
        <c:axId val="1828317744"/>
      </c:barChart>
      <c:catAx>
        <c:axId val="1828317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28317744"/>
        <c:crosses val="autoZero"/>
        <c:auto val="1"/>
        <c:lblAlgn val="ctr"/>
        <c:lblOffset val="100"/>
        <c:noMultiLvlLbl val="0"/>
      </c:catAx>
      <c:valAx>
        <c:axId val="1828317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28317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  <c:pt idx="3">
                  <c:v>丁</c:v>
                </c:pt>
                <c:pt idx="4">
                  <c:v>戊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10</c:v>
                </c:pt>
                <c:pt idx="2">
                  <c:v>#N/A</c:v>
                </c:pt>
                <c:pt idx="3">
                  <c:v>4</c:v>
                </c:pt>
                <c:pt idx="4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71-4CD1-BA8E-7603C7FC36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  <c:pt idx="3">
                  <c:v>丁</c:v>
                </c:pt>
                <c:pt idx="4">
                  <c:v>戊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8</c:v>
                </c:pt>
                <c:pt idx="3">
                  <c:v>3</c:v>
                </c:pt>
                <c:pt idx="4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B71-4CD1-BA8E-7603C7FC36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71144656"/>
        <c:axId val="1971148496"/>
      </c:lineChart>
      <c:catAx>
        <c:axId val="1971144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71148496"/>
        <c:crosses val="autoZero"/>
        <c:auto val="1"/>
        <c:lblAlgn val="ctr"/>
        <c:lblOffset val="100"/>
        <c:noMultiLvlLbl val="0"/>
      </c:catAx>
      <c:valAx>
        <c:axId val="1971148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71144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C53603-BA5A-8E8F-E59D-3DF3DEB70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D300AB0-B420-A4E5-1E52-7AD1709B12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AF4FD5-F06A-0665-30CB-C9D1F3ACE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D845-38C2-40D0-BF4A-EEC4C8BEC45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4C89EB-4658-128D-1EDA-A4C90CEA0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AC462A-3D92-8C45-B8D8-FB6E6E89D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05BE-9AF3-4237-AA7E-E9B5E14D6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104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1D3B92-69AE-D804-1FFF-9786AE50B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BEB086-79B2-5264-B68D-592E6E6A8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C3B71A-29C2-9D7F-F49E-4C39D799D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D845-38C2-40D0-BF4A-EEC4C8BEC45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CE17A9-88B7-8255-DCFE-97268DD16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1CCC93-8343-5258-2B29-818E2AAE9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05BE-9AF3-4237-AA7E-E9B5E14D6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047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D16C3B-9D75-2A5A-BCDD-F02277DEB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4A16CA-E2CA-04DA-8418-B6A483E38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902090-A272-ED68-AB65-7240FC46D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D845-38C2-40D0-BF4A-EEC4C8BEC45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AB9DAB-AC1A-83C8-5B6E-84B003F7C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82E512-497B-90BD-4C81-7D586923B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05BE-9AF3-4237-AA7E-E9B5E14D6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05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00572-3ACB-DA20-53BD-B5ADA3B5F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30FD7D-730D-C858-BB6F-5AB3D228A7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0A27FF-134D-0186-A84B-C09723262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2471D0-4D5C-FE95-A622-4BD4B6F6C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D845-38C2-40D0-BF4A-EEC4C8BEC45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A35617-37EE-7690-AADB-954B0406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D4E93C-F456-AAF8-71FD-37ADBE75E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05BE-9AF3-4237-AA7E-E9B5E14D6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016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964378-6E83-D2DE-6756-E7B8C6EF4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52512E-58DF-5892-C7B7-5726DF6A8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EDD484-754D-4303-0370-B3B99679B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A2AB529-4776-AB6B-8CFD-3E68BCCC99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58BA159-9B36-387B-4B89-9E4B753269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946B61A-5A2A-91A1-94BF-0E7A4096B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D845-38C2-40D0-BF4A-EEC4C8BEC45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707AD1C-157E-39F7-2369-7041D6A6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7263C5F-EBA8-23FB-8BC2-1C71D82BD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05BE-9AF3-4237-AA7E-E9B5E14D6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891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1632A5-B19C-2471-3B40-515962799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A41E9E4-6403-58E8-0DF8-44E7286D9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D845-38C2-40D0-BF4A-EEC4C8BEC45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BD15E9-2A67-C949-C8E4-03C2D6879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D695A0-0D64-EA77-1E79-720076612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05BE-9AF3-4237-AA7E-E9B5E14D6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05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FB53412-95F3-AAFE-2308-4B624199A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D845-38C2-40D0-BF4A-EEC4C8BEC45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1FBBF67-667F-814A-EBD1-0C380CD32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7F29FA-60A7-0B76-1C5A-6BA01B7F5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05BE-9AF3-4237-AA7E-E9B5E14D6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201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738AB-5B45-4DCE-1F40-0B1DC6BC7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21EB33-8294-7C2F-8553-924F55184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96103E-A1D1-ADBB-8E5E-56200818D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43FEB4-E2FB-F292-EF94-8A5922F28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D845-38C2-40D0-BF4A-EEC4C8BEC45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6AB6A1-6A22-4C58-85B7-257D0BA06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4C2443-F5D7-4B75-6CA0-BCF2EA44F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05BE-9AF3-4237-AA7E-E9B5E14D6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362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9D94C5-8BD5-5D87-51F2-3D6418037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02AAB95-C868-16AB-022C-244399C43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3A0C0F-0D76-672E-7030-E4ACC58E6F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15CC74-7FDE-5181-6FA5-8756F9262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D845-38C2-40D0-BF4A-EEC4C8BEC45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681C5C-4E49-AB72-DD23-CEC961515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F4D0F0-B211-96A4-237A-0843A5716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05BE-9AF3-4237-AA7E-E9B5E14D6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4264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FCFD69-D54B-709C-AA66-29F79C1BC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08ED02-65B4-F545-689C-AFCD350F2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3BBA3F-54A0-02BF-5B6A-EFA5F8D65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D845-38C2-40D0-BF4A-EEC4C8BEC45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7DB397-2CC3-1B3E-3C8F-9AEF44CC3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181D8A-C38A-BA31-83E2-3009A1FD2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05BE-9AF3-4237-AA7E-E9B5E14D6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973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277F971-8F81-1B09-3866-1221574E3D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8BD2C7-6181-528E-2520-43B8D2444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34F875-7C9D-866F-8149-C3880746E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D845-38C2-40D0-BF4A-EEC4C8BEC45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CBC70C-2F02-52C3-4E32-A1E20A326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FA1EB7-8ECA-28EB-7697-82E696A2D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05BE-9AF3-4237-AA7E-E9B5E14D6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13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B850F0B-4096-3E30-AFD5-D66D9B95B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3C755A-18AD-7D9D-9D1F-654304BBC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FBBB6D-605B-90EC-AADC-E8F98520A4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64D845-38C2-40D0-BF4A-EEC4C8BEC45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638C4F-9253-6F9C-45C7-33CCD3A2C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D64F2E-1ACE-03FB-E35E-316EA68C6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105BE-9AF3-4237-AA7E-E9B5E14D6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923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A9DE38B5-22E3-848C-457C-91EFAF3BCE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0803222"/>
              </p:ext>
            </p:extLst>
          </p:nvPr>
        </p:nvGraphicFramePr>
        <p:xfrm>
          <a:off x="127000" y="762000"/>
          <a:ext cx="5715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D341B781-3618-96F9-BFA5-E989474795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948270"/>
              </p:ext>
            </p:extLst>
          </p:nvPr>
        </p:nvGraphicFramePr>
        <p:xfrm>
          <a:off x="6096000" y="762000"/>
          <a:ext cx="5715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251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2026-10-19T04:52:15Z</dcterms:created>
  <dcterms:modified xsi:type="dcterms:W3CDTF">2026-10-19T04:52:15Z</dcterms:modified>
</cp:coreProperties>
</file>