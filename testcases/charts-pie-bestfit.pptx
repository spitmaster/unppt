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DD-473E-9C0D-7607782526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5A-4DEE-8572-A66A6BFF38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29-4A78-B831-A1811ACA0E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D197E-9FC2-11DA-DCF4-183758E09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400365-13B0-A74B-60A5-FC062337C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D63DB6-3E20-8DFB-A8A8-9F3818E16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57408B-9D2D-965F-8EEF-A085B784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1B9112-3C30-A700-C68C-74B2F23E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566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6A7CA-C70C-D5EB-2EB8-E9E6CECA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0DFE93-AC9B-EBA3-2308-CC807F8E1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D1460-6BA9-A0B0-6183-5925261C3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AE88B0-FEAB-B1EE-CDDA-266E223F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BD376-E9B7-868B-B22A-6188EA52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406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F88B5-3C31-3ED5-A1B7-87A475407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4C6987-2FD4-2E1C-3160-437C89996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960369-F788-8C12-396A-AF985EE5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5BE743-E5ED-4F39-A6EF-E00283EEA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C9AD6F-CA2B-3AF0-55D1-EB2EFA4A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64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F6435F-6EB4-146C-53C8-E1584362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370170-21FC-AEFF-87E1-98562C3A30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66717C-FDD6-7FD1-7006-605C552F8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18CFF3-0BB8-C649-274B-02619C7D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AF87BF-07AD-562D-89AA-1742565F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598DA8-BF5A-6994-7F52-613B317F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434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FDAB7-BF99-9978-7BA0-277E87F4B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00348-2680-4A41-CC59-CF4C1173A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61DC1E-E2A4-2A76-7F72-0995A2BC2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BBD8F0-9E5A-2E86-FF43-BFB832D58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0A775D-E367-76AF-AFA6-606100AA3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93DE6A-2DCA-E284-31ED-2336E80E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EC8830-04F3-2C24-9D37-27938C8C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BBFDEF-885E-719E-163C-6AD9ED44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764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0A44F-9311-8BBF-3688-CCB8EE0B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27D69E-61DF-5808-F8AF-739F3103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52439D0-ECD4-66C0-769B-641161A1B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648578-EFFE-E41E-7F03-8A87C68E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002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492180-8C82-0675-2EB9-D003800CB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8A0C08-EA0B-AF17-4170-424D59694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531ABE-FE5B-EA1F-8558-C18045BE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613AC-DE22-1587-5640-66FF914E1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739E4D-418D-65D0-8745-E4D150715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BDAB62-8FEC-4116-AC93-4CC14A979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865809-9453-BBD5-821D-0A61C197A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07F9C5-74CB-23BA-23AF-5CE266E5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8D5273-C9AB-291D-D14C-C144D0A4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693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DC5EB2-23FC-2BBC-0DAB-D013C9B64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BED472-DA4B-4CBF-86DA-511C9E45C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1C04E6-28E9-D57C-90B2-8128DF895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47D407-1637-96FE-36D0-86D96A87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FFF850-B742-FB87-FCBB-8AEC7DE0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24E868-574D-9459-71EA-3B4EACC2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41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EAFF4-84F7-6F20-BEF8-0152ABE4D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52480C-5459-0136-648D-40C216BC4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6A3376-604D-ADF7-1FE2-C0CDA421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D5498-9973-054F-6082-14BE41A3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023129-3060-16B0-2A32-1A8FBDA80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79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4B6F2D-A05A-20CA-60B7-9441BC0B4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E7D172-EB55-B915-1A87-00FDA7940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52AF70-6D74-F5AB-B6A4-7B458D81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8C4F06-E598-C93F-D09F-6C2FA106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5566F2-BF4C-B3BA-202E-ED72F273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892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F9E0BD-93BE-13B8-40F9-BA7C48E9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03891F-E635-609A-1E25-70B3CBE20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AEEF2C-2D45-55B5-22D3-6AF200050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31C99-BB7E-4331-8052-127A3416AF1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938CD-AE16-D379-5B8E-FA38C3EF7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8B4719-B5A4-FEAD-40D4-4743A2296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DC0CC-BC3B-4A24-B617-3E5DEB3BE2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846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6228C18E-0007-CDCD-F0E1-9D351099FD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035422"/>
              </p:ext>
            </p:extLst>
          </p:nvPr>
        </p:nvGraphicFramePr>
        <p:xfrm>
          <a:off x="1270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BB0C9658-E443-0838-F991-95505089FE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6973694"/>
              </p:ext>
            </p:extLst>
          </p:nvPr>
        </p:nvGraphicFramePr>
        <p:xfrm>
          <a:off x="41275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392AEA23-3172-C4B1-4C4D-7DA7B9303E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003171"/>
              </p:ext>
            </p:extLst>
          </p:nvPr>
        </p:nvGraphicFramePr>
        <p:xfrm>
          <a:off x="8128000" y="762000"/>
          <a:ext cx="381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86851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2026-10-19T04:02:46Z</dcterms:created>
  <dcterms:modified xsi:type="dcterms:W3CDTF">2026-10-19T04:02:46Z</dcterms:modified>
</cp:coreProperties>
</file>