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DEF0A9-F218-4585-8332-2FE4BB70A6F6}" type="doc">
      <dgm:prSet loTypeId="urn:microsoft.com/office/officeart/2005/8/layout/default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47B8C48-E051-4AAD-AD2B-FA02096089CD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1</a:t>
          </a:r>
          <a:endParaRPr lang="zh-CN" altLang="en-US"/>
        </a:p>
      </dgm:t>
    </dgm:pt>
    <dgm:pt modelId="{F2B0324F-38FA-4428-A219-816230B6AE25}" type="parTrans" cxnId="{20356459-B6E1-4594-9084-511E20789FA1}">
      <dgm:prSet/>
      <dgm:spPr/>
      <dgm:t>
        <a:bodyPr/>
        <a:lstStyle/>
        <a:p>
          <a:endParaRPr lang="zh-CN" altLang="en-US"/>
        </a:p>
      </dgm:t>
    </dgm:pt>
    <dgm:pt modelId="{019D3C21-72F9-493D-8A31-6E1F5A0BEC35}" type="sibTrans" cxnId="{20356459-B6E1-4594-9084-511E20789FA1}">
      <dgm:prSet/>
      <dgm:spPr/>
      <dgm:t>
        <a:bodyPr/>
        <a:lstStyle/>
        <a:p>
          <a:endParaRPr lang="zh-CN" altLang="en-US"/>
        </a:p>
      </dgm:t>
    </dgm:pt>
    <dgm:pt modelId="{38F12F2A-3A3D-4B31-B889-8E7965392BE7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2</a:t>
          </a:r>
          <a:endParaRPr lang="zh-CN" altLang="en-US"/>
        </a:p>
      </dgm:t>
    </dgm:pt>
    <dgm:pt modelId="{FA7A37AF-444B-4461-A720-D0C960D455C7}" type="parTrans" cxnId="{45090C94-1C58-498C-AD95-A2224FBADBF7}">
      <dgm:prSet/>
      <dgm:spPr/>
      <dgm:t>
        <a:bodyPr/>
        <a:lstStyle/>
        <a:p>
          <a:endParaRPr lang="zh-CN" altLang="en-US"/>
        </a:p>
      </dgm:t>
    </dgm:pt>
    <dgm:pt modelId="{4F4AE2AB-4B1B-4E43-B46E-C0DECFC6C345}" type="sibTrans" cxnId="{45090C94-1C58-498C-AD95-A2224FBADBF7}">
      <dgm:prSet/>
      <dgm:spPr/>
      <dgm:t>
        <a:bodyPr/>
        <a:lstStyle/>
        <a:p>
          <a:endParaRPr lang="zh-CN" altLang="en-US"/>
        </a:p>
      </dgm:t>
    </dgm:pt>
    <dgm:pt modelId="{962E844B-32B2-4F4D-ABCD-A926D07FEBF6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3</a:t>
          </a:r>
          <a:endParaRPr lang="zh-CN" altLang="en-US"/>
        </a:p>
      </dgm:t>
    </dgm:pt>
    <dgm:pt modelId="{B4D9D999-34B1-4AAB-876D-2F43379942C5}" type="parTrans" cxnId="{B1A1F1AD-6AE3-4F5E-A482-3ABAC83CF2B7}">
      <dgm:prSet/>
      <dgm:spPr/>
      <dgm:t>
        <a:bodyPr/>
        <a:lstStyle/>
        <a:p>
          <a:endParaRPr lang="zh-CN" altLang="en-US"/>
        </a:p>
      </dgm:t>
    </dgm:pt>
    <dgm:pt modelId="{79149071-EBC7-4E2B-A175-C3E3EAA1C639}" type="sibTrans" cxnId="{B1A1F1AD-6AE3-4F5E-A482-3ABAC83CF2B7}">
      <dgm:prSet/>
      <dgm:spPr/>
      <dgm:t>
        <a:bodyPr/>
        <a:lstStyle/>
        <a:p>
          <a:endParaRPr lang="zh-CN" altLang="en-US"/>
        </a:p>
      </dgm:t>
    </dgm:pt>
    <dgm:pt modelId="{11FDB7B9-9D8C-42E3-8A16-CF4641FAE0B5}">
      <dgm:prSet phldrT="[文本]" phldr="1"/>
      <dgm:spPr/>
      <dgm:t>
        <a:bodyPr/>
        <a:lstStyle/>
        <a:p>
          <a:endParaRPr lang="zh-CN" altLang="en-US"/>
        </a:p>
      </dgm:t>
    </dgm:pt>
    <dgm:pt modelId="{870BAB0D-7F3A-4B30-BC2D-0EEDCC99DC41}" type="parTrans" cxnId="{2EE2887B-7350-4359-ADA8-198396E3E74E}">
      <dgm:prSet/>
      <dgm:spPr/>
      <dgm:t>
        <a:bodyPr/>
        <a:lstStyle/>
        <a:p>
          <a:endParaRPr lang="zh-CN" altLang="en-US"/>
        </a:p>
      </dgm:t>
    </dgm:pt>
    <dgm:pt modelId="{A2FC8878-E9A4-48E0-AF7C-F58C38E2CE80}" type="sibTrans" cxnId="{2EE2887B-7350-4359-ADA8-198396E3E74E}">
      <dgm:prSet/>
      <dgm:spPr/>
      <dgm:t>
        <a:bodyPr/>
        <a:lstStyle/>
        <a:p>
          <a:endParaRPr lang="zh-CN" altLang="en-US"/>
        </a:p>
      </dgm:t>
    </dgm:pt>
    <dgm:pt modelId="{3CFC158D-48A3-4F0A-8005-15E2DA5FAA8B}">
      <dgm:prSet phldrT="[文本]" phldr="1"/>
      <dgm:spPr/>
      <dgm:t>
        <a:bodyPr/>
        <a:lstStyle/>
        <a:p>
          <a:endParaRPr lang="zh-CN" altLang="en-US"/>
        </a:p>
      </dgm:t>
    </dgm:pt>
    <dgm:pt modelId="{4D8A6412-E630-4892-996E-8BCA41A1183F}" type="parTrans" cxnId="{22F16A62-F02E-4C98-AB61-8AD2C7CA50D0}">
      <dgm:prSet/>
      <dgm:spPr/>
      <dgm:t>
        <a:bodyPr/>
        <a:lstStyle/>
        <a:p>
          <a:endParaRPr lang="zh-CN" altLang="en-US"/>
        </a:p>
      </dgm:t>
    </dgm:pt>
    <dgm:pt modelId="{5C970C37-6836-42B1-AF3B-3BDF2C2CD18D}" type="sibTrans" cxnId="{22F16A62-F02E-4C98-AB61-8AD2C7CA50D0}">
      <dgm:prSet/>
      <dgm:spPr/>
      <dgm:t>
        <a:bodyPr/>
        <a:lstStyle/>
        <a:p>
          <a:endParaRPr lang="zh-CN" altLang="en-US"/>
        </a:p>
      </dgm:t>
    </dgm:pt>
    <dgm:pt modelId="{FBE262E0-5CF6-4123-A481-EED798FBD77F}" type="pres">
      <dgm:prSet presAssocID="{A4DEF0A9-F218-4585-8332-2FE4BB70A6F6}" presName="diagram" presStyleCnt="0">
        <dgm:presLayoutVars>
          <dgm:dir/>
          <dgm:resizeHandles val="exact"/>
        </dgm:presLayoutVars>
      </dgm:prSet>
      <dgm:spPr/>
    </dgm:pt>
    <dgm:pt modelId="{6BDA2E68-CA26-4EED-88EB-09632D87E094}" type="pres">
      <dgm:prSet presAssocID="{E47B8C48-E051-4AAD-AD2B-FA02096089CD}" presName="node" presStyleLbl="node1" presStyleIdx="0" presStyleCnt="5">
        <dgm:presLayoutVars>
          <dgm:bulletEnabled val="1"/>
        </dgm:presLayoutVars>
      </dgm:prSet>
      <dgm:spPr/>
    </dgm:pt>
    <dgm:pt modelId="{81A40E64-9026-4CA3-A135-D9E7AAF9D118}" type="pres">
      <dgm:prSet presAssocID="{019D3C21-72F9-493D-8A31-6E1F5A0BEC35}" presName="sibTrans" presStyleCnt="0"/>
      <dgm:spPr/>
    </dgm:pt>
    <dgm:pt modelId="{EC26BD57-C2ED-431B-9809-52C69C9C96F7}" type="pres">
      <dgm:prSet presAssocID="{38F12F2A-3A3D-4B31-B889-8E7965392BE7}" presName="node" presStyleLbl="node1" presStyleIdx="1" presStyleCnt="5">
        <dgm:presLayoutVars>
          <dgm:bulletEnabled val="1"/>
        </dgm:presLayoutVars>
      </dgm:prSet>
      <dgm:spPr/>
    </dgm:pt>
    <dgm:pt modelId="{790F99A6-594D-433B-B71E-08A0078A7943}" type="pres">
      <dgm:prSet presAssocID="{4F4AE2AB-4B1B-4E43-B46E-C0DECFC6C345}" presName="sibTrans" presStyleCnt="0"/>
      <dgm:spPr/>
    </dgm:pt>
    <dgm:pt modelId="{E1660743-1DA9-455D-B136-D6916CF1E4A3}" type="pres">
      <dgm:prSet presAssocID="{962E844B-32B2-4F4D-ABCD-A926D07FEBF6}" presName="node" presStyleLbl="node1" presStyleIdx="2" presStyleCnt="5">
        <dgm:presLayoutVars>
          <dgm:bulletEnabled val="1"/>
        </dgm:presLayoutVars>
      </dgm:prSet>
      <dgm:spPr/>
    </dgm:pt>
    <dgm:pt modelId="{7563EB7A-C793-4458-A6A8-D72022EC286E}" type="pres">
      <dgm:prSet presAssocID="{79149071-EBC7-4E2B-A175-C3E3EAA1C639}" presName="sibTrans" presStyleCnt="0"/>
      <dgm:spPr/>
    </dgm:pt>
    <dgm:pt modelId="{4E957A91-B0EA-4C13-8336-93D4B70A23AC}" type="pres">
      <dgm:prSet presAssocID="{11FDB7B9-9D8C-42E3-8A16-CF4641FAE0B5}" presName="node" presStyleLbl="node1" presStyleIdx="3" presStyleCnt="5">
        <dgm:presLayoutVars>
          <dgm:bulletEnabled val="1"/>
        </dgm:presLayoutVars>
      </dgm:prSet>
      <dgm:spPr/>
    </dgm:pt>
    <dgm:pt modelId="{FD236BE9-D966-4CDB-8ED7-3E63ACEA7B15}" type="pres">
      <dgm:prSet presAssocID="{A2FC8878-E9A4-48E0-AF7C-F58C38E2CE80}" presName="sibTrans" presStyleCnt="0"/>
      <dgm:spPr/>
    </dgm:pt>
    <dgm:pt modelId="{6D94F23B-925A-4B60-98FB-D2E352986B33}" type="pres">
      <dgm:prSet presAssocID="{3CFC158D-48A3-4F0A-8005-15E2DA5FAA8B}" presName="node" presStyleLbl="node1" presStyleIdx="4" presStyleCnt="5">
        <dgm:presLayoutVars>
          <dgm:bulletEnabled val="1"/>
        </dgm:presLayoutVars>
      </dgm:prSet>
      <dgm:spPr/>
    </dgm:pt>
  </dgm:ptLst>
  <dgm:cxnLst>
    <dgm:cxn modelId="{29DA060B-5380-4018-A622-1EB05EDC1D7D}" type="presOf" srcId="{962E844B-32B2-4F4D-ABCD-A926D07FEBF6}" destId="{E1660743-1DA9-455D-B136-D6916CF1E4A3}" srcOrd="0" destOrd="0" presId="urn:microsoft.com/office/officeart/2005/8/layout/default"/>
    <dgm:cxn modelId="{C89E221E-55E0-4110-92C9-D3B3E4E7C513}" type="presOf" srcId="{A4DEF0A9-F218-4585-8332-2FE4BB70A6F6}" destId="{FBE262E0-5CF6-4123-A481-EED798FBD77F}" srcOrd="0" destOrd="0" presId="urn:microsoft.com/office/officeart/2005/8/layout/default"/>
    <dgm:cxn modelId="{4C7E5438-783E-492C-B69E-4D3FD5591687}" type="presOf" srcId="{38F12F2A-3A3D-4B31-B889-8E7965392BE7}" destId="{EC26BD57-C2ED-431B-9809-52C69C9C96F7}" srcOrd="0" destOrd="0" presId="urn:microsoft.com/office/officeart/2005/8/layout/default"/>
    <dgm:cxn modelId="{22F16A62-F02E-4C98-AB61-8AD2C7CA50D0}" srcId="{A4DEF0A9-F218-4585-8332-2FE4BB70A6F6}" destId="{3CFC158D-48A3-4F0A-8005-15E2DA5FAA8B}" srcOrd="4" destOrd="0" parTransId="{4D8A6412-E630-4892-996E-8BCA41A1183F}" sibTransId="{5C970C37-6836-42B1-AF3B-3BDF2C2CD18D}"/>
    <dgm:cxn modelId="{59EF3B4D-7B7A-46A0-9C3A-0F13CFCDE8CA}" type="presOf" srcId="{11FDB7B9-9D8C-42E3-8A16-CF4641FAE0B5}" destId="{4E957A91-B0EA-4C13-8336-93D4B70A23AC}" srcOrd="0" destOrd="0" presId="urn:microsoft.com/office/officeart/2005/8/layout/default"/>
    <dgm:cxn modelId="{20356459-B6E1-4594-9084-511E20789FA1}" srcId="{A4DEF0A9-F218-4585-8332-2FE4BB70A6F6}" destId="{E47B8C48-E051-4AAD-AD2B-FA02096089CD}" srcOrd="0" destOrd="0" parTransId="{F2B0324F-38FA-4428-A219-816230B6AE25}" sibTransId="{019D3C21-72F9-493D-8A31-6E1F5A0BEC35}"/>
    <dgm:cxn modelId="{2EE2887B-7350-4359-ADA8-198396E3E74E}" srcId="{A4DEF0A9-F218-4585-8332-2FE4BB70A6F6}" destId="{11FDB7B9-9D8C-42E3-8A16-CF4641FAE0B5}" srcOrd="3" destOrd="0" parTransId="{870BAB0D-7F3A-4B30-BC2D-0EEDCC99DC41}" sibTransId="{A2FC8878-E9A4-48E0-AF7C-F58C38E2CE80}"/>
    <dgm:cxn modelId="{54A53F90-58FF-4278-A715-63646A62535B}" type="presOf" srcId="{3CFC158D-48A3-4F0A-8005-15E2DA5FAA8B}" destId="{6D94F23B-925A-4B60-98FB-D2E352986B33}" srcOrd="0" destOrd="0" presId="urn:microsoft.com/office/officeart/2005/8/layout/default"/>
    <dgm:cxn modelId="{45090C94-1C58-498C-AD95-A2224FBADBF7}" srcId="{A4DEF0A9-F218-4585-8332-2FE4BB70A6F6}" destId="{38F12F2A-3A3D-4B31-B889-8E7965392BE7}" srcOrd="1" destOrd="0" parTransId="{FA7A37AF-444B-4461-A720-D0C960D455C7}" sibTransId="{4F4AE2AB-4B1B-4E43-B46E-C0DECFC6C345}"/>
    <dgm:cxn modelId="{B1A1F1AD-6AE3-4F5E-A482-3ABAC83CF2B7}" srcId="{A4DEF0A9-F218-4585-8332-2FE4BB70A6F6}" destId="{962E844B-32B2-4F4D-ABCD-A926D07FEBF6}" srcOrd="2" destOrd="0" parTransId="{B4D9D999-34B1-4AAB-876D-2F43379942C5}" sibTransId="{79149071-EBC7-4E2B-A175-C3E3EAA1C639}"/>
    <dgm:cxn modelId="{32E73FF4-9D43-4A15-A577-900F93993D29}" type="presOf" srcId="{E47B8C48-E051-4AAD-AD2B-FA02096089CD}" destId="{6BDA2E68-CA26-4EED-88EB-09632D87E094}" srcOrd="0" destOrd="0" presId="urn:microsoft.com/office/officeart/2005/8/layout/default"/>
    <dgm:cxn modelId="{F1ED5A76-4092-44B0-83B2-237CEFDC81EF}" type="presParOf" srcId="{FBE262E0-5CF6-4123-A481-EED798FBD77F}" destId="{6BDA2E68-CA26-4EED-88EB-09632D87E094}" srcOrd="0" destOrd="0" presId="urn:microsoft.com/office/officeart/2005/8/layout/default"/>
    <dgm:cxn modelId="{A806DD43-49C0-40ED-8577-758440C8349D}" type="presParOf" srcId="{FBE262E0-5CF6-4123-A481-EED798FBD77F}" destId="{81A40E64-9026-4CA3-A135-D9E7AAF9D118}" srcOrd="1" destOrd="0" presId="urn:microsoft.com/office/officeart/2005/8/layout/default"/>
    <dgm:cxn modelId="{F9D9B1AF-AE05-4AAE-9450-357C83480694}" type="presParOf" srcId="{FBE262E0-5CF6-4123-A481-EED798FBD77F}" destId="{EC26BD57-C2ED-431B-9809-52C69C9C96F7}" srcOrd="2" destOrd="0" presId="urn:microsoft.com/office/officeart/2005/8/layout/default"/>
    <dgm:cxn modelId="{95821F37-F639-4D52-B1C2-F415AAE9BBA3}" type="presParOf" srcId="{FBE262E0-5CF6-4123-A481-EED798FBD77F}" destId="{790F99A6-594D-433B-B71E-08A0078A7943}" srcOrd="3" destOrd="0" presId="urn:microsoft.com/office/officeart/2005/8/layout/default"/>
    <dgm:cxn modelId="{FD507D66-9D75-499F-B9E4-AE3BCC17CD3A}" type="presParOf" srcId="{FBE262E0-5CF6-4123-A481-EED798FBD77F}" destId="{E1660743-1DA9-455D-B136-D6916CF1E4A3}" srcOrd="4" destOrd="0" presId="urn:microsoft.com/office/officeart/2005/8/layout/default"/>
    <dgm:cxn modelId="{9840D4C9-044C-4EBE-9284-9A10DB389D6A}" type="presParOf" srcId="{FBE262E0-5CF6-4123-A481-EED798FBD77F}" destId="{7563EB7A-C793-4458-A6A8-D72022EC286E}" srcOrd="5" destOrd="0" presId="urn:microsoft.com/office/officeart/2005/8/layout/default"/>
    <dgm:cxn modelId="{943EDBF0-F18D-4580-ADCA-025FD2BB0092}" type="presParOf" srcId="{FBE262E0-5CF6-4123-A481-EED798FBD77F}" destId="{4E957A91-B0EA-4C13-8336-93D4B70A23AC}" srcOrd="6" destOrd="0" presId="urn:microsoft.com/office/officeart/2005/8/layout/default"/>
    <dgm:cxn modelId="{F57C6040-CB22-4DEF-A95E-CD1C0D826307}" type="presParOf" srcId="{FBE262E0-5CF6-4123-A481-EED798FBD77F}" destId="{FD236BE9-D966-4CDB-8ED7-3E63ACEA7B15}" srcOrd="7" destOrd="0" presId="urn:microsoft.com/office/officeart/2005/8/layout/default"/>
    <dgm:cxn modelId="{9FE758AC-3537-419E-9365-26DAFA7A60F2}" type="presParOf" srcId="{FBE262E0-5CF6-4123-A481-EED798FBD77F}" destId="{6D94F23B-925A-4B60-98FB-D2E352986B3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C76ADF-33A3-4BA5-95DA-37D4518776E9}" type="doc">
      <dgm:prSet loTypeId="urn:microsoft.com/office/officeart/2005/8/layout/default" loCatId="list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01DD119-D7DC-4E30-A4F2-066FFD828F23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1</a:t>
          </a:r>
          <a:endParaRPr lang="zh-CN" altLang="en-US"/>
        </a:p>
      </dgm:t>
    </dgm:pt>
    <dgm:pt modelId="{753D7A85-424D-4B5C-A9AA-FDCA07143B14}" type="parTrans" cxnId="{316F786F-6CE1-43A8-A975-856AE6226E9F}">
      <dgm:prSet/>
      <dgm:spPr/>
      <dgm:t>
        <a:bodyPr/>
        <a:lstStyle/>
        <a:p>
          <a:endParaRPr lang="zh-CN" altLang="en-US"/>
        </a:p>
      </dgm:t>
    </dgm:pt>
    <dgm:pt modelId="{88374681-1C56-404C-AFBC-B5B8B408D147}" type="sibTrans" cxnId="{316F786F-6CE1-43A8-A975-856AE6226E9F}">
      <dgm:prSet/>
      <dgm:spPr/>
      <dgm:t>
        <a:bodyPr/>
        <a:lstStyle/>
        <a:p>
          <a:endParaRPr lang="zh-CN" altLang="en-US"/>
        </a:p>
      </dgm:t>
    </dgm:pt>
    <dgm:pt modelId="{387A9148-AE82-4266-82E0-CBB42A6CE36F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2</a:t>
          </a:r>
          <a:endParaRPr lang="zh-CN" altLang="en-US"/>
        </a:p>
      </dgm:t>
    </dgm:pt>
    <dgm:pt modelId="{E4494861-824E-4E60-86AB-98E9024AC7AF}" type="parTrans" cxnId="{B90117F5-AF03-40C9-8BB4-0A73E846B908}">
      <dgm:prSet/>
      <dgm:spPr/>
      <dgm:t>
        <a:bodyPr/>
        <a:lstStyle/>
        <a:p>
          <a:endParaRPr lang="zh-CN" altLang="en-US"/>
        </a:p>
      </dgm:t>
    </dgm:pt>
    <dgm:pt modelId="{CB493164-9F9F-48B2-BC98-B106917BBB84}" type="sibTrans" cxnId="{B90117F5-AF03-40C9-8BB4-0A73E846B908}">
      <dgm:prSet/>
      <dgm:spPr/>
      <dgm:t>
        <a:bodyPr/>
        <a:lstStyle/>
        <a:p>
          <a:endParaRPr lang="zh-CN" altLang="en-US"/>
        </a:p>
      </dgm:t>
    </dgm:pt>
    <dgm:pt modelId="{139390F3-33B9-49B2-8B99-2BD3F469482C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3</a:t>
          </a:r>
          <a:endParaRPr lang="zh-CN" altLang="en-US"/>
        </a:p>
      </dgm:t>
    </dgm:pt>
    <dgm:pt modelId="{3C6CB1A2-99DA-4822-8CAB-66B8E6B9394E}" type="parTrans" cxnId="{510FED73-64C8-4FD6-A705-CC9A2101A748}">
      <dgm:prSet/>
      <dgm:spPr/>
      <dgm:t>
        <a:bodyPr/>
        <a:lstStyle/>
        <a:p>
          <a:endParaRPr lang="zh-CN" altLang="en-US"/>
        </a:p>
      </dgm:t>
    </dgm:pt>
    <dgm:pt modelId="{8E6DC3BD-324B-4A4D-B760-D06698E22FA7}" type="sibTrans" cxnId="{510FED73-64C8-4FD6-A705-CC9A2101A748}">
      <dgm:prSet/>
      <dgm:spPr/>
      <dgm:t>
        <a:bodyPr/>
        <a:lstStyle/>
        <a:p>
          <a:endParaRPr lang="zh-CN" altLang="en-US"/>
        </a:p>
      </dgm:t>
    </dgm:pt>
    <dgm:pt modelId="{54E61173-9477-4CC4-9877-1342DD490BB1}">
      <dgm:prSet phldrT="[文本]" phldr="1"/>
      <dgm:spPr/>
      <dgm:t>
        <a:bodyPr/>
        <a:lstStyle/>
        <a:p>
          <a:endParaRPr lang="zh-CN" altLang="en-US"/>
        </a:p>
      </dgm:t>
    </dgm:pt>
    <dgm:pt modelId="{D349FB56-5BBE-4D4B-A18A-7589BD8B0C7B}" type="parTrans" cxnId="{212C785A-FB93-4331-8FC3-9BCED16623FE}">
      <dgm:prSet/>
      <dgm:spPr/>
      <dgm:t>
        <a:bodyPr/>
        <a:lstStyle/>
        <a:p>
          <a:endParaRPr lang="zh-CN" altLang="en-US"/>
        </a:p>
      </dgm:t>
    </dgm:pt>
    <dgm:pt modelId="{F2867FE6-8F4E-458D-A31A-A9460F9DCC1C}" type="sibTrans" cxnId="{212C785A-FB93-4331-8FC3-9BCED16623FE}">
      <dgm:prSet/>
      <dgm:spPr/>
      <dgm:t>
        <a:bodyPr/>
        <a:lstStyle/>
        <a:p>
          <a:endParaRPr lang="zh-CN" altLang="en-US"/>
        </a:p>
      </dgm:t>
    </dgm:pt>
    <dgm:pt modelId="{87D018A2-E029-4D95-96FE-B035667D3989}">
      <dgm:prSet phldrT="[文本]" phldr="1"/>
      <dgm:spPr/>
      <dgm:t>
        <a:bodyPr/>
        <a:lstStyle/>
        <a:p>
          <a:endParaRPr lang="zh-CN" altLang="en-US"/>
        </a:p>
      </dgm:t>
    </dgm:pt>
    <dgm:pt modelId="{2B1D4249-4458-4F1E-A6C5-E0D2BF8720D3}" type="parTrans" cxnId="{A35990E2-86A4-4280-A301-DED50E4E60EF}">
      <dgm:prSet/>
      <dgm:spPr/>
      <dgm:t>
        <a:bodyPr/>
        <a:lstStyle/>
        <a:p>
          <a:endParaRPr lang="zh-CN" altLang="en-US"/>
        </a:p>
      </dgm:t>
    </dgm:pt>
    <dgm:pt modelId="{3B8BFF26-8420-4A11-9404-F0CDD21C059E}" type="sibTrans" cxnId="{A35990E2-86A4-4280-A301-DED50E4E60EF}">
      <dgm:prSet/>
      <dgm:spPr/>
      <dgm:t>
        <a:bodyPr/>
        <a:lstStyle/>
        <a:p>
          <a:endParaRPr lang="zh-CN" altLang="en-US"/>
        </a:p>
      </dgm:t>
    </dgm:pt>
    <dgm:pt modelId="{ED011B52-E3BC-42BD-9B8F-0715E98A599D}" type="pres">
      <dgm:prSet presAssocID="{DBC76ADF-33A3-4BA5-95DA-37D4518776E9}" presName="diagram" presStyleCnt="0">
        <dgm:presLayoutVars>
          <dgm:dir/>
          <dgm:resizeHandles val="exact"/>
        </dgm:presLayoutVars>
      </dgm:prSet>
      <dgm:spPr/>
    </dgm:pt>
    <dgm:pt modelId="{5C8AF997-D94A-4A35-B183-50B4E35720B3}" type="pres">
      <dgm:prSet presAssocID="{201DD119-D7DC-4E30-A4F2-066FFD828F23}" presName="node" presStyleLbl="node1" presStyleIdx="0" presStyleCnt="5">
        <dgm:presLayoutVars>
          <dgm:bulletEnabled val="1"/>
        </dgm:presLayoutVars>
      </dgm:prSet>
      <dgm:spPr/>
    </dgm:pt>
    <dgm:pt modelId="{4B084DF0-EAE7-4DC6-84B5-452AC5DB5973}" type="pres">
      <dgm:prSet presAssocID="{88374681-1C56-404C-AFBC-B5B8B408D147}" presName="sibTrans" presStyleCnt="0"/>
      <dgm:spPr/>
    </dgm:pt>
    <dgm:pt modelId="{6F402287-D5F6-4337-ADFC-87CEA30D8E49}" type="pres">
      <dgm:prSet presAssocID="{387A9148-AE82-4266-82E0-CBB42A6CE36F}" presName="node" presStyleLbl="node1" presStyleIdx="1" presStyleCnt="5">
        <dgm:presLayoutVars>
          <dgm:bulletEnabled val="1"/>
        </dgm:presLayoutVars>
      </dgm:prSet>
      <dgm:spPr/>
    </dgm:pt>
    <dgm:pt modelId="{81EE0800-B1EE-496E-8D1D-353E35D74FF5}" type="pres">
      <dgm:prSet presAssocID="{CB493164-9F9F-48B2-BC98-B106917BBB84}" presName="sibTrans" presStyleCnt="0"/>
      <dgm:spPr/>
    </dgm:pt>
    <dgm:pt modelId="{1F3AB18B-B0F2-4AB4-9C82-33CB6A5C4F8C}" type="pres">
      <dgm:prSet presAssocID="{139390F3-33B9-49B2-8B99-2BD3F469482C}" presName="node" presStyleLbl="node1" presStyleIdx="2" presStyleCnt="5">
        <dgm:presLayoutVars>
          <dgm:bulletEnabled val="1"/>
        </dgm:presLayoutVars>
      </dgm:prSet>
      <dgm:spPr/>
    </dgm:pt>
    <dgm:pt modelId="{F5BA9C75-8A13-4DFD-9A16-949772EF2C89}" type="pres">
      <dgm:prSet presAssocID="{8E6DC3BD-324B-4A4D-B760-D06698E22FA7}" presName="sibTrans" presStyleCnt="0"/>
      <dgm:spPr/>
    </dgm:pt>
    <dgm:pt modelId="{C2AEA4FC-822D-4BC9-BE0F-E2AD661ABD41}" type="pres">
      <dgm:prSet presAssocID="{54E61173-9477-4CC4-9877-1342DD490BB1}" presName="node" presStyleLbl="node1" presStyleIdx="3" presStyleCnt="5">
        <dgm:presLayoutVars>
          <dgm:bulletEnabled val="1"/>
        </dgm:presLayoutVars>
      </dgm:prSet>
      <dgm:spPr/>
    </dgm:pt>
    <dgm:pt modelId="{99E712CF-43E5-4D78-97F6-6E22E45A7973}" type="pres">
      <dgm:prSet presAssocID="{F2867FE6-8F4E-458D-A31A-A9460F9DCC1C}" presName="sibTrans" presStyleCnt="0"/>
      <dgm:spPr/>
    </dgm:pt>
    <dgm:pt modelId="{FE648AD7-7793-4AEA-836D-95427A199E4E}" type="pres">
      <dgm:prSet presAssocID="{87D018A2-E029-4D95-96FE-B035667D3989}" presName="node" presStyleLbl="node1" presStyleIdx="4" presStyleCnt="5">
        <dgm:presLayoutVars>
          <dgm:bulletEnabled val="1"/>
        </dgm:presLayoutVars>
      </dgm:prSet>
      <dgm:spPr/>
    </dgm:pt>
  </dgm:ptLst>
  <dgm:cxnLst>
    <dgm:cxn modelId="{662D2313-AD52-4281-B4A8-8305A53C04B9}" type="presOf" srcId="{201DD119-D7DC-4E30-A4F2-066FFD828F23}" destId="{5C8AF997-D94A-4A35-B183-50B4E35720B3}" srcOrd="0" destOrd="0" presId="urn:microsoft.com/office/officeart/2005/8/layout/default"/>
    <dgm:cxn modelId="{A3E82C42-4A37-4C46-A656-61FE5F29E43D}" type="presOf" srcId="{139390F3-33B9-49B2-8B99-2BD3F469482C}" destId="{1F3AB18B-B0F2-4AB4-9C82-33CB6A5C4F8C}" srcOrd="0" destOrd="0" presId="urn:microsoft.com/office/officeart/2005/8/layout/default"/>
    <dgm:cxn modelId="{316F786F-6CE1-43A8-A975-856AE6226E9F}" srcId="{DBC76ADF-33A3-4BA5-95DA-37D4518776E9}" destId="{201DD119-D7DC-4E30-A4F2-066FFD828F23}" srcOrd="0" destOrd="0" parTransId="{753D7A85-424D-4B5C-A9AA-FDCA07143B14}" sibTransId="{88374681-1C56-404C-AFBC-B5B8B408D147}"/>
    <dgm:cxn modelId="{510FED73-64C8-4FD6-A705-CC9A2101A748}" srcId="{DBC76ADF-33A3-4BA5-95DA-37D4518776E9}" destId="{139390F3-33B9-49B2-8B99-2BD3F469482C}" srcOrd="2" destOrd="0" parTransId="{3C6CB1A2-99DA-4822-8CAB-66B8E6B9394E}" sibTransId="{8E6DC3BD-324B-4A4D-B760-D06698E22FA7}"/>
    <dgm:cxn modelId="{4FA1A276-AF73-4E55-B962-EC1B8210859E}" type="presOf" srcId="{87D018A2-E029-4D95-96FE-B035667D3989}" destId="{FE648AD7-7793-4AEA-836D-95427A199E4E}" srcOrd="0" destOrd="0" presId="urn:microsoft.com/office/officeart/2005/8/layout/default"/>
    <dgm:cxn modelId="{212C785A-FB93-4331-8FC3-9BCED16623FE}" srcId="{DBC76ADF-33A3-4BA5-95DA-37D4518776E9}" destId="{54E61173-9477-4CC4-9877-1342DD490BB1}" srcOrd="3" destOrd="0" parTransId="{D349FB56-5BBE-4D4B-A18A-7589BD8B0C7B}" sibTransId="{F2867FE6-8F4E-458D-A31A-A9460F9DCC1C}"/>
    <dgm:cxn modelId="{69B7D07B-A5B0-4F56-A36F-73EE0455EBF6}" type="presOf" srcId="{54E61173-9477-4CC4-9877-1342DD490BB1}" destId="{C2AEA4FC-822D-4BC9-BE0F-E2AD661ABD41}" srcOrd="0" destOrd="0" presId="urn:microsoft.com/office/officeart/2005/8/layout/default"/>
    <dgm:cxn modelId="{A35990E2-86A4-4280-A301-DED50E4E60EF}" srcId="{DBC76ADF-33A3-4BA5-95DA-37D4518776E9}" destId="{87D018A2-E029-4D95-96FE-B035667D3989}" srcOrd="4" destOrd="0" parTransId="{2B1D4249-4458-4F1E-A6C5-E0D2BF8720D3}" sibTransId="{3B8BFF26-8420-4A11-9404-F0CDD21C059E}"/>
    <dgm:cxn modelId="{694C74E4-880C-4C2E-B60C-9C7F4431151A}" type="presOf" srcId="{DBC76ADF-33A3-4BA5-95DA-37D4518776E9}" destId="{ED011B52-E3BC-42BD-9B8F-0715E98A599D}" srcOrd="0" destOrd="0" presId="urn:microsoft.com/office/officeart/2005/8/layout/default"/>
    <dgm:cxn modelId="{EDD87EE9-0625-4208-A7B6-581B8FDDA56E}" type="presOf" srcId="{387A9148-AE82-4266-82E0-CBB42A6CE36F}" destId="{6F402287-D5F6-4337-ADFC-87CEA30D8E49}" srcOrd="0" destOrd="0" presId="urn:microsoft.com/office/officeart/2005/8/layout/default"/>
    <dgm:cxn modelId="{B90117F5-AF03-40C9-8BB4-0A73E846B908}" srcId="{DBC76ADF-33A3-4BA5-95DA-37D4518776E9}" destId="{387A9148-AE82-4266-82E0-CBB42A6CE36F}" srcOrd="1" destOrd="0" parTransId="{E4494861-824E-4E60-86AB-98E9024AC7AF}" sibTransId="{CB493164-9F9F-48B2-BC98-B106917BBB84}"/>
    <dgm:cxn modelId="{FBA5D512-28BD-4A39-8D9D-36CDF5DBED20}" type="presParOf" srcId="{ED011B52-E3BC-42BD-9B8F-0715E98A599D}" destId="{5C8AF997-D94A-4A35-B183-50B4E35720B3}" srcOrd="0" destOrd="0" presId="urn:microsoft.com/office/officeart/2005/8/layout/default"/>
    <dgm:cxn modelId="{B9B467E6-4161-4F7A-8E9F-D5A6512AB51B}" type="presParOf" srcId="{ED011B52-E3BC-42BD-9B8F-0715E98A599D}" destId="{4B084DF0-EAE7-4DC6-84B5-452AC5DB5973}" srcOrd="1" destOrd="0" presId="urn:microsoft.com/office/officeart/2005/8/layout/default"/>
    <dgm:cxn modelId="{22E16723-9FD6-4BB5-BC8E-18640D264196}" type="presParOf" srcId="{ED011B52-E3BC-42BD-9B8F-0715E98A599D}" destId="{6F402287-D5F6-4337-ADFC-87CEA30D8E49}" srcOrd="2" destOrd="0" presId="urn:microsoft.com/office/officeart/2005/8/layout/default"/>
    <dgm:cxn modelId="{64828AFE-D20F-4870-8216-CB15DA2F15D5}" type="presParOf" srcId="{ED011B52-E3BC-42BD-9B8F-0715E98A599D}" destId="{81EE0800-B1EE-496E-8D1D-353E35D74FF5}" srcOrd="3" destOrd="0" presId="urn:microsoft.com/office/officeart/2005/8/layout/default"/>
    <dgm:cxn modelId="{2F7D1228-DAD6-448D-8D41-5EB46D322F8F}" type="presParOf" srcId="{ED011B52-E3BC-42BD-9B8F-0715E98A599D}" destId="{1F3AB18B-B0F2-4AB4-9C82-33CB6A5C4F8C}" srcOrd="4" destOrd="0" presId="urn:microsoft.com/office/officeart/2005/8/layout/default"/>
    <dgm:cxn modelId="{5770991E-B2F7-466E-9A4C-D4AF59D22D9B}" type="presParOf" srcId="{ED011B52-E3BC-42BD-9B8F-0715E98A599D}" destId="{F5BA9C75-8A13-4DFD-9A16-949772EF2C89}" srcOrd="5" destOrd="0" presId="urn:microsoft.com/office/officeart/2005/8/layout/default"/>
    <dgm:cxn modelId="{CEA5791C-6814-4E44-B40C-36BCF47C66CA}" type="presParOf" srcId="{ED011B52-E3BC-42BD-9B8F-0715E98A599D}" destId="{C2AEA4FC-822D-4BC9-BE0F-E2AD661ABD41}" srcOrd="6" destOrd="0" presId="urn:microsoft.com/office/officeart/2005/8/layout/default"/>
    <dgm:cxn modelId="{DB8EA91D-DEBF-4534-9021-EAD9A57876D6}" type="presParOf" srcId="{ED011B52-E3BC-42BD-9B8F-0715E98A599D}" destId="{99E712CF-43E5-4D78-97F6-6E22E45A7973}" srcOrd="7" destOrd="0" presId="urn:microsoft.com/office/officeart/2005/8/layout/default"/>
    <dgm:cxn modelId="{E06AAD09-3B91-412B-99BD-16F6CCAF1B45}" type="presParOf" srcId="{ED011B52-E3BC-42BD-9B8F-0715E98A599D}" destId="{FE648AD7-7793-4AEA-836D-95427A199E4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C44D0D-8E78-4756-B2C9-C28342B1B889}" type="doc">
      <dgm:prSet loTypeId="urn:microsoft.com/office/officeart/2005/8/layout/default" loCatId="list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2C03655-E35D-42D1-AF2B-0C51A0D162E4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1</a:t>
          </a:r>
          <a:endParaRPr lang="zh-CN" altLang="en-US"/>
        </a:p>
      </dgm:t>
    </dgm:pt>
    <dgm:pt modelId="{B3E73218-0B32-4F9B-AE29-EFA6F99E3326}" type="parTrans" cxnId="{286273B9-AF28-4717-80C2-45174FE98447}">
      <dgm:prSet/>
      <dgm:spPr/>
      <dgm:t>
        <a:bodyPr/>
        <a:lstStyle/>
        <a:p>
          <a:endParaRPr lang="zh-CN" altLang="en-US"/>
        </a:p>
      </dgm:t>
    </dgm:pt>
    <dgm:pt modelId="{AF2F67BF-FC8B-45E6-9373-AFECC3F5CE2D}" type="sibTrans" cxnId="{286273B9-AF28-4717-80C2-45174FE98447}">
      <dgm:prSet/>
      <dgm:spPr/>
      <dgm:t>
        <a:bodyPr/>
        <a:lstStyle/>
        <a:p>
          <a:endParaRPr lang="zh-CN" altLang="en-US"/>
        </a:p>
      </dgm:t>
    </dgm:pt>
    <dgm:pt modelId="{70741C65-0A68-4E4C-AA4B-0AB9C9A81F7E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2</a:t>
          </a:r>
          <a:endParaRPr lang="zh-CN" altLang="en-US"/>
        </a:p>
      </dgm:t>
    </dgm:pt>
    <dgm:pt modelId="{36A26932-FA20-4F39-8A9E-308520DF0F00}" type="parTrans" cxnId="{298160FB-33A9-4B45-8B73-141C14009347}">
      <dgm:prSet/>
      <dgm:spPr/>
      <dgm:t>
        <a:bodyPr/>
        <a:lstStyle/>
        <a:p>
          <a:endParaRPr lang="zh-CN" altLang="en-US"/>
        </a:p>
      </dgm:t>
    </dgm:pt>
    <dgm:pt modelId="{1082B249-88ED-4975-9EE1-E00510325CE7}" type="sibTrans" cxnId="{298160FB-33A9-4B45-8B73-141C14009347}">
      <dgm:prSet/>
      <dgm:spPr/>
      <dgm:t>
        <a:bodyPr/>
        <a:lstStyle/>
        <a:p>
          <a:endParaRPr lang="zh-CN" altLang="en-US"/>
        </a:p>
      </dgm:t>
    </dgm:pt>
    <dgm:pt modelId="{8C1FDEB7-D5BB-4150-823C-29667ED7C6FF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3</a:t>
          </a:r>
          <a:endParaRPr lang="zh-CN" altLang="en-US"/>
        </a:p>
      </dgm:t>
    </dgm:pt>
    <dgm:pt modelId="{F05F44E3-BA40-4589-A272-03BB4F46A823}" type="parTrans" cxnId="{E2BB99E1-7824-4582-99E5-1494E737E795}">
      <dgm:prSet/>
      <dgm:spPr/>
      <dgm:t>
        <a:bodyPr/>
        <a:lstStyle/>
        <a:p>
          <a:endParaRPr lang="zh-CN" altLang="en-US"/>
        </a:p>
      </dgm:t>
    </dgm:pt>
    <dgm:pt modelId="{2361F644-8F4A-4B6E-81AF-DF84FA82BD54}" type="sibTrans" cxnId="{E2BB99E1-7824-4582-99E5-1494E737E795}">
      <dgm:prSet/>
      <dgm:spPr/>
      <dgm:t>
        <a:bodyPr/>
        <a:lstStyle/>
        <a:p>
          <a:endParaRPr lang="zh-CN" altLang="en-US"/>
        </a:p>
      </dgm:t>
    </dgm:pt>
    <dgm:pt modelId="{7B4B789D-D720-4DE3-98DC-BC895BBD5DD1}">
      <dgm:prSet phldrT="[文本]" phldr="1"/>
      <dgm:spPr/>
      <dgm:t>
        <a:bodyPr/>
        <a:lstStyle/>
        <a:p>
          <a:endParaRPr lang="zh-CN" altLang="en-US"/>
        </a:p>
      </dgm:t>
    </dgm:pt>
    <dgm:pt modelId="{1F558544-084C-4B52-834E-B220E789EFBE}" type="parTrans" cxnId="{E7D277DB-7E71-4724-97D9-1B40370777FD}">
      <dgm:prSet/>
      <dgm:spPr/>
      <dgm:t>
        <a:bodyPr/>
        <a:lstStyle/>
        <a:p>
          <a:endParaRPr lang="zh-CN" altLang="en-US"/>
        </a:p>
      </dgm:t>
    </dgm:pt>
    <dgm:pt modelId="{0A4CFC68-D10D-4D94-853F-EF2F8564A0AA}" type="sibTrans" cxnId="{E7D277DB-7E71-4724-97D9-1B40370777FD}">
      <dgm:prSet/>
      <dgm:spPr/>
      <dgm:t>
        <a:bodyPr/>
        <a:lstStyle/>
        <a:p>
          <a:endParaRPr lang="zh-CN" altLang="en-US"/>
        </a:p>
      </dgm:t>
    </dgm:pt>
    <dgm:pt modelId="{24192EB8-C383-4525-99C3-F1248335AF9A}">
      <dgm:prSet phldrT="[文本]" phldr="1"/>
      <dgm:spPr/>
      <dgm:t>
        <a:bodyPr/>
        <a:lstStyle/>
        <a:p>
          <a:endParaRPr lang="zh-CN" altLang="en-US"/>
        </a:p>
      </dgm:t>
    </dgm:pt>
    <dgm:pt modelId="{0BE37DB8-446A-4220-9E50-7A2A828BA697}" type="parTrans" cxnId="{F3CFEB59-2723-4BAF-8A04-EB91E4F7F208}">
      <dgm:prSet/>
      <dgm:spPr/>
      <dgm:t>
        <a:bodyPr/>
        <a:lstStyle/>
        <a:p>
          <a:endParaRPr lang="zh-CN" altLang="en-US"/>
        </a:p>
      </dgm:t>
    </dgm:pt>
    <dgm:pt modelId="{38E3D825-055C-47FD-9F13-F8C5B43E996A}" type="sibTrans" cxnId="{F3CFEB59-2723-4BAF-8A04-EB91E4F7F208}">
      <dgm:prSet/>
      <dgm:spPr/>
      <dgm:t>
        <a:bodyPr/>
        <a:lstStyle/>
        <a:p>
          <a:endParaRPr lang="zh-CN" altLang="en-US"/>
        </a:p>
      </dgm:t>
    </dgm:pt>
    <dgm:pt modelId="{F5AC025E-0A37-4451-BD20-710FF05590F8}" type="pres">
      <dgm:prSet presAssocID="{F5C44D0D-8E78-4756-B2C9-C28342B1B889}" presName="diagram" presStyleCnt="0">
        <dgm:presLayoutVars>
          <dgm:dir/>
          <dgm:resizeHandles val="exact"/>
        </dgm:presLayoutVars>
      </dgm:prSet>
      <dgm:spPr/>
    </dgm:pt>
    <dgm:pt modelId="{8B5A1AC9-F9A7-47D7-85C9-1123370247E4}" type="pres">
      <dgm:prSet presAssocID="{A2C03655-E35D-42D1-AF2B-0C51A0D162E4}" presName="node" presStyleLbl="node1" presStyleIdx="0" presStyleCnt="5">
        <dgm:presLayoutVars>
          <dgm:bulletEnabled val="1"/>
        </dgm:presLayoutVars>
      </dgm:prSet>
      <dgm:spPr/>
    </dgm:pt>
    <dgm:pt modelId="{CDB1FB19-74FF-4562-9621-22A57AFBD00B}" type="pres">
      <dgm:prSet presAssocID="{AF2F67BF-FC8B-45E6-9373-AFECC3F5CE2D}" presName="sibTrans" presStyleCnt="0"/>
      <dgm:spPr/>
    </dgm:pt>
    <dgm:pt modelId="{B6FF30AA-A1AC-48C4-A45E-01D254219766}" type="pres">
      <dgm:prSet presAssocID="{70741C65-0A68-4E4C-AA4B-0AB9C9A81F7E}" presName="node" presStyleLbl="node1" presStyleIdx="1" presStyleCnt="5">
        <dgm:presLayoutVars>
          <dgm:bulletEnabled val="1"/>
        </dgm:presLayoutVars>
      </dgm:prSet>
      <dgm:spPr/>
    </dgm:pt>
    <dgm:pt modelId="{AC361160-1C94-46B2-85B7-B7AA22595810}" type="pres">
      <dgm:prSet presAssocID="{1082B249-88ED-4975-9EE1-E00510325CE7}" presName="sibTrans" presStyleCnt="0"/>
      <dgm:spPr/>
    </dgm:pt>
    <dgm:pt modelId="{C8A610C1-0418-4AEF-83E2-8141F5DF56E2}" type="pres">
      <dgm:prSet presAssocID="{8C1FDEB7-D5BB-4150-823C-29667ED7C6FF}" presName="node" presStyleLbl="node1" presStyleIdx="2" presStyleCnt="5">
        <dgm:presLayoutVars>
          <dgm:bulletEnabled val="1"/>
        </dgm:presLayoutVars>
      </dgm:prSet>
      <dgm:spPr/>
    </dgm:pt>
    <dgm:pt modelId="{F744AAFD-667A-4446-AECD-C6AF8E4EFA5F}" type="pres">
      <dgm:prSet presAssocID="{2361F644-8F4A-4B6E-81AF-DF84FA82BD54}" presName="sibTrans" presStyleCnt="0"/>
      <dgm:spPr/>
    </dgm:pt>
    <dgm:pt modelId="{B24A20D1-6441-47D7-9683-6FC66D30D782}" type="pres">
      <dgm:prSet presAssocID="{7B4B789D-D720-4DE3-98DC-BC895BBD5DD1}" presName="node" presStyleLbl="node1" presStyleIdx="3" presStyleCnt="5">
        <dgm:presLayoutVars>
          <dgm:bulletEnabled val="1"/>
        </dgm:presLayoutVars>
      </dgm:prSet>
      <dgm:spPr/>
    </dgm:pt>
    <dgm:pt modelId="{60EF34AD-DC68-44D2-B4B3-8F9FF825E866}" type="pres">
      <dgm:prSet presAssocID="{0A4CFC68-D10D-4D94-853F-EF2F8564A0AA}" presName="sibTrans" presStyleCnt="0"/>
      <dgm:spPr/>
    </dgm:pt>
    <dgm:pt modelId="{96EB10C2-4C8B-43AB-B42C-BB2B76D4023D}" type="pres">
      <dgm:prSet presAssocID="{24192EB8-C383-4525-99C3-F1248335AF9A}" presName="node" presStyleLbl="node1" presStyleIdx="4" presStyleCnt="5">
        <dgm:presLayoutVars>
          <dgm:bulletEnabled val="1"/>
        </dgm:presLayoutVars>
      </dgm:prSet>
      <dgm:spPr/>
    </dgm:pt>
  </dgm:ptLst>
  <dgm:cxnLst>
    <dgm:cxn modelId="{412F3511-0B99-4312-9705-9140408D25BF}" type="presOf" srcId="{7B4B789D-D720-4DE3-98DC-BC895BBD5DD1}" destId="{B24A20D1-6441-47D7-9683-6FC66D30D782}" srcOrd="0" destOrd="0" presId="urn:microsoft.com/office/officeart/2005/8/layout/default"/>
    <dgm:cxn modelId="{522B4B4F-ADC2-4B58-BA14-00EE837F583B}" type="presOf" srcId="{8C1FDEB7-D5BB-4150-823C-29667ED7C6FF}" destId="{C8A610C1-0418-4AEF-83E2-8141F5DF56E2}" srcOrd="0" destOrd="0" presId="urn:microsoft.com/office/officeart/2005/8/layout/default"/>
    <dgm:cxn modelId="{F3CFEB59-2723-4BAF-8A04-EB91E4F7F208}" srcId="{F5C44D0D-8E78-4756-B2C9-C28342B1B889}" destId="{24192EB8-C383-4525-99C3-F1248335AF9A}" srcOrd="4" destOrd="0" parTransId="{0BE37DB8-446A-4220-9E50-7A2A828BA697}" sibTransId="{38E3D825-055C-47FD-9F13-F8C5B43E996A}"/>
    <dgm:cxn modelId="{DE2914AC-CA63-4C34-A2DE-14D0EA1BDF8C}" type="presOf" srcId="{70741C65-0A68-4E4C-AA4B-0AB9C9A81F7E}" destId="{B6FF30AA-A1AC-48C4-A45E-01D254219766}" srcOrd="0" destOrd="0" presId="urn:microsoft.com/office/officeart/2005/8/layout/default"/>
    <dgm:cxn modelId="{286273B9-AF28-4717-80C2-45174FE98447}" srcId="{F5C44D0D-8E78-4756-B2C9-C28342B1B889}" destId="{A2C03655-E35D-42D1-AF2B-0C51A0D162E4}" srcOrd="0" destOrd="0" parTransId="{B3E73218-0B32-4F9B-AE29-EFA6F99E3326}" sibTransId="{AF2F67BF-FC8B-45E6-9373-AFECC3F5CE2D}"/>
    <dgm:cxn modelId="{2B9D2BDA-B155-4B65-9843-D845B00F817E}" type="presOf" srcId="{A2C03655-E35D-42D1-AF2B-0C51A0D162E4}" destId="{8B5A1AC9-F9A7-47D7-85C9-1123370247E4}" srcOrd="0" destOrd="0" presId="urn:microsoft.com/office/officeart/2005/8/layout/default"/>
    <dgm:cxn modelId="{E7D277DB-7E71-4724-97D9-1B40370777FD}" srcId="{F5C44D0D-8E78-4756-B2C9-C28342B1B889}" destId="{7B4B789D-D720-4DE3-98DC-BC895BBD5DD1}" srcOrd="3" destOrd="0" parTransId="{1F558544-084C-4B52-834E-B220E789EFBE}" sibTransId="{0A4CFC68-D10D-4D94-853F-EF2F8564A0AA}"/>
    <dgm:cxn modelId="{E2BB99E1-7824-4582-99E5-1494E737E795}" srcId="{F5C44D0D-8E78-4756-B2C9-C28342B1B889}" destId="{8C1FDEB7-D5BB-4150-823C-29667ED7C6FF}" srcOrd="2" destOrd="0" parTransId="{F05F44E3-BA40-4589-A272-03BB4F46A823}" sibTransId="{2361F644-8F4A-4B6E-81AF-DF84FA82BD54}"/>
    <dgm:cxn modelId="{A30846F1-3FD2-4566-8792-7E1A979E0551}" type="presOf" srcId="{F5C44D0D-8E78-4756-B2C9-C28342B1B889}" destId="{F5AC025E-0A37-4451-BD20-710FF05590F8}" srcOrd="0" destOrd="0" presId="urn:microsoft.com/office/officeart/2005/8/layout/default"/>
    <dgm:cxn modelId="{298160FB-33A9-4B45-8B73-141C14009347}" srcId="{F5C44D0D-8E78-4756-B2C9-C28342B1B889}" destId="{70741C65-0A68-4E4C-AA4B-0AB9C9A81F7E}" srcOrd="1" destOrd="0" parTransId="{36A26932-FA20-4F39-8A9E-308520DF0F00}" sibTransId="{1082B249-88ED-4975-9EE1-E00510325CE7}"/>
    <dgm:cxn modelId="{9FDE69FF-95F8-4688-B802-BFBBA188C873}" type="presOf" srcId="{24192EB8-C383-4525-99C3-F1248335AF9A}" destId="{96EB10C2-4C8B-43AB-B42C-BB2B76D4023D}" srcOrd="0" destOrd="0" presId="urn:microsoft.com/office/officeart/2005/8/layout/default"/>
    <dgm:cxn modelId="{064B1B7C-4CCC-4E52-8A37-256C079BC0D3}" type="presParOf" srcId="{F5AC025E-0A37-4451-BD20-710FF05590F8}" destId="{8B5A1AC9-F9A7-47D7-85C9-1123370247E4}" srcOrd="0" destOrd="0" presId="urn:microsoft.com/office/officeart/2005/8/layout/default"/>
    <dgm:cxn modelId="{11FCD7B3-D87D-4F2E-95B9-B6D9ED4B6BA8}" type="presParOf" srcId="{F5AC025E-0A37-4451-BD20-710FF05590F8}" destId="{CDB1FB19-74FF-4562-9621-22A57AFBD00B}" srcOrd="1" destOrd="0" presId="urn:microsoft.com/office/officeart/2005/8/layout/default"/>
    <dgm:cxn modelId="{3E00C2EE-C712-4DB9-9B45-C9CD0AA94BC9}" type="presParOf" srcId="{F5AC025E-0A37-4451-BD20-710FF05590F8}" destId="{B6FF30AA-A1AC-48C4-A45E-01D254219766}" srcOrd="2" destOrd="0" presId="urn:microsoft.com/office/officeart/2005/8/layout/default"/>
    <dgm:cxn modelId="{7DD421D3-C085-4DAA-A8CD-1A8DBB0D0F06}" type="presParOf" srcId="{F5AC025E-0A37-4451-BD20-710FF05590F8}" destId="{AC361160-1C94-46B2-85B7-B7AA22595810}" srcOrd="3" destOrd="0" presId="urn:microsoft.com/office/officeart/2005/8/layout/default"/>
    <dgm:cxn modelId="{2502BBB6-0CAB-433C-88DD-E27F462BA29C}" type="presParOf" srcId="{F5AC025E-0A37-4451-BD20-710FF05590F8}" destId="{C8A610C1-0418-4AEF-83E2-8141F5DF56E2}" srcOrd="4" destOrd="0" presId="urn:microsoft.com/office/officeart/2005/8/layout/default"/>
    <dgm:cxn modelId="{5CC04CA3-CC48-47E1-998D-992C8F8086B6}" type="presParOf" srcId="{F5AC025E-0A37-4451-BD20-710FF05590F8}" destId="{F744AAFD-667A-4446-AECD-C6AF8E4EFA5F}" srcOrd="5" destOrd="0" presId="urn:microsoft.com/office/officeart/2005/8/layout/default"/>
    <dgm:cxn modelId="{CE259F59-2580-4E71-8E09-273CFE381BC5}" type="presParOf" srcId="{F5AC025E-0A37-4451-BD20-710FF05590F8}" destId="{B24A20D1-6441-47D7-9683-6FC66D30D782}" srcOrd="6" destOrd="0" presId="urn:microsoft.com/office/officeart/2005/8/layout/default"/>
    <dgm:cxn modelId="{3E007396-E980-42B3-8CA9-AE6D86902DC1}" type="presParOf" srcId="{F5AC025E-0A37-4451-BD20-710FF05590F8}" destId="{60EF34AD-DC68-44D2-B4B3-8F9FF825E866}" srcOrd="7" destOrd="0" presId="urn:microsoft.com/office/officeart/2005/8/layout/default"/>
    <dgm:cxn modelId="{B3DF551F-BAC7-4479-9C17-05F22EFF4660}" type="presParOf" srcId="{F5AC025E-0A37-4451-BD20-710FF05590F8}" destId="{96EB10C2-4C8B-43AB-B42C-BB2B76D4023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ACF830-C740-4CF3-99B4-27CA811B0E71}" type="doc">
      <dgm:prSet loTypeId="urn:microsoft.com/office/officeart/2005/8/layout/default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05280A9-6E2D-4977-9A06-54BE9F47B7D5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1</a:t>
          </a:r>
          <a:endParaRPr lang="zh-CN" altLang="en-US"/>
        </a:p>
      </dgm:t>
    </dgm:pt>
    <dgm:pt modelId="{44DA1A26-56B6-42B5-BBA7-C5E671350684}" type="parTrans" cxnId="{49DDDE37-E700-4895-9999-C8F3D55C0859}">
      <dgm:prSet/>
      <dgm:spPr/>
      <dgm:t>
        <a:bodyPr/>
        <a:lstStyle/>
        <a:p>
          <a:endParaRPr lang="zh-CN" altLang="en-US"/>
        </a:p>
      </dgm:t>
    </dgm:pt>
    <dgm:pt modelId="{EF4A091F-567B-4E8B-8FFA-3CE66F102BAA}" type="sibTrans" cxnId="{49DDDE37-E700-4895-9999-C8F3D55C0859}">
      <dgm:prSet/>
      <dgm:spPr/>
      <dgm:t>
        <a:bodyPr/>
        <a:lstStyle/>
        <a:p>
          <a:endParaRPr lang="zh-CN" altLang="en-US"/>
        </a:p>
      </dgm:t>
    </dgm:pt>
    <dgm:pt modelId="{CAB777DC-985C-4A6A-9D36-EED7C70FB195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2</a:t>
          </a:r>
          <a:endParaRPr lang="zh-CN" altLang="en-US"/>
        </a:p>
      </dgm:t>
    </dgm:pt>
    <dgm:pt modelId="{902B6CD2-2CD2-483D-9C25-FE625CEF4A8B}" type="parTrans" cxnId="{4413E63F-2305-419B-BC24-F616C53DC6DB}">
      <dgm:prSet/>
      <dgm:spPr/>
      <dgm:t>
        <a:bodyPr/>
        <a:lstStyle/>
        <a:p>
          <a:endParaRPr lang="zh-CN" altLang="en-US"/>
        </a:p>
      </dgm:t>
    </dgm:pt>
    <dgm:pt modelId="{E25274C9-A5B1-4E52-A60A-FC8FA9AD7795}" type="sibTrans" cxnId="{4413E63F-2305-419B-BC24-F616C53DC6DB}">
      <dgm:prSet/>
      <dgm:spPr/>
      <dgm:t>
        <a:bodyPr/>
        <a:lstStyle/>
        <a:p>
          <a:endParaRPr lang="zh-CN" altLang="en-US"/>
        </a:p>
      </dgm:t>
    </dgm:pt>
    <dgm:pt modelId="{C0F682DB-AF10-4161-95D3-009BA0774D5C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3</a:t>
          </a:r>
          <a:endParaRPr lang="zh-CN" altLang="en-US"/>
        </a:p>
      </dgm:t>
    </dgm:pt>
    <dgm:pt modelId="{95A4C212-B9ED-4B6E-8DCD-B6987FC10C6B}" type="parTrans" cxnId="{97F0E52C-DB73-4D70-9694-BC43171E51D1}">
      <dgm:prSet/>
      <dgm:spPr/>
      <dgm:t>
        <a:bodyPr/>
        <a:lstStyle/>
        <a:p>
          <a:endParaRPr lang="zh-CN" altLang="en-US"/>
        </a:p>
      </dgm:t>
    </dgm:pt>
    <dgm:pt modelId="{55ADB368-3D85-4EFD-8D37-D98E027D50CB}" type="sibTrans" cxnId="{97F0E52C-DB73-4D70-9694-BC43171E51D1}">
      <dgm:prSet/>
      <dgm:spPr/>
      <dgm:t>
        <a:bodyPr/>
        <a:lstStyle/>
        <a:p>
          <a:endParaRPr lang="zh-CN" altLang="en-US"/>
        </a:p>
      </dgm:t>
    </dgm:pt>
    <dgm:pt modelId="{F59BDAEA-7952-4DF1-B2AF-408E6E64D3F4}">
      <dgm:prSet phldrT="[文本]" phldr="1"/>
      <dgm:spPr/>
      <dgm:t>
        <a:bodyPr/>
        <a:lstStyle/>
        <a:p>
          <a:endParaRPr lang="zh-CN" altLang="en-US"/>
        </a:p>
      </dgm:t>
    </dgm:pt>
    <dgm:pt modelId="{5CFC4C14-595E-437B-A065-03722A3532E4}" type="parTrans" cxnId="{45B726FB-B35B-476F-BA1F-7D829450E7A6}">
      <dgm:prSet/>
      <dgm:spPr/>
      <dgm:t>
        <a:bodyPr/>
        <a:lstStyle/>
        <a:p>
          <a:endParaRPr lang="zh-CN" altLang="en-US"/>
        </a:p>
      </dgm:t>
    </dgm:pt>
    <dgm:pt modelId="{6F7E16B1-282F-4F50-9146-15EB6B7DA891}" type="sibTrans" cxnId="{45B726FB-B35B-476F-BA1F-7D829450E7A6}">
      <dgm:prSet/>
      <dgm:spPr/>
      <dgm:t>
        <a:bodyPr/>
        <a:lstStyle/>
        <a:p>
          <a:endParaRPr lang="zh-CN" altLang="en-US"/>
        </a:p>
      </dgm:t>
    </dgm:pt>
    <dgm:pt modelId="{2244213C-7F7A-4FFD-ADC4-8DCF6BEB8B05}">
      <dgm:prSet phldrT="[文本]" phldr="1"/>
      <dgm:spPr/>
      <dgm:t>
        <a:bodyPr/>
        <a:lstStyle/>
        <a:p>
          <a:endParaRPr lang="zh-CN" altLang="en-US"/>
        </a:p>
      </dgm:t>
    </dgm:pt>
    <dgm:pt modelId="{4A3907AA-E281-4EA5-8784-29A4468EA914}" type="parTrans" cxnId="{E0C89121-2E62-44FF-B35C-E1966B5128A9}">
      <dgm:prSet/>
      <dgm:spPr/>
      <dgm:t>
        <a:bodyPr/>
        <a:lstStyle/>
        <a:p>
          <a:endParaRPr lang="zh-CN" altLang="en-US"/>
        </a:p>
      </dgm:t>
    </dgm:pt>
    <dgm:pt modelId="{216752E7-F545-4E1A-ACC7-3DB635FD1E2E}" type="sibTrans" cxnId="{E0C89121-2E62-44FF-B35C-E1966B5128A9}">
      <dgm:prSet/>
      <dgm:spPr/>
      <dgm:t>
        <a:bodyPr/>
        <a:lstStyle/>
        <a:p>
          <a:endParaRPr lang="zh-CN" altLang="en-US"/>
        </a:p>
      </dgm:t>
    </dgm:pt>
    <dgm:pt modelId="{1FC0450D-664F-46C7-B447-3AB25188B677}" type="pres">
      <dgm:prSet presAssocID="{33ACF830-C740-4CF3-99B4-27CA811B0E71}" presName="diagram" presStyleCnt="0">
        <dgm:presLayoutVars>
          <dgm:dir/>
          <dgm:resizeHandles val="exact"/>
        </dgm:presLayoutVars>
      </dgm:prSet>
      <dgm:spPr/>
    </dgm:pt>
    <dgm:pt modelId="{690176A4-2B5E-40E5-BC10-421EFE9550F2}" type="pres">
      <dgm:prSet presAssocID="{A05280A9-6E2D-4977-9A06-54BE9F47B7D5}" presName="node" presStyleLbl="node1" presStyleIdx="0" presStyleCnt="5">
        <dgm:presLayoutVars>
          <dgm:bulletEnabled val="1"/>
        </dgm:presLayoutVars>
      </dgm:prSet>
      <dgm:spPr/>
    </dgm:pt>
    <dgm:pt modelId="{746B0154-6352-481E-A968-BE3B7042E491}" type="pres">
      <dgm:prSet presAssocID="{EF4A091F-567B-4E8B-8FFA-3CE66F102BAA}" presName="sibTrans" presStyleCnt="0"/>
      <dgm:spPr/>
    </dgm:pt>
    <dgm:pt modelId="{083792C2-06E0-4F03-9F10-52A6FD46989B}" type="pres">
      <dgm:prSet presAssocID="{CAB777DC-985C-4A6A-9D36-EED7C70FB195}" presName="node" presStyleLbl="node1" presStyleIdx="1" presStyleCnt="5">
        <dgm:presLayoutVars>
          <dgm:bulletEnabled val="1"/>
        </dgm:presLayoutVars>
      </dgm:prSet>
      <dgm:spPr/>
    </dgm:pt>
    <dgm:pt modelId="{CEB2A0E2-BCB9-461E-BF95-E71D56D719FF}" type="pres">
      <dgm:prSet presAssocID="{E25274C9-A5B1-4E52-A60A-FC8FA9AD7795}" presName="sibTrans" presStyleCnt="0"/>
      <dgm:spPr/>
    </dgm:pt>
    <dgm:pt modelId="{4175B824-B1A0-4FE4-A485-02AC260B8CAC}" type="pres">
      <dgm:prSet presAssocID="{C0F682DB-AF10-4161-95D3-009BA0774D5C}" presName="node" presStyleLbl="node1" presStyleIdx="2" presStyleCnt="5">
        <dgm:presLayoutVars>
          <dgm:bulletEnabled val="1"/>
        </dgm:presLayoutVars>
      </dgm:prSet>
      <dgm:spPr/>
    </dgm:pt>
    <dgm:pt modelId="{3C3939E5-40BF-4B95-8596-FD1A3200C70C}" type="pres">
      <dgm:prSet presAssocID="{55ADB368-3D85-4EFD-8D37-D98E027D50CB}" presName="sibTrans" presStyleCnt="0"/>
      <dgm:spPr/>
    </dgm:pt>
    <dgm:pt modelId="{568EA798-D75D-44FA-BA34-9137488F97CD}" type="pres">
      <dgm:prSet presAssocID="{F59BDAEA-7952-4DF1-B2AF-408E6E64D3F4}" presName="node" presStyleLbl="node1" presStyleIdx="3" presStyleCnt="5">
        <dgm:presLayoutVars>
          <dgm:bulletEnabled val="1"/>
        </dgm:presLayoutVars>
      </dgm:prSet>
      <dgm:spPr/>
    </dgm:pt>
    <dgm:pt modelId="{71136452-874F-4B9C-B4F9-C7A5A61D146B}" type="pres">
      <dgm:prSet presAssocID="{6F7E16B1-282F-4F50-9146-15EB6B7DA891}" presName="sibTrans" presStyleCnt="0"/>
      <dgm:spPr/>
    </dgm:pt>
    <dgm:pt modelId="{5A677B2C-824D-456A-A2F2-0CBB31B3F2D8}" type="pres">
      <dgm:prSet presAssocID="{2244213C-7F7A-4FFD-ADC4-8DCF6BEB8B05}" presName="node" presStyleLbl="node1" presStyleIdx="4" presStyleCnt="5">
        <dgm:presLayoutVars>
          <dgm:bulletEnabled val="1"/>
        </dgm:presLayoutVars>
      </dgm:prSet>
      <dgm:spPr/>
    </dgm:pt>
  </dgm:ptLst>
  <dgm:cxnLst>
    <dgm:cxn modelId="{E0C89121-2E62-44FF-B35C-E1966B5128A9}" srcId="{33ACF830-C740-4CF3-99B4-27CA811B0E71}" destId="{2244213C-7F7A-4FFD-ADC4-8DCF6BEB8B05}" srcOrd="4" destOrd="0" parTransId="{4A3907AA-E281-4EA5-8784-29A4468EA914}" sibTransId="{216752E7-F545-4E1A-ACC7-3DB635FD1E2E}"/>
    <dgm:cxn modelId="{97F0E52C-DB73-4D70-9694-BC43171E51D1}" srcId="{33ACF830-C740-4CF3-99B4-27CA811B0E71}" destId="{C0F682DB-AF10-4161-95D3-009BA0774D5C}" srcOrd="2" destOrd="0" parTransId="{95A4C212-B9ED-4B6E-8DCD-B6987FC10C6B}" sibTransId="{55ADB368-3D85-4EFD-8D37-D98E027D50CB}"/>
    <dgm:cxn modelId="{49DDDE37-E700-4895-9999-C8F3D55C0859}" srcId="{33ACF830-C740-4CF3-99B4-27CA811B0E71}" destId="{A05280A9-6E2D-4977-9A06-54BE9F47B7D5}" srcOrd="0" destOrd="0" parTransId="{44DA1A26-56B6-42B5-BBA7-C5E671350684}" sibTransId="{EF4A091F-567B-4E8B-8FFA-3CE66F102BAA}"/>
    <dgm:cxn modelId="{A8EDB43D-EF41-4B67-96D6-375C2440CDBF}" type="presOf" srcId="{2244213C-7F7A-4FFD-ADC4-8DCF6BEB8B05}" destId="{5A677B2C-824D-456A-A2F2-0CBB31B3F2D8}" srcOrd="0" destOrd="0" presId="urn:microsoft.com/office/officeart/2005/8/layout/default"/>
    <dgm:cxn modelId="{4413E63F-2305-419B-BC24-F616C53DC6DB}" srcId="{33ACF830-C740-4CF3-99B4-27CA811B0E71}" destId="{CAB777DC-985C-4A6A-9D36-EED7C70FB195}" srcOrd="1" destOrd="0" parTransId="{902B6CD2-2CD2-483D-9C25-FE625CEF4A8B}" sibTransId="{E25274C9-A5B1-4E52-A60A-FC8FA9AD7795}"/>
    <dgm:cxn modelId="{77C90544-1DD2-4611-9CAA-5380AE91155F}" type="presOf" srcId="{F59BDAEA-7952-4DF1-B2AF-408E6E64D3F4}" destId="{568EA798-D75D-44FA-BA34-9137488F97CD}" srcOrd="0" destOrd="0" presId="urn:microsoft.com/office/officeart/2005/8/layout/default"/>
    <dgm:cxn modelId="{DE9D0671-EA31-465F-B484-F2648651180C}" type="presOf" srcId="{CAB777DC-985C-4A6A-9D36-EED7C70FB195}" destId="{083792C2-06E0-4F03-9F10-52A6FD46989B}" srcOrd="0" destOrd="0" presId="urn:microsoft.com/office/officeart/2005/8/layout/default"/>
    <dgm:cxn modelId="{F5905188-68F9-49DB-9E6A-866328CC48D6}" type="presOf" srcId="{C0F682DB-AF10-4161-95D3-009BA0774D5C}" destId="{4175B824-B1A0-4FE4-A485-02AC260B8CAC}" srcOrd="0" destOrd="0" presId="urn:microsoft.com/office/officeart/2005/8/layout/default"/>
    <dgm:cxn modelId="{E0916E9D-1D0A-4973-A7A4-FC9CB56577AB}" type="presOf" srcId="{33ACF830-C740-4CF3-99B4-27CA811B0E71}" destId="{1FC0450D-664F-46C7-B447-3AB25188B677}" srcOrd="0" destOrd="0" presId="urn:microsoft.com/office/officeart/2005/8/layout/default"/>
    <dgm:cxn modelId="{493B7EE1-ABCE-41CB-9216-A9AA6EC774D1}" type="presOf" srcId="{A05280A9-6E2D-4977-9A06-54BE9F47B7D5}" destId="{690176A4-2B5E-40E5-BC10-421EFE9550F2}" srcOrd="0" destOrd="0" presId="urn:microsoft.com/office/officeart/2005/8/layout/default"/>
    <dgm:cxn modelId="{45B726FB-B35B-476F-BA1F-7D829450E7A6}" srcId="{33ACF830-C740-4CF3-99B4-27CA811B0E71}" destId="{F59BDAEA-7952-4DF1-B2AF-408E6E64D3F4}" srcOrd="3" destOrd="0" parTransId="{5CFC4C14-595E-437B-A065-03722A3532E4}" sibTransId="{6F7E16B1-282F-4F50-9146-15EB6B7DA891}"/>
    <dgm:cxn modelId="{4C5138EB-3239-4D77-8CB3-C529F8150E0A}" type="presParOf" srcId="{1FC0450D-664F-46C7-B447-3AB25188B677}" destId="{690176A4-2B5E-40E5-BC10-421EFE9550F2}" srcOrd="0" destOrd="0" presId="urn:microsoft.com/office/officeart/2005/8/layout/default"/>
    <dgm:cxn modelId="{D4EDDA64-7B82-4FE8-845F-9B9FFBF99A6E}" type="presParOf" srcId="{1FC0450D-664F-46C7-B447-3AB25188B677}" destId="{746B0154-6352-481E-A968-BE3B7042E491}" srcOrd="1" destOrd="0" presId="urn:microsoft.com/office/officeart/2005/8/layout/default"/>
    <dgm:cxn modelId="{8F3585BF-472B-445B-8E93-DB7F8BB8F396}" type="presParOf" srcId="{1FC0450D-664F-46C7-B447-3AB25188B677}" destId="{083792C2-06E0-4F03-9F10-52A6FD46989B}" srcOrd="2" destOrd="0" presId="urn:microsoft.com/office/officeart/2005/8/layout/default"/>
    <dgm:cxn modelId="{B0C51576-6FB4-4452-B49A-7048BB0976D0}" type="presParOf" srcId="{1FC0450D-664F-46C7-B447-3AB25188B677}" destId="{CEB2A0E2-BCB9-461E-BF95-E71D56D719FF}" srcOrd="3" destOrd="0" presId="urn:microsoft.com/office/officeart/2005/8/layout/default"/>
    <dgm:cxn modelId="{887A3960-63DC-488A-8723-6F8499252721}" type="presParOf" srcId="{1FC0450D-664F-46C7-B447-3AB25188B677}" destId="{4175B824-B1A0-4FE4-A485-02AC260B8CAC}" srcOrd="4" destOrd="0" presId="urn:microsoft.com/office/officeart/2005/8/layout/default"/>
    <dgm:cxn modelId="{5272BC62-1F52-4212-BD8F-AD95C08EA222}" type="presParOf" srcId="{1FC0450D-664F-46C7-B447-3AB25188B677}" destId="{3C3939E5-40BF-4B95-8596-FD1A3200C70C}" srcOrd="5" destOrd="0" presId="urn:microsoft.com/office/officeart/2005/8/layout/default"/>
    <dgm:cxn modelId="{3BD46574-5675-4798-A1A0-D47591AC5481}" type="presParOf" srcId="{1FC0450D-664F-46C7-B447-3AB25188B677}" destId="{568EA798-D75D-44FA-BA34-9137488F97CD}" srcOrd="6" destOrd="0" presId="urn:microsoft.com/office/officeart/2005/8/layout/default"/>
    <dgm:cxn modelId="{0BF6E2FA-EBFA-4AD3-B70F-BC4887A1A3C9}" type="presParOf" srcId="{1FC0450D-664F-46C7-B447-3AB25188B677}" destId="{71136452-874F-4B9C-B4F9-C7A5A61D146B}" srcOrd="7" destOrd="0" presId="urn:microsoft.com/office/officeart/2005/8/layout/default"/>
    <dgm:cxn modelId="{99CC0C00-42DD-4F42-A99A-EFDDB628F0EB}" type="presParOf" srcId="{1FC0450D-664F-46C7-B447-3AB25188B677}" destId="{5A677B2C-824D-456A-A2F2-0CBB31B3F2D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1D2D5F-D72E-4CB3-A411-C1CB28B81F30}" type="doc">
      <dgm:prSet loTypeId="urn:microsoft.com/office/officeart/2005/8/layout/default" loCatId="list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4153FDF-493C-4B09-A81E-549AC364AB90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1</a:t>
          </a:r>
          <a:endParaRPr lang="zh-CN" altLang="en-US"/>
        </a:p>
      </dgm:t>
    </dgm:pt>
    <dgm:pt modelId="{E498DD84-B200-4735-A024-C46D53036309}" type="parTrans" cxnId="{41BD406E-49B0-4AF3-995B-6F5DB6CB3786}">
      <dgm:prSet/>
      <dgm:spPr/>
      <dgm:t>
        <a:bodyPr/>
        <a:lstStyle/>
        <a:p>
          <a:endParaRPr lang="zh-CN" altLang="en-US"/>
        </a:p>
      </dgm:t>
    </dgm:pt>
    <dgm:pt modelId="{5A446A11-B04D-430C-AC29-7EC68D1DDC69}" type="sibTrans" cxnId="{41BD406E-49B0-4AF3-995B-6F5DB6CB3786}">
      <dgm:prSet/>
      <dgm:spPr/>
      <dgm:t>
        <a:bodyPr/>
        <a:lstStyle/>
        <a:p>
          <a:endParaRPr lang="zh-CN" altLang="en-US"/>
        </a:p>
      </dgm:t>
    </dgm:pt>
    <dgm:pt modelId="{AC4EDBE7-04C5-4FEE-8859-0183623CDB86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2</a:t>
          </a:r>
          <a:endParaRPr lang="zh-CN" altLang="en-US"/>
        </a:p>
      </dgm:t>
    </dgm:pt>
    <dgm:pt modelId="{CA27A99D-4E10-4F96-A116-3A0CF7D97672}" type="parTrans" cxnId="{DF260AB4-0DE8-4FC0-8403-12F2D767862F}">
      <dgm:prSet/>
      <dgm:spPr/>
      <dgm:t>
        <a:bodyPr/>
        <a:lstStyle/>
        <a:p>
          <a:endParaRPr lang="zh-CN" altLang="en-US"/>
        </a:p>
      </dgm:t>
    </dgm:pt>
    <dgm:pt modelId="{68C2CE5A-E539-4FFB-827B-21C60BA45CCD}" type="sibTrans" cxnId="{DF260AB4-0DE8-4FC0-8403-12F2D767862F}">
      <dgm:prSet/>
      <dgm:spPr/>
      <dgm:t>
        <a:bodyPr/>
        <a:lstStyle/>
        <a:p>
          <a:endParaRPr lang="zh-CN" altLang="en-US"/>
        </a:p>
      </dgm:t>
    </dgm:pt>
    <dgm:pt modelId="{6028836C-A4BA-4696-A31E-9D613975AD33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3</a:t>
          </a:r>
          <a:endParaRPr lang="zh-CN" altLang="en-US"/>
        </a:p>
      </dgm:t>
    </dgm:pt>
    <dgm:pt modelId="{9002CF16-BE06-473A-B5B8-C3EBB8A92BB0}" type="parTrans" cxnId="{6C7E46EB-11D3-4240-ACB3-5769076ECD0F}">
      <dgm:prSet/>
      <dgm:spPr/>
      <dgm:t>
        <a:bodyPr/>
        <a:lstStyle/>
        <a:p>
          <a:endParaRPr lang="zh-CN" altLang="en-US"/>
        </a:p>
      </dgm:t>
    </dgm:pt>
    <dgm:pt modelId="{6DE33215-89D2-4075-8CA2-C0D28F6143A0}" type="sibTrans" cxnId="{6C7E46EB-11D3-4240-ACB3-5769076ECD0F}">
      <dgm:prSet/>
      <dgm:spPr/>
      <dgm:t>
        <a:bodyPr/>
        <a:lstStyle/>
        <a:p>
          <a:endParaRPr lang="zh-CN" altLang="en-US"/>
        </a:p>
      </dgm:t>
    </dgm:pt>
    <dgm:pt modelId="{340AA481-D7B0-4BE1-A668-56F1C998DF67}">
      <dgm:prSet phldrT="[文本]" phldr="1"/>
      <dgm:spPr/>
      <dgm:t>
        <a:bodyPr/>
        <a:lstStyle/>
        <a:p>
          <a:endParaRPr lang="zh-CN" altLang="en-US"/>
        </a:p>
      </dgm:t>
    </dgm:pt>
    <dgm:pt modelId="{82CFF46A-AB27-4D42-B855-76DB2B5D697C}" type="parTrans" cxnId="{AC057E70-4977-4D1C-901F-845D5B25DB84}">
      <dgm:prSet/>
      <dgm:spPr/>
      <dgm:t>
        <a:bodyPr/>
        <a:lstStyle/>
        <a:p>
          <a:endParaRPr lang="zh-CN" altLang="en-US"/>
        </a:p>
      </dgm:t>
    </dgm:pt>
    <dgm:pt modelId="{A45105BF-433A-4DBC-BDA0-418234C592A1}" type="sibTrans" cxnId="{AC057E70-4977-4D1C-901F-845D5B25DB84}">
      <dgm:prSet/>
      <dgm:spPr/>
      <dgm:t>
        <a:bodyPr/>
        <a:lstStyle/>
        <a:p>
          <a:endParaRPr lang="zh-CN" altLang="en-US"/>
        </a:p>
      </dgm:t>
    </dgm:pt>
    <dgm:pt modelId="{6C78597D-EE82-48AB-9060-AFC37DA77EA1}">
      <dgm:prSet phldrT="[文本]" phldr="1"/>
      <dgm:spPr/>
      <dgm:t>
        <a:bodyPr/>
        <a:lstStyle/>
        <a:p>
          <a:endParaRPr lang="zh-CN" altLang="en-US"/>
        </a:p>
      </dgm:t>
    </dgm:pt>
    <dgm:pt modelId="{E5AE8D5B-C853-4AEA-B557-1CD28D6B6A4A}" type="parTrans" cxnId="{305B55A6-2EC1-47E2-86A2-E051344EEB58}">
      <dgm:prSet/>
      <dgm:spPr/>
      <dgm:t>
        <a:bodyPr/>
        <a:lstStyle/>
        <a:p>
          <a:endParaRPr lang="zh-CN" altLang="en-US"/>
        </a:p>
      </dgm:t>
    </dgm:pt>
    <dgm:pt modelId="{CE98FD7A-FB55-4432-8986-8D2B3DEE778B}" type="sibTrans" cxnId="{305B55A6-2EC1-47E2-86A2-E051344EEB58}">
      <dgm:prSet/>
      <dgm:spPr/>
      <dgm:t>
        <a:bodyPr/>
        <a:lstStyle/>
        <a:p>
          <a:endParaRPr lang="zh-CN" altLang="en-US"/>
        </a:p>
      </dgm:t>
    </dgm:pt>
    <dgm:pt modelId="{B094684D-6359-4A09-B61E-25E395F8C378}" type="pres">
      <dgm:prSet presAssocID="{941D2D5F-D72E-4CB3-A411-C1CB28B81F30}" presName="diagram" presStyleCnt="0">
        <dgm:presLayoutVars>
          <dgm:dir/>
          <dgm:resizeHandles val="exact"/>
        </dgm:presLayoutVars>
      </dgm:prSet>
      <dgm:spPr/>
    </dgm:pt>
    <dgm:pt modelId="{8E4586E1-9B79-4657-8D2E-6B38DB1FB204}" type="pres">
      <dgm:prSet presAssocID="{44153FDF-493C-4B09-A81E-549AC364AB90}" presName="node" presStyleLbl="node1" presStyleIdx="0" presStyleCnt="5">
        <dgm:presLayoutVars>
          <dgm:bulletEnabled val="1"/>
        </dgm:presLayoutVars>
      </dgm:prSet>
      <dgm:spPr/>
    </dgm:pt>
    <dgm:pt modelId="{A50780E7-BECB-4871-894F-BA2F6E4197A9}" type="pres">
      <dgm:prSet presAssocID="{5A446A11-B04D-430C-AC29-7EC68D1DDC69}" presName="sibTrans" presStyleCnt="0"/>
      <dgm:spPr/>
    </dgm:pt>
    <dgm:pt modelId="{1593D463-F653-48D5-8F1D-E3B41A5E851B}" type="pres">
      <dgm:prSet presAssocID="{AC4EDBE7-04C5-4FEE-8859-0183623CDB86}" presName="node" presStyleLbl="node1" presStyleIdx="1" presStyleCnt="5">
        <dgm:presLayoutVars>
          <dgm:bulletEnabled val="1"/>
        </dgm:presLayoutVars>
      </dgm:prSet>
      <dgm:spPr/>
    </dgm:pt>
    <dgm:pt modelId="{00FA7636-CF51-4E9F-BD97-00C48AE74A7D}" type="pres">
      <dgm:prSet presAssocID="{68C2CE5A-E539-4FFB-827B-21C60BA45CCD}" presName="sibTrans" presStyleCnt="0"/>
      <dgm:spPr/>
    </dgm:pt>
    <dgm:pt modelId="{30E81C61-6BA2-4F3B-B8B6-7BB15ED6218D}" type="pres">
      <dgm:prSet presAssocID="{6028836C-A4BA-4696-A31E-9D613975AD33}" presName="node" presStyleLbl="node1" presStyleIdx="2" presStyleCnt="5">
        <dgm:presLayoutVars>
          <dgm:bulletEnabled val="1"/>
        </dgm:presLayoutVars>
      </dgm:prSet>
      <dgm:spPr/>
    </dgm:pt>
    <dgm:pt modelId="{61DB1977-B87A-4608-868F-80466E6204A7}" type="pres">
      <dgm:prSet presAssocID="{6DE33215-89D2-4075-8CA2-C0D28F6143A0}" presName="sibTrans" presStyleCnt="0"/>
      <dgm:spPr/>
    </dgm:pt>
    <dgm:pt modelId="{BAFF357D-EA43-4CD2-A1DA-B7C3D32D421C}" type="pres">
      <dgm:prSet presAssocID="{340AA481-D7B0-4BE1-A668-56F1C998DF67}" presName="node" presStyleLbl="node1" presStyleIdx="3" presStyleCnt="5">
        <dgm:presLayoutVars>
          <dgm:bulletEnabled val="1"/>
        </dgm:presLayoutVars>
      </dgm:prSet>
      <dgm:spPr/>
    </dgm:pt>
    <dgm:pt modelId="{A29B2BB0-406F-43A8-9104-D78DCE89778C}" type="pres">
      <dgm:prSet presAssocID="{A45105BF-433A-4DBC-BDA0-418234C592A1}" presName="sibTrans" presStyleCnt="0"/>
      <dgm:spPr/>
    </dgm:pt>
    <dgm:pt modelId="{F4FCA257-B4D7-4E07-BCBF-A9835CFB817F}" type="pres">
      <dgm:prSet presAssocID="{6C78597D-EE82-48AB-9060-AFC37DA77EA1}" presName="node" presStyleLbl="node1" presStyleIdx="4" presStyleCnt="5">
        <dgm:presLayoutVars>
          <dgm:bulletEnabled val="1"/>
        </dgm:presLayoutVars>
      </dgm:prSet>
      <dgm:spPr/>
    </dgm:pt>
  </dgm:ptLst>
  <dgm:cxnLst>
    <dgm:cxn modelId="{26F8F92C-2978-4E26-9C9D-3E0AB7056F30}" type="presOf" srcId="{44153FDF-493C-4B09-A81E-549AC364AB90}" destId="{8E4586E1-9B79-4657-8D2E-6B38DB1FB204}" srcOrd="0" destOrd="0" presId="urn:microsoft.com/office/officeart/2005/8/layout/default"/>
    <dgm:cxn modelId="{4FC9013D-BC47-4204-AEBD-DDE611C2EC2D}" type="presOf" srcId="{340AA481-D7B0-4BE1-A668-56F1C998DF67}" destId="{BAFF357D-EA43-4CD2-A1DA-B7C3D32D421C}" srcOrd="0" destOrd="0" presId="urn:microsoft.com/office/officeart/2005/8/layout/default"/>
    <dgm:cxn modelId="{41BD406E-49B0-4AF3-995B-6F5DB6CB3786}" srcId="{941D2D5F-D72E-4CB3-A411-C1CB28B81F30}" destId="{44153FDF-493C-4B09-A81E-549AC364AB90}" srcOrd="0" destOrd="0" parTransId="{E498DD84-B200-4735-A024-C46D53036309}" sibTransId="{5A446A11-B04D-430C-AC29-7EC68D1DDC69}"/>
    <dgm:cxn modelId="{2D6C2470-2A82-4636-BC2D-4D75BA4BCA4E}" type="presOf" srcId="{6C78597D-EE82-48AB-9060-AFC37DA77EA1}" destId="{F4FCA257-B4D7-4E07-BCBF-A9835CFB817F}" srcOrd="0" destOrd="0" presId="urn:microsoft.com/office/officeart/2005/8/layout/default"/>
    <dgm:cxn modelId="{AC057E70-4977-4D1C-901F-845D5B25DB84}" srcId="{941D2D5F-D72E-4CB3-A411-C1CB28B81F30}" destId="{340AA481-D7B0-4BE1-A668-56F1C998DF67}" srcOrd="3" destOrd="0" parTransId="{82CFF46A-AB27-4D42-B855-76DB2B5D697C}" sibTransId="{A45105BF-433A-4DBC-BDA0-418234C592A1}"/>
    <dgm:cxn modelId="{55D5657A-13BE-410C-86EE-075B40210102}" type="presOf" srcId="{941D2D5F-D72E-4CB3-A411-C1CB28B81F30}" destId="{B094684D-6359-4A09-B61E-25E395F8C378}" srcOrd="0" destOrd="0" presId="urn:microsoft.com/office/officeart/2005/8/layout/default"/>
    <dgm:cxn modelId="{305B55A6-2EC1-47E2-86A2-E051344EEB58}" srcId="{941D2D5F-D72E-4CB3-A411-C1CB28B81F30}" destId="{6C78597D-EE82-48AB-9060-AFC37DA77EA1}" srcOrd="4" destOrd="0" parTransId="{E5AE8D5B-C853-4AEA-B557-1CD28D6B6A4A}" sibTransId="{CE98FD7A-FB55-4432-8986-8D2B3DEE778B}"/>
    <dgm:cxn modelId="{DF260AB4-0DE8-4FC0-8403-12F2D767862F}" srcId="{941D2D5F-D72E-4CB3-A411-C1CB28B81F30}" destId="{AC4EDBE7-04C5-4FEE-8859-0183623CDB86}" srcOrd="1" destOrd="0" parTransId="{CA27A99D-4E10-4F96-A116-3A0CF7D97672}" sibTransId="{68C2CE5A-E539-4FFB-827B-21C60BA45CCD}"/>
    <dgm:cxn modelId="{A471A6D9-2AB6-440D-B40C-DB59CD1CF46D}" type="presOf" srcId="{AC4EDBE7-04C5-4FEE-8859-0183623CDB86}" destId="{1593D463-F653-48D5-8F1D-E3B41A5E851B}" srcOrd="0" destOrd="0" presId="urn:microsoft.com/office/officeart/2005/8/layout/default"/>
    <dgm:cxn modelId="{6C7E46EB-11D3-4240-ACB3-5769076ECD0F}" srcId="{941D2D5F-D72E-4CB3-A411-C1CB28B81F30}" destId="{6028836C-A4BA-4696-A31E-9D613975AD33}" srcOrd="2" destOrd="0" parTransId="{9002CF16-BE06-473A-B5B8-C3EBB8A92BB0}" sibTransId="{6DE33215-89D2-4075-8CA2-C0D28F6143A0}"/>
    <dgm:cxn modelId="{0E1630F9-BC1C-4400-BB2C-2A8105CFC310}" type="presOf" srcId="{6028836C-A4BA-4696-A31E-9D613975AD33}" destId="{30E81C61-6BA2-4F3B-B8B6-7BB15ED6218D}" srcOrd="0" destOrd="0" presId="urn:microsoft.com/office/officeart/2005/8/layout/default"/>
    <dgm:cxn modelId="{0E07565E-82C2-4143-9DB6-45FAC1E9A16A}" type="presParOf" srcId="{B094684D-6359-4A09-B61E-25E395F8C378}" destId="{8E4586E1-9B79-4657-8D2E-6B38DB1FB204}" srcOrd="0" destOrd="0" presId="urn:microsoft.com/office/officeart/2005/8/layout/default"/>
    <dgm:cxn modelId="{378DB2B5-8000-44C9-9BCF-D8A6A3368B73}" type="presParOf" srcId="{B094684D-6359-4A09-B61E-25E395F8C378}" destId="{A50780E7-BECB-4871-894F-BA2F6E4197A9}" srcOrd="1" destOrd="0" presId="urn:microsoft.com/office/officeart/2005/8/layout/default"/>
    <dgm:cxn modelId="{ABD084CB-80BA-49D0-B70E-05505CCA8F7F}" type="presParOf" srcId="{B094684D-6359-4A09-B61E-25E395F8C378}" destId="{1593D463-F653-48D5-8F1D-E3B41A5E851B}" srcOrd="2" destOrd="0" presId="urn:microsoft.com/office/officeart/2005/8/layout/default"/>
    <dgm:cxn modelId="{6894B0A9-58ED-4897-AF51-81DE5056F88E}" type="presParOf" srcId="{B094684D-6359-4A09-B61E-25E395F8C378}" destId="{00FA7636-CF51-4E9F-BD97-00C48AE74A7D}" srcOrd="3" destOrd="0" presId="urn:microsoft.com/office/officeart/2005/8/layout/default"/>
    <dgm:cxn modelId="{5E0DD4F8-168A-4F03-951D-456684082E38}" type="presParOf" srcId="{B094684D-6359-4A09-B61E-25E395F8C378}" destId="{30E81C61-6BA2-4F3B-B8B6-7BB15ED6218D}" srcOrd="4" destOrd="0" presId="urn:microsoft.com/office/officeart/2005/8/layout/default"/>
    <dgm:cxn modelId="{2F95C2BF-7C75-42A3-A355-E01AE80DACA0}" type="presParOf" srcId="{B094684D-6359-4A09-B61E-25E395F8C378}" destId="{61DB1977-B87A-4608-868F-80466E6204A7}" srcOrd="5" destOrd="0" presId="urn:microsoft.com/office/officeart/2005/8/layout/default"/>
    <dgm:cxn modelId="{DD66B00D-E13A-4F4C-8470-E62DF8116A4A}" type="presParOf" srcId="{B094684D-6359-4A09-B61E-25E395F8C378}" destId="{BAFF357D-EA43-4CD2-A1DA-B7C3D32D421C}" srcOrd="6" destOrd="0" presId="urn:microsoft.com/office/officeart/2005/8/layout/default"/>
    <dgm:cxn modelId="{502979EE-684C-4BB0-A355-340DE43BA0E8}" type="presParOf" srcId="{B094684D-6359-4A09-B61E-25E395F8C378}" destId="{A29B2BB0-406F-43A8-9104-D78DCE89778C}" srcOrd="7" destOrd="0" presId="urn:microsoft.com/office/officeart/2005/8/layout/default"/>
    <dgm:cxn modelId="{0B600287-ECDC-445F-BD6E-5511CA205097}" type="presParOf" srcId="{B094684D-6359-4A09-B61E-25E395F8C378}" destId="{F4FCA257-B4D7-4E07-BCBF-A9835CFB817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000F3A-2A5D-42C5-BA38-B01C2043D9CA}" type="doc">
      <dgm:prSet loTypeId="urn:microsoft.com/office/officeart/2005/8/layout/default" loCatId="list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37C94A5-C180-4B2C-8FB1-BF96475A30E3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1</a:t>
          </a:r>
          <a:endParaRPr lang="zh-CN" altLang="en-US"/>
        </a:p>
      </dgm:t>
    </dgm:pt>
    <dgm:pt modelId="{60E4B6F6-C8EC-46CD-861F-DA1C13789EFE}" type="parTrans" cxnId="{D6DD4B39-AC52-40FE-B0EA-809EEB1ABD9B}">
      <dgm:prSet/>
      <dgm:spPr/>
      <dgm:t>
        <a:bodyPr/>
        <a:lstStyle/>
        <a:p>
          <a:endParaRPr lang="zh-CN" altLang="en-US"/>
        </a:p>
      </dgm:t>
    </dgm:pt>
    <dgm:pt modelId="{1CE20920-A012-4B32-94FB-7C875CED9A7B}" type="sibTrans" cxnId="{D6DD4B39-AC52-40FE-B0EA-809EEB1ABD9B}">
      <dgm:prSet/>
      <dgm:spPr/>
      <dgm:t>
        <a:bodyPr/>
        <a:lstStyle/>
        <a:p>
          <a:endParaRPr lang="zh-CN" altLang="en-US"/>
        </a:p>
      </dgm:t>
    </dgm:pt>
    <dgm:pt modelId="{B978F9B6-1525-4738-B727-D54FAD2F71D0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2</a:t>
          </a:r>
          <a:endParaRPr lang="zh-CN" altLang="en-US"/>
        </a:p>
      </dgm:t>
    </dgm:pt>
    <dgm:pt modelId="{42EB9F80-A249-422C-B462-7D44434A1C73}" type="parTrans" cxnId="{4886793F-F03D-4225-B2BC-AF42F7E8A161}">
      <dgm:prSet/>
      <dgm:spPr/>
      <dgm:t>
        <a:bodyPr/>
        <a:lstStyle/>
        <a:p>
          <a:endParaRPr lang="zh-CN" altLang="en-US"/>
        </a:p>
      </dgm:t>
    </dgm:pt>
    <dgm:pt modelId="{9BF20B05-811F-449C-92AA-FD650198DC91}" type="sibTrans" cxnId="{4886793F-F03D-4225-B2BC-AF42F7E8A161}">
      <dgm:prSet/>
      <dgm:spPr/>
      <dgm:t>
        <a:bodyPr/>
        <a:lstStyle/>
        <a:p>
          <a:endParaRPr lang="zh-CN" altLang="en-US"/>
        </a:p>
      </dgm:t>
    </dgm:pt>
    <dgm:pt modelId="{FFB0CE7F-CB89-4CCF-A33B-F41B9B0A0F5A}">
      <dgm:prSet phldrT="[文本]"/>
      <dgm:spPr/>
      <dgm:t>
        <a:bodyPr/>
        <a:lstStyle/>
        <a:p>
          <a:r>
            <a:rPr lang="zh-CN" altLang="en-US"/>
            <a:t>步骤 </a:t>
          </a:r>
          <a:r>
            <a:rPr lang="en-US" altLang="zh-CN"/>
            <a:t>3</a:t>
          </a:r>
          <a:endParaRPr lang="zh-CN" altLang="en-US"/>
        </a:p>
      </dgm:t>
    </dgm:pt>
    <dgm:pt modelId="{0853D184-00BA-4C3D-9091-056839D593F4}" type="parTrans" cxnId="{1B99ACF3-02E1-4133-8303-171A5CEECD41}">
      <dgm:prSet/>
      <dgm:spPr/>
      <dgm:t>
        <a:bodyPr/>
        <a:lstStyle/>
        <a:p>
          <a:endParaRPr lang="zh-CN" altLang="en-US"/>
        </a:p>
      </dgm:t>
    </dgm:pt>
    <dgm:pt modelId="{69C341D9-D8FB-4C89-96DC-14BFE5EDFEF6}" type="sibTrans" cxnId="{1B99ACF3-02E1-4133-8303-171A5CEECD41}">
      <dgm:prSet/>
      <dgm:spPr/>
      <dgm:t>
        <a:bodyPr/>
        <a:lstStyle/>
        <a:p>
          <a:endParaRPr lang="zh-CN" altLang="en-US"/>
        </a:p>
      </dgm:t>
    </dgm:pt>
    <dgm:pt modelId="{8907BD57-F03A-405F-8875-EB14327B67E1}">
      <dgm:prSet phldrT="[文本]" phldr="1"/>
      <dgm:spPr/>
      <dgm:t>
        <a:bodyPr/>
        <a:lstStyle/>
        <a:p>
          <a:endParaRPr lang="zh-CN" altLang="en-US"/>
        </a:p>
      </dgm:t>
    </dgm:pt>
    <dgm:pt modelId="{2C601595-1ADE-468F-85BA-1974DDEEFCE7}" type="parTrans" cxnId="{7DC9F5E2-10EE-4184-B3E2-42A887BF5987}">
      <dgm:prSet/>
      <dgm:spPr/>
      <dgm:t>
        <a:bodyPr/>
        <a:lstStyle/>
        <a:p>
          <a:endParaRPr lang="zh-CN" altLang="en-US"/>
        </a:p>
      </dgm:t>
    </dgm:pt>
    <dgm:pt modelId="{03BCC213-2226-4873-A7C9-1F1EA0640DB0}" type="sibTrans" cxnId="{7DC9F5E2-10EE-4184-B3E2-42A887BF5987}">
      <dgm:prSet/>
      <dgm:spPr/>
      <dgm:t>
        <a:bodyPr/>
        <a:lstStyle/>
        <a:p>
          <a:endParaRPr lang="zh-CN" altLang="en-US"/>
        </a:p>
      </dgm:t>
    </dgm:pt>
    <dgm:pt modelId="{01E26559-707E-494D-A6EA-DA1D999E21F8}">
      <dgm:prSet phldrT="[文本]" phldr="1"/>
      <dgm:spPr/>
      <dgm:t>
        <a:bodyPr/>
        <a:lstStyle/>
        <a:p>
          <a:endParaRPr lang="zh-CN" altLang="en-US"/>
        </a:p>
      </dgm:t>
    </dgm:pt>
    <dgm:pt modelId="{2BEB0CEB-7120-4288-BA8A-2A1D97D74E61}" type="parTrans" cxnId="{F4146977-D9BB-40D6-B752-411DDD6B81F9}">
      <dgm:prSet/>
      <dgm:spPr/>
      <dgm:t>
        <a:bodyPr/>
        <a:lstStyle/>
        <a:p>
          <a:endParaRPr lang="zh-CN" altLang="en-US"/>
        </a:p>
      </dgm:t>
    </dgm:pt>
    <dgm:pt modelId="{5986CB91-3E2B-4B07-878A-BA34C3104EAE}" type="sibTrans" cxnId="{F4146977-D9BB-40D6-B752-411DDD6B81F9}">
      <dgm:prSet/>
      <dgm:spPr/>
      <dgm:t>
        <a:bodyPr/>
        <a:lstStyle/>
        <a:p>
          <a:endParaRPr lang="zh-CN" altLang="en-US"/>
        </a:p>
      </dgm:t>
    </dgm:pt>
    <dgm:pt modelId="{FE00D52F-DFD0-4BA3-AE0F-1F862563C9EE}" type="pres">
      <dgm:prSet presAssocID="{9E000F3A-2A5D-42C5-BA38-B01C2043D9CA}" presName="diagram" presStyleCnt="0">
        <dgm:presLayoutVars>
          <dgm:dir/>
          <dgm:resizeHandles val="exact"/>
        </dgm:presLayoutVars>
      </dgm:prSet>
      <dgm:spPr/>
    </dgm:pt>
    <dgm:pt modelId="{DEF7E271-E7CD-41BE-AF5C-FB0CFAA159AB}" type="pres">
      <dgm:prSet presAssocID="{037C94A5-C180-4B2C-8FB1-BF96475A30E3}" presName="node" presStyleLbl="node1" presStyleIdx="0" presStyleCnt="5">
        <dgm:presLayoutVars>
          <dgm:bulletEnabled val="1"/>
        </dgm:presLayoutVars>
      </dgm:prSet>
      <dgm:spPr/>
    </dgm:pt>
    <dgm:pt modelId="{8D73F859-E7E6-4CDD-9529-0DA859F4E432}" type="pres">
      <dgm:prSet presAssocID="{1CE20920-A012-4B32-94FB-7C875CED9A7B}" presName="sibTrans" presStyleCnt="0"/>
      <dgm:spPr/>
    </dgm:pt>
    <dgm:pt modelId="{E197478B-BF1E-4695-AACF-200CD9612349}" type="pres">
      <dgm:prSet presAssocID="{B978F9B6-1525-4738-B727-D54FAD2F71D0}" presName="node" presStyleLbl="node1" presStyleIdx="1" presStyleCnt="5">
        <dgm:presLayoutVars>
          <dgm:bulletEnabled val="1"/>
        </dgm:presLayoutVars>
      </dgm:prSet>
      <dgm:spPr/>
    </dgm:pt>
    <dgm:pt modelId="{613651A3-54B6-4D53-8272-3E02CBA13ADC}" type="pres">
      <dgm:prSet presAssocID="{9BF20B05-811F-449C-92AA-FD650198DC91}" presName="sibTrans" presStyleCnt="0"/>
      <dgm:spPr/>
    </dgm:pt>
    <dgm:pt modelId="{BE5FF37B-92F4-4882-A48B-35B3F76666E0}" type="pres">
      <dgm:prSet presAssocID="{FFB0CE7F-CB89-4CCF-A33B-F41B9B0A0F5A}" presName="node" presStyleLbl="node1" presStyleIdx="2" presStyleCnt="5">
        <dgm:presLayoutVars>
          <dgm:bulletEnabled val="1"/>
        </dgm:presLayoutVars>
      </dgm:prSet>
      <dgm:spPr/>
    </dgm:pt>
    <dgm:pt modelId="{432B8E56-0061-474D-A3D3-650214EB6199}" type="pres">
      <dgm:prSet presAssocID="{69C341D9-D8FB-4C89-96DC-14BFE5EDFEF6}" presName="sibTrans" presStyleCnt="0"/>
      <dgm:spPr/>
    </dgm:pt>
    <dgm:pt modelId="{E39AD565-A85E-430E-95DA-1118489073BC}" type="pres">
      <dgm:prSet presAssocID="{8907BD57-F03A-405F-8875-EB14327B67E1}" presName="node" presStyleLbl="node1" presStyleIdx="3" presStyleCnt="5">
        <dgm:presLayoutVars>
          <dgm:bulletEnabled val="1"/>
        </dgm:presLayoutVars>
      </dgm:prSet>
      <dgm:spPr/>
    </dgm:pt>
    <dgm:pt modelId="{E91E5D15-AB2B-402A-BF6C-4840FE980F58}" type="pres">
      <dgm:prSet presAssocID="{03BCC213-2226-4873-A7C9-1F1EA0640DB0}" presName="sibTrans" presStyleCnt="0"/>
      <dgm:spPr/>
    </dgm:pt>
    <dgm:pt modelId="{BC84A8FE-FA61-44C8-9B3D-3D999C0E47F2}" type="pres">
      <dgm:prSet presAssocID="{01E26559-707E-494D-A6EA-DA1D999E21F8}" presName="node" presStyleLbl="node1" presStyleIdx="4" presStyleCnt="5">
        <dgm:presLayoutVars>
          <dgm:bulletEnabled val="1"/>
        </dgm:presLayoutVars>
      </dgm:prSet>
      <dgm:spPr/>
    </dgm:pt>
  </dgm:ptLst>
  <dgm:cxnLst>
    <dgm:cxn modelId="{1E27F800-E705-49CA-A27F-AD932A7BAA00}" type="presOf" srcId="{01E26559-707E-494D-A6EA-DA1D999E21F8}" destId="{BC84A8FE-FA61-44C8-9B3D-3D999C0E47F2}" srcOrd="0" destOrd="0" presId="urn:microsoft.com/office/officeart/2005/8/layout/default"/>
    <dgm:cxn modelId="{D6DD4B39-AC52-40FE-B0EA-809EEB1ABD9B}" srcId="{9E000F3A-2A5D-42C5-BA38-B01C2043D9CA}" destId="{037C94A5-C180-4B2C-8FB1-BF96475A30E3}" srcOrd="0" destOrd="0" parTransId="{60E4B6F6-C8EC-46CD-861F-DA1C13789EFE}" sibTransId="{1CE20920-A012-4B32-94FB-7C875CED9A7B}"/>
    <dgm:cxn modelId="{4886793F-F03D-4225-B2BC-AF42F7E8A161}" srcId="{9E000F3A-2A5D-42C5-BA38-B01C2043D9CA}" destId="{B978F9B6-1525-4738-B727-D54FAD2F71D0}" srcOrd="1" destOrd="0" parTransId="{42EB9F80-A249-422C-B462-7D44434A1C73}" sibTransId="{9BF20B05-811F-449C-92AA-FD650198DC91}"/>
    <dgm:cxn modelId="{24DBB947-E02E-4774-B93D-103EED81D88B}" type="presOf" srcId="{037C94A5-C180-4B2C-8FB1-BF96475A30E3}" destId="{DEF7E271-E7CD-41BE-AF5C-FB0CFAA159AB}" srcOrd="0" destOrd="0" presId="urn:microsoft.com/office/officeart/2005/8/layout/default"/>
    <dgm:cxn modelId="{F4146977-D9BB-40D6-B752-411DDD6B81F9}" srcId="{9E000F3A-2A5D-42C5-BA38-B01C2043D9CA}" destId="{01E26559-707E-494D-A6EA-DA1D999E21F8}" srcOrd="4" destOrd="0" parTransId="{2BEB0CEB-7120-4288-BA8A-2A1D97D74E61}" sibTransId="{5986CB91-3E2B-4B07-878A-BA34C3104EAE}"/>
    <dgm:cxn modelId="{EB69229C-E51B-42F3-B9FD-CE04BCF34F47}" type="presOf" srcId="{B978F9B6-1525-4738-B727-D54FAD2F71D0}" destId="{E197478B-BF1E-4695-AACF-200CD9612349}" srcOrd="0" destOrd="0" presId="urn:microsoft.com/office/officeart/2005/8/layout/default"/>
    <dgm:cxn modelId="{583214A4-2B71-4DBA-BA83-473C03B5A76B}" type="presOf" srcId="{FFB0CE7F-CB89-4CCF-A33B-F41B9B0A0F5A}" destId="{BE5FF37B-92F4-4882-A48B-35B3F76666E0}" srcOrd="0" destOrd="0" presId="urn:microsoft.com/office/officeart/2005/8/layout/default"/>
    <dgm:cxn modelId="{AE5235B4-316F-4CB7-AB59-56457F3CAB3F}" type="presOf" srcId="{9E000F3A-2A5D-42C5-BA38-B01C2043D9CA}" destId="{FE00D52F-DFD0-4BA3-AE0F-1F862563C9EE}" srcOrd="0" destOrd="0" presId="urn:microsoft.com/office/officeart/2005/8/layout/default"/>
    <dgm:cxn modelId="{BB6B1EBA-8584-4150-BFEA-5AF2752D7073}" type="presOf" srcId="{8907BD57-F03A-405F-8875-EB14327B67E1}" destId="{E39AD565-A85E-430E-95DA-1118489073BC}" srcOrd="0" destOrd="0" presId="urn:microsoft.com/office/officeart/2005/8/layout/default"/>
    <dgm:cxn modelId="{7DC9F5E2-10EE-4184-B3E2-42A887BF5987}" srcId="{9E000F3A-2A5D-42C5-BA38-B01C2043D9CA}" destId="{8907BD57-F03A-405F-8875-EB14327B67E1}" srcOrd="3" destOrd="0" parTransId="{2C601595-1ADE-468F-85BA-1974DDEEFCE7}" sibTransId="{03BCC213-2226-4873-A7C9-1F1EA0640DB0}"/>
    <dgm:cxn modelId="{1B99ACF3-02E1-4133-8303-171A5CEECD41}" srcId="{9E000F3A-2A5D-42C5-BA38-B01C2043D9CA}" destId="{FFB0CE7F-CB89-4CCF-A33B-F41B9B0A0F5A}" srcOrd="2" destOrd="0" parTransId="{0853D184-00BA-4C3D-9091-056839D593F4}" sibTransId="{69C341D9-D8FB-4C89-96DC-14BFE5EDFEF6}"/>
    <dgm:cxn modelId="{108A62C4-81A4-45F7-ADAD-0B8D51FC561D}" type="presParOf" srcId="{FE00D52F-DFD0-4BA3-AE0F-1F862563C9EE}" destId="{DEF7E271-E7CD-41BE-AF5C-FB0CFAA159AB}" srcOrd="0" destOrd="0" presId="urn:microsoft.com/office/officeart/2005/8/layout/default"/>
    <dgm:cxn modelId="{AC76E4BE-31CE-41EB-8C8F-2C2AA41CC94A}" type="presParOf" srcId="{FE00D52F-DFD0-4BA3-AE0F-1F862563C9EE}" destId="{8D73F859-E7E6-4CDD-9529-0DA859F4E432}" srcOrd="1" destOrd="0" presId="urn:microsoft.com/office/officeart/2005/8/layout/default"/>
    <dgm:cxn modelId="{C4FA2DD6-68C5-4ECA-A261-FC8CB7470858}" type="presParOf" srcId="{FE00D52F-DFD0-4BA3-AE0F-1F862563C9EE}" destId="{E197478B-BF1E-4695-AACF-200CD9612349}" srcOrd="2" destOrd="0" presId="urn:microsoft.com/office/officeart/2005/8/layout/default"/>
    <dgm:cxn modelId="{907BD5CF-D644-4CF3-9216-3FF93548C333}" type="presParOf" srcId="{FE00D52F-DFD0-4BA3-AE0F-1F862563C9EE}" destId="{613651A3-54B6-4D53-8272-3E02CBA13ADC}" srcOrd="3" destOrd="0" presId="urn:microsoft.com/office/officeart/2005/8/layout/default"/>
    <dgm:cxn modelId="{C40F83CE-AB77-4C56-BA20-57D83DEE930E}" type="presParOf" srcId="{FE00D52F-DFD0-4BA3-AE0F-1F862563C9EE}" destId="{BE5FF37B-92F4-4882-A48B-35B3F76666E0}" srcOrd="4" destOrd="0" presId="urn:microsoft.com/office/officeart/2005/8/layout/default"/>
    <dgm:cxn modelId="{BA39B32A-E690-4095-9C02-A7FF79FCE2EB}" type="presParOf" srcId="{FE00D52F-DFD0-4BA3-AE0F-1F862563C9EE}" destId="{432B8E56-0061-474D-A3D3-650214EB6199}" srcOrd="5" destOrd="0" presId="urn:microsoft.com/office/officeart/2005/8/layout/default"/>
    <dgm:cxn modelId="{87836B37-B100-4589-B88B-141A911855F2}" type="presParOf" srcId="{FE00D52F-DFD0-4BA3-AE0F-1F862563C9EE}" destId="{E39AD565-A85E-430E-95DA-1118489073BC}" srcOrd="6" destOrd="0" presId="urn:microsoft.com/office/officeart/2005/8/layout/default"/>
    <dgm:cxn modelId="{03A33858-5C54-4D80-9017-D15654FDE28C}" type="presParOf" srcId="{FE00D52F-DFD0-4BA3-AE0F-1F862563C9EE}" destId="{E91E5D15-AB2B-402A-BF6C-4840FE980F58}" srcOrd="7" destOrd="0" presId="urn:microsoft.com/office/officeart/2005/8/layout/default"/>
    <dgm:cxn modelId="{2DBC05C7-82EF-45AA-A9B9-5C94C7950324}" type="presParOf" srcId="{FE00D52F-DFD0-4BA3-AE0F-1F862563C9EE}" destId="{BC84A8FE-FA61-44C8-9B3D-3D999C0E47F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DA2E68-CA26-4EED-88EB-09632D87E094}">
      <dsp:nvSpPr>
        <dsp:cNvPr id="0" name=""/>
        <dsp:cNvSpPr/>
      </dsp:nvSpPr>
      <dsp:spPr>
        <a:xfrm>
          <a:off x="261391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1</a:t>
          </a:r>
          <a:endParaRPr lang="zh-CN" altLang="en-US" sz="5500" kern="1200"/>
        </a:p>
      </dsp:txBody>
      <dsp:txXfrm>
        <a:off x="261391" y="992"/>
        <a:ext cx="2412007" cy="1447204"/>
      </dsp:txXfrm>
    </dsp:sp>
    <dsp:sp modelId="{EC26BD57-C2ED-431B-9809-52C69C9C96F7}">
      <dsp:nvSpPr>
        <dsp:cNvPr id="0" name=""/>
        <dsp:cNvSpPr/>
      </dsp:nvSpPr>
      <dsp:spPr>
        <a:xfrm>
          <a:off x="2914600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2</a:t>
          </a:r>
          <a:endParaRPr lang="zh-CN" altLang="en-US" sz="5500" kern="1200"/>
        </a:p>
      </dsp:txBody>
      <dsp:txXfrm>
        <a:off x="2914600" y="992"/>
        <a:ext cx="2412007" cy="1447204"/>
      </dsp:txXfrm>
    </dsp:sp>
    <dsp:sp modelId="{E1660743-1DA9-455D-B136-D6916CF1E4A3}">
      <dsp:nvSpPr>
        <dsp:cNvPr id="0" name=""/>
        <dsp:cNvSpPr/>
      </dsp:nvSpPr>
      <dsp:spPr>
        <a:xfrm>
          <a:off x="261391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3</a:t>
          </a:r>
          <a:endParaRPr lang="zh-CN" altLang="en-US" sz="5500" kern="1200"/>
        </a:p>
      </dsp:txBody>
      <dsp:txXfrm>
        <a:off x="261391" y="1689397"/>
        <a:ext cx="2412007" cy="1447204"/>
      </dsp:txXfrm>
    </dsp:sp>
    <dsp:sp modelId="{4E957A91-B0EA-4C13-8336-93D4B70A23AC}">
      <dsp:nvSpPr>
        <dsp:cNvPr id="0" name=""/>
        <dsp:cNvSpPr/>
      </dsp:nvSpPr>
      <dsp:spPr>
        <a:xfrm>
          <a:off x="2914600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2914600" y="1689397"/>
        <a:ext cx="2412007" cy="1447204"/>
      </dsp:txXfrm>
    </dsp:sp>
    <dsp:sp modelId="{6D94F23B-925A-4B60-98FB-D2E352986B33}">
      <dsp:nvSpPr>
        <dsp:cNvPr id="0" name=""/>
        <dsp:cNvSpPr/>
      </dsp:nvSpPr>
      <dsp:spPr>
        <a:xfrm>
          <a:off x="1587996" y="3377803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1587996" y="3377803"/>
        <a:ext cx="2412007" cy="14472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AF997-D94A-4A35-B183-50B4E35720B3}">
      <dsp:nvSpPr>
        <dsp:cNvPr id="0" name=""/>
        <dsp:cNvSpPr/>
      </dsp:nvSpPr>
      <dsp:spPr>
        <a:xfrm>
          <a:off x="261391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1</a:t>
          </a:r>
          <a:endParaRPr lang="zh-CN" altLang="en-US" sz="5500" kern="1200"/>
        </a:p>
      </dsp:txBody>
      <dsp:txXfrm>
        <a:off x="261391" y="992"/>
        <a:ext cx="2412007" cy="1447204"/>
      </dsp:txXfrm>
    </dsp:sp>
    <dsp:sp modelId="{6F402287-D5F6-4337-ADFC-87CEA30D8E49}">
      <dsp:nvSpPr>
        <dsp:cNvPr id="0" name=""/>
        <dsp:cNvSpPr/>
      </dsp:nvSpPr>
      <dsp:spPr>
        <a:xfrm>
          <a:off x="2914600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2</a:t>
          </a:r>
          <a:endParaRPr lang="zh-CN" altLang="en-US" sz="5500" kern="1200"/>
        </a:p>
      </dsp:txBody>
      <dsp:txXfrm>
        <a:off x="2914600" y="992"/>
        <a:ext cx="2412007" cy="1447204"/>
      </dsp:txXfrm>
    </dsp:sp>
    <dsp:sp modelId="{1F3AB18B-B0F2-4AB4-9C82-33CB6A5C4F8C}">
      <dsp:nvSpPr>
        <dsp:cNvPr id="0" name=""/>
        <dsp:cNvSpPr/>
      </dsp:nvSpPr>
      <dsp:spPr>
        <a:xfrm>
          <a:off x="261391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3</a:t>
          </a:r>
          <a:endParaRPr lang="zh-CN" altLang="en-US" sz="5500" kern="1200"/>
        </a:p>
      </dsp:txBody>
      <dsp:txXfrm>
        <a:off x="261391" y="1689397"/>
        <a:ext cx="2412007" cy="1447204"/>
      </dsp:txXfrm>
    </dsp:sp>
    <dsp:sp modelId="{C2AEA4FC-822D-4BC9-BE0F-E2AD661ABD41}">
      <dsp:nvSpPr>
        <dsp:cNvPr id="0" name=""/>
        <dsp:cNvSpPr/>
      </dsp:nvSpPr>
      <dsp:spPr>
        <a:xfrm>
          <a:off x="2914600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2914600" y="1689397"/>
        <a:ext cx="2412007" cy="1447204"/>
      </dsp:txXfrm>
    </dsp:sp>
    <dsp:sp modelId="{FE648AD7-7793-4AEA-836D-95427A199E4E}">
      <dsp:nvSpPr>
        <dsp:cNvPr id="0" name=""/>
        <dsp:cNvSpPr/>
      </dsp:nvSpPr>
      <dsp:spPr>
        <a:xfrm>
          <a:off x="1587996" y="3377803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1587996" y="3377803"/>
        <a:ext cx="2412007" cy="14472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A1AC9-F9A7-47D7-85C9-1123370247E4}">
      <dsp:nvSpPr>
        <dsp:cNvPr id="0" name=""/>
        <dsp:cNvSpPr/>
      </dsp:nvSpPr>
      <dsp:spPr>
        <a:xfrm>
          <a:off x="261391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1</a:t>
          </a:r>
          <a:endParaRPr lang="zh-CN" altLang="en-US" sz="5500" kern="1200"/>
        </a:p>
      </dsp:txBody>
      <dsp:txXfrm>
        <a:off x="261391" y="992"/>
        <a:ext cx="2412007" cy="1447204"/>
      </dsp:txXfrm>
    </dsp:sp>
    <dsp:sp modelId="{B6FF30AA-A1AC-48C4-A45E-01D254219766}">
      <dsp:nvSpPr>
        <dsp:cNvPr id="0" name=""/>
        <dsp:cNvSpPr/>
      </dsp:nvSpPr>
      <dsp:spPr>
        <a:xfrm>
          <a:off x="2914600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2</a:t>
          </a:r>
          <a:endParaRPr lang="zh-CN" altLang="en-US" sz="5500" kern="1200"/>
        </a:p>
      </dsp:txBody>
      <dsp:txXfrm>
        <a:off x="2914600" y="992"/>
        <a:ext cx="2412007" cy="1447204"/>
      </dsp:txXfrm>
    </dsp:sp>
    <dsp:sp modelId="{C8A610C1-0418-4AEF-83E2-8141F5DF56E2}">
      <dsp:nvSpPr>
        <dsp:cNvPr id="0" name=""/>
        <dsp:cNvSpPr/>
      </dsp:nvSpPr>
      <dsp:spPr>
        <a:xfrm>
          <a:off x="261391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3</a:t>
          </a:r>
          <a:endParaRPr lang="zh-CN" altLang="en-US" sz="5500" kern="1200"/>
        </a:p>
      </dsp:txBody>
      <dsp:txXfrm>
        <a:off x="261391" y="1689397"/>
        <a:ext cx="2412007" cy="1447204"/>
      </dsp:txXfrm>
    </dsp:sp>
    <dsp:sp modelId="{B24A20D1-6441-47D7-9683-6FC66D30D782}">
      <dsp:nvSpPr>
        <dsp:cNvPr id="0" name=""/>
        <dsp:cNvSpPr/>
      </dsp:nvSpPr>
      <dsp:spPr>
        <a:xfrm>
          <a:off x="2914600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2914600" y="1689397"/>
        <a:ext cx="2412007" cy="1447204"/>
      </dsp:txXfrm>
    </dsp:sp>
    <dsp:sp modelId="{96EB10C2-4C8B-43AB-B42C-BB2B76D4023D}">
      <dsp:nvSpPr>
        <dsp:cNvPr id="0" name=""/>
        <dsp:cNvSpPr/>
      </dsp:nvSpPr>
      <dsp:spPr>
        <a:xfrm>
          <a:off x="1587996" y="3377803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1587996" y="3377803"/>
        <a:ext cx="2412007" cy="14472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0176A4-2B5E-40E5-BC10-421EFE9550F2}">
      <dsp:nvSpPr>
        <dsp:cNvPr id="0" name=""/>
        <dsp:cNvSpPr/>
      </dsp:nvSpPr>
      <dsp:spPr>
        <a:xfrm>
          <a:off x="261391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1</a:t>
          </a:r>
          <a:endParaRPr lang="zh-CN" altLang="en-US" sz="5500" kern="1200"/>
        </a:p>
      </dsp:txBody>
      <dsp:txXfrm>
        <a:off x="261391" y="992"/>
        <a:ext cx="2412007" cy="1447204"/>
      </dsp:txXfrm>
    </dsp:sp>
    <dsp:sp modelId="{083792C2-06E0-4F03-9F10-52A6FD46989B}">
      <dsp:nvSpPr>
        <dsp:cNvPr id="0" name=""/>
        <dsp:cNvSpPr/>
      </dsp:nvSpPr>
      <dsp:spPr>
        <a:xfrm>
          <a:off x="2914600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2</a:t>
          </a:r>
          <a:endParaRPr lang="zh-CN" altLang="en-US" sz="5500" kern="1200"/>
        </a:p>
      </dsp:txBody>
      <dsp:txXfrm>
        <a:off x="2914600" y="992"/>
        <a:ext cx="2412007" cy="1447204"/>
      </dsp:txXfrm>
    </dsp:sp>
    <dsp:sp modelId="{4175B824-B1A0-4FE4-A485-02AC260B8CAC}">
      <dsp:nvSpPr>
        <dsp:cNvPr id="0" name=""/>
        <dsp:cNvSpPr/>
      </dsp:nvSpPr>
      <dsp:spPr>
        <a:xfrm>
          <a:off x="261391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3</a:t>
          </a:r>
          <a:endParaRPr lang="zh-CN" altLang="en-US" sz="5500" kern="1200"/>
        </a:p>
      </dsp:txBody>
      <dsp:txXfrm>
        <a:off x="261391" y="1689397"/>
        <a:ext cx="2412007" cy="1447204"/>
      </dsp:txXfrm>
    </dsp:sp>
    <dsp:sp modelId="{568EA798-D75D-44FA-BA34-9137488F97CD}">
      <dsp:nvSpPr>
        <dsp:cNvPr id="0" name=""/>
        <dsp:cNvSpPr/>
      </dsp:nvSpPr>
      <dsp:spPr>
        <a:xfrm>
          <a:off x="2914600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2914600" y="1689397"/>
        <a:ext cx="2412007" cy="1447204"/>
      </dsp:txXfrm>
    </dsp:sp>
    <dsp:sp modelId="{5A677B2C-824D-456A-A2F2-0CBB31B3F2D8}">
      <dsp:nvSpPr>
        <dsp:cNvPr id="0" name=""/>
        <dsp:cNvSpPr/>
      </dsp:nvSpPr>
      <dsp:spPr>
        <a:xfrm>
          <a:off x="1587996" y="3377803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1587996" y="3377803"/>
        <a:ext cx="2412007" cy="14472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4586E1-9B79-4657-8D2E-6B38DB1FB204}">
      <dsp:nvSpPr>
        <dsp:cNvPr id="0" name=""/>
        <dsp:cNvSpPr/>
      </dsp:nvSpPr>
      <dsp:spPr>
        <a:xfrm>
          <a:off x="261391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1</a:t>
          </a:r>
          <a:endParaRPr lang="zh-CN" altLang="en-US" sz="5500" kern="1200"/>
        </a:p>
      </dsp:txBody>
      <dsp:txXfrm>
        <a:off x="261391" y="992"/>
        <a:ext cx="2412007" cy="1447204"/>
      </dsp:txXfrm>
    </dsp:sp>
    <dsp:sp modelId="{1593D463-F653-48D5-8F1D-E3B41A5E851B}">
      <dsp:nvSpPr>
        <dsp:cNvPr id="0" name=""/>
        <dsp:cNvSpPr/>
      </dsp:nvSpPr>
      <dsp:spPr>
        <a:xfrm>
          <a:off x="2914600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2</a:t>
          </a:r>
          <a:endParaRPr lang="zh-CN" altLang="en-US" sz="5500" kern="1200"/>
        </a:p>
      </dsp:txBody>
      <dsp:txXfrm>
        <a:off x="2914600" y="992"/>
        <a:ext cx="2412007" cy="1447204"/>
      </dsp:txXfrm>
    </dsp:sp>
    <dsp:sp modelId="{30E81C61-6BA2-4F3B-B8B6-7BB15ED6218D}">
      <dsp:nvSpPr>
        <dsp:cNvPr id="0" name=""/>
        <dsp:cNvSpPr/>
      </dsp:nvSpPr>
      <dsp:spPr>
        <a:xfrm>
          <a:off x="261391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3</a:t>
          </a:r>
          <a:endParaRPr lang="zh-CN" altLang="en-US" sz="5500" kern="1200"/>
        </a:p>
      </dsp:txBody>
      <dsp:txXfrm>
        <a:off x="261391" y="1689397"/>
        <a:ext cx="2412007" cy="1447204"/>
      </dsp:txXfrm>
    </dsp:sp>
    <dsp:sp modelId="{BAFF357D-EA43-4CD2-A1DA-B7C3D32D421C}">
      <dsp:nvSpPr>
        <dsp:cNvPr id="0" name=""/>
        <dsp:cNvSpPr/>
      </dsp:nvSpPr>
      <dsp:spPr>
        <a:xfrm>
          <a:off x="2914600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2914600" y="1689397"/>
        <a:ext cx="2412007" cy="1447204"/>
      </dsp:txXfrm>
    </dsp:sp>
    <dsp:sp modelId="{F4FCA257-B4D7-4E07-BCBF-A9835CFB817F}">
      <dsp:nvSpPr>
        <dsp:cNvPr id="0" name=""/>
        <dsp:cNvSpPr/>
      </dsp:nvSpPr>
      <dsp:spPr>
        <a:xfrm>
          <a:off x="1587996" y="3377803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1587996" y="3377803"/>
        <a:ext cx="2412007" cy="14472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7E271-E7CD-41BE-AF5C-FB0CFAA159AB}">
      <dsp:nvSpPr>
        <dsp:cNvPr id="0" name=""/>
        <dsp:cNvSpPr/>
      </dsp:nvSpPr>
      <dsp:spPr>
        <a:xfrm>
          <a:off x="261391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  <a:sp3d extrusionH="28000" prstMaterial="matte"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1</a:t>
          </a:r>
          <a:endParaRPr lang="zh-CN" altLang="en-US" sz="5500" kern="1200"/>
        </a:p>
      </dsp:txBody>
      <dsp:txXfrm>
        <a:off x="261391" y="992"/>
        <a:ext cx="2412007" cy="1447204"/>
      </dsp:txXfrm>
    </dsp:sp>
    <dsp:sp modelId="{E197478B-BF1E-4695-AACF-200CD9612349}">
      <dsp:nvSpPr>
        <dsp:cNvPr id="0" name=""/>
        <dsp:cNvSpPr/>
      </dsp:nvSpPr>
      <dsp:spPr>
        <a:xfrm>
          <a:off x="2914600" y="992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  <a:sp3d extrusionH="28000" prstMaterial="matte"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2</a:t>
          </a:r>
          <a:endParaRPr lang="zh-CN" altLang="en-US" sz="5500" kern="1200"/>
        </a:p>
      </dsp:txBody>
      <dsp:txXfrm>
        <a:off x="2914600" y="992"/>
        <a:ext cx="2412007" cy="1447204"/>
      </dsp:txXfrm>
    </dsp:sp>
    <dsp:sp modelId="{BE5FF37B-92F4-4882-A48B-35B3F76666E0}">
      <dsp:nvSpPr>
        <dsp:cNvPr id="0" name=""/>
        <dsp:cNvSpPr/>
      </dsp:nvSpPr>
      <dsp:spPr>
        <a:xfrm>
          <a:off x="261391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  <a:sp3d extrusionH="28000" prstMaterial="matte"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步骤 </a:t>
          </a:r>
          <a:r>
            <a:rPr lang="en-US" altLang="zh-CN" sz="5500" kern="1200"/>
            <a:t>3</a:t>
          </a:r>
          <a:endParaRPr lang="zh-CN" altLang="en-US" sz="5500" kern="1200"/>
        </a:p>
      </dsp:txBody>
      <dsp:txXfrm>
        <a:off x="261391" y="1689397"/>
        <a:ext cx="2412007" cy="1447204"/>
      </dsp:txXfrm>
    </dsp:sp>
    <dsp:sp modelId="{E39AD565-A85E-430E-95DA-1118489073BC}">
      <dsp:nvSpPr>
        <dsp:cNvPr id="0" name=""/>
        <dsp:cNvSpPr/>
      </dsp:nvSpPr>
      <dsp:spPr>
        <a:xfrm>
          <a:off x="2914600" y="1689397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  <a:sp3d extrusionH="28000" prstMaterial="matte"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2914600" y="1689397"/>
        <a:ext cx="2412007" cy="1447204"/>
      </dsp:txXfrm>
    </dsp:sp>
    <dsp:sp modelId="{BC84A8FE-FA61-44C8-9B3D-3D999C0E47F2}">
      <dsp:nvSpPr>
        <dsp:cNvPr id="0" name=""/>
        <dsp:cNvSpPr/>
      </dsp:nvSpPr>
      <dsp:spPr>
        <a:xfrm>
          <a:off x="1587996" y="3377803"/>
          <a:ext cx="2412007" cy="1447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  <a:sp3d extrusionH="28000" prstMaterial="matte"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500" kern="1200"/>
        </a:p>
      </dsp:txBody>
      <dsp:txXfrm>
        <a:off x="1587996" y="3377803"/>
        <a:ext cx="2412007" cy="14472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89F1C-BFC4-19C8-BB9B-C65385AC2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3539CA-FDDB-A14E-4E47-7AAEC4133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2D9A6F-8224-1EB0-E47C-4AA50980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511F7-CE50-C111-672A-CE2C3426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8561B-C59E-281A-370C-0F7D48DB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78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565A9F-1EFB-24DD-5E67-0F89B499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CF3D5-471C-E5AD-4F61-D93274035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1119F7-E423-7E6E-2AE7-53E4C5D8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FC1175-DA97-95ED-890D-0A3D68C7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A6C8FC-80C4-F744-7458-144E17A1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569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F4D89-19D7-7631-24D2-9F89D775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0B3B06-0116-1E7A-D7A8-B00B60677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89D7E0-C8AB-D239-03A4-E3D38769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2AFBB2-3519-E204-D7FF-B4D4AF53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C19D9F-C8A9-2855-065F-7D99DBDA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2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47623-C019-4B46-A6CF-406FAD50B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B847E6-F216-8C38-1770-350FEFB10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E29D2B-F639-9D5B-10D6-C7CB5ECBD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DE4668-6210-418C-1FAC-566DFA63A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8CEF72-FE4E-539A-278B-EF3D7D44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4B6907-8D97-005F-9F78-F800674D9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78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86794-7B7A-2C28-C907-620713EF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CFE610-39EE-E040-7D28-694EDC23F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372DFE-F439-31A7-8DA8-703364E88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D56CB1-3C08-EC9B-6D4F-788CCC061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56D617-B440-4AE5-82D5-898596852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1EA482-6133-D7C3-30F9-BCA3CB04B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5C2368-BEAA-CF68-207A-89672422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EF559D-A319-ED4B-8090-BF1740C4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2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32261-7FD7-CAFB-E0AF-FB46C7532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2444FE-FCB3-6E83-1501-0BF868E0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13FB37-C2C4-9182-9333-D72B606E5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C2F5BC-84A8-CDD7-5C37-1107D382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14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46D12B-C828-197A-66A6-F4D1B29C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0CA288-BB8D-3ACF-10F2-A8C1E49D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349CA2-1D16-EFD6-38B2-BA8476F9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380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90A53-A3E0-A2C1-8ADE-94EC3E06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F44D94-73B3-B525-15CE-EF402C46D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F26879-1C9B-41DB-0ADA-71FE6DEE8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1619A6-36A2-EBF4-943E-7F99CA02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D91F20-3C8C-25EA-CA0E-69EC2961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72CC06-CBCB-53E4-5223-3CF13B348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89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377E6-DB26-2D8E-3A09-86FC7E7C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563830A-70FA-8D05-BDCF-BDE2D0689C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2149F1-1EB7-0C8E-28A9-3C1587A7A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8A2B29-E446-414A-EDD4-F1B636B1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EDAB56-2AB9-83D7-7B2E-D7B4D239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524D32-E20C-C9AE-EFED-F8519948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05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10292-8287-D751-49DE-952E2E5C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1978BB-1A1A-2D55-3A28-5EE27B0D3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F4D3C-A882-838E-A485-CCAAA475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571253-0D7D-8532-01CC-C8115763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7301B6-F6E2-668F-83DE-940B3DEBF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48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CFA741-32EE-D49A-F0E5-F5518159F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974300-3D57-B042-13CE-0D3B7EC8A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1E08D3-2359-3B8E-A17A-8317AB9D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CAB82B-01CD-7083-0DA3-9A9A443B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08883C-4A11-E325-EE32-C1E7ED92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03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0D8267-066F-3F02-2DB8-15352CEB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A6F639-ED15-B1E1-AD53-8712F8E2B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91A727-9B22-5989-3661-390B64E50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EF7D2-2508-440C-8F3F-8F00241CCED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DA2EE9-E78B-BB61-982B-EA328D85C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73F712-3A25-EB5A-BADD-9CBAFB1C7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6FE8D6-E32B-45AE-8242-8923A6B11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36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8B5100EF-BC08-E593-0263-B2C7596A57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4293046"/>
              </p:ext>
            </p:extLst>
          </p:nvPr>
        </p:nvGraphicFramePr>
        <p:xfrm>
          <a:off x="381000" y="762000"/>
          <a:ext cx="5588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7F3F3CC9-22D0-4253-1592-F5C82445D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481887"/>
              </p:ext>
            </p:extLst>
          </p:nvPr>
        </p:nvGraphicFramePr>
        <p:xfrm>
          <a:off x="6350000" y="762000"/>
          <a:ext cx="5588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810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93305DFA-F36F-67EE-5274-337E7B311B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425358"/>
              </p:ext>
            </p:extLst>
          </p:nvPr>
        </p:nvGraphicFramePr>
        <p:xfrm>
          <a:off x="381000" y="762000"/>
          <a:ext cx="5588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09BE538C-59D5-06DA-E8CD-A538AABA6D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4814962"/>
              </p:ext>
            </p:extLst>
          </p:nvPr>
        </p:nvGraphicFramePr>
        <p:xfrm>
          <a:off x="6350000" y="762000"/>
          <a:ext cx="5588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22914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5F116FDB-88A6-F5EF-E638-39EC1310B8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7774335"/>
              </p:ext>
            </p:extLst>
          </p:nvPr>
        </p:nvGraphicFramePr>
        <p:xfrm>
          <a:off x="381000" y="762000"/>
          <a:ext cx="5588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6087AD09-0128-B4CB-B666-E0DE7798D6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306269"/>
              </p:ext>
            </p:extLst>
          </p:nvPr>
        </p:nvGraphicFramePr>
        <p:xfrm>
          <a:off x="6350000" y="762000"/>
          <a:ext cx="5588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51300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自定义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2026-10-13T16:38:17Z</dcterms:created>
  <dcterms:modified xsi:type="dcterms:W3CDTF">2026-10-13T16:38:17Z</dcterms:modified>
</cp:coreProperties>
</file>