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01914-DF9F-18D2-F514-5087A93F1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BF087F-0622-2B29-95FB-964E1A7ED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482C03-3698-663B-E8BE-DAE0C0ED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1A2B56-42FC-FBE9-8C3A-168B0B49A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A04D67-EEA5-BB8E-775E-A1DFD4F4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29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7C95F-2E41-AFFD-DCA4-8AB8FB38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81837-C59D-4EC8-5C9B-10271474B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D2DA09-7AFD-DB04-FAA8-DDCA432D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CBE10-613A-A2CC-FDB4-8C911F17A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3E5C5C-A411-17FA-ED7B-7AD1DA31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02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BC644-E826-5C03-756D-A53634E67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643D8-A3F8-30D6-D9D5-F016094E2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1B16ED-1E7C-7363-EC30-6253F4A0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AD770-04F9-1C15-5476-D7C550B21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9638A-B2C9-696D-D2B3-2FDF9D6F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68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B1478-485F-9C0E-EDC6-C1676FF9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1736E7-B44B-5B51-C011-5F9878DDB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77F661-3CF4-4279-1D7B-ADB67B65C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E488E5-1EE0-B1C2-8D30-DF1BBCC2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89A44F-DA2C-F2DF-168C-473FF51C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FC1B72-1446-2CF1-B19D-82CF2F2A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75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2B81B-A142-53D8-D37C-8705813C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DB6A8D-690B-A5FB-08A5-2A915ED9D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13B908-816D-4ABB-D5EA-B97B76B97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89741D-73FF-990E-02CC-99984EB05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374B1A-70EE-A157-4FC8-8CDED19A6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CE3F6F-0AF9-B40F-861E-4BD80E95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3C4AD7-0715-F4F4-13B5-8EB9B285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B78BDE-A79B-355A-C543-49C593BD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89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ADFDA-79A3-2AB6-DEF4-644C84E8D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29C9E-F5B7-FD68-ED95-B536BEA9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45DCCA-7B8C-2678-2A18-792D3B31B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A1C5F6-8681-0D73-D411-BAEEC572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302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8F0A1D-2C84-4715-9BE0-C777E51A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DC2695-A416-A98A-DDAD-54637A26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972031-CD12-F0DF-896D-E80BC8B7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39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3404F-BC59-E1A4-3A67-5DE410CF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7D165-26E7-CEF9-8A8E-0DE1CBDB1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DF9EED-6F3A-8890-A810-A0E62E3DD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493943-3449-76A8-B4BB-D9DE6080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113D48-C1B7-89B3-BFB6-A32CC7EF2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7A27AC-8F86-8CF8-7009-43AA27112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98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FE14E-43C7-CF5B-AB32-65AC4F4C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EAF883-AA4C-DB87-1FA2-FD35D8E7F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851BA8-9787-3AC3-1331-9CB32A70C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F58B1F-5BA1-C663-702E-DBE457E1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ECD8C3-0C7C-FEFE-18E6-E66B3D29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BD87E0-4683-6572-8A0E-4D6434A1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03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E43CF-C6AC-7581-C5C5-C672B444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659BF7-CDA9-6759-12CF-9A71EAE24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6ADC8E-EE48-29B5-803E-7F7CF49A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6A9FF-770E-5259-8034-A51C3EB1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C8A16F-1CB8-B281-3D09-CD291000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08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993877-F3A7-B85D-E4DD-396F09C05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E89969-003B-6B57-7C03-2D69F5373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81EC9-027F-B00E-F7CB-6BCCD8E4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366D2-B79B-6DCF-D9B4-CE4FC35A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34F02-2EB4-0B0C-B95C-CBCB46E3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1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9AE098-F368-2BD9-586D-B91AF26F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18A60B-DE1D-7EF1-AE49-FBC3799D3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7D5DA-35CB-95C9-26E7-BDADEA3CB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1D62B-DFFC-46F5-9CC3-4B649C3622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482566-5E6D-8626-859B-FF86095B7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D2164D-4F81-FBE5-4831-FDF333EF1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E6615-BCF5-4188-9BB8-F3ED43AE3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022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286C05-3B72-D953-771F-22340813E4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08000"/>
            <a:ext cx="4318000" cy="2425700"/>
          </a:xfrm>
          <a:prstGeom prst="rect">
            <a:avLst/>
          </a:prstGeom>
          <a:effectLst>
            <a:outerShdw blurRad="254000" dist="215526" dir="2700004" rotWithShape="0">
              <a:srgbClr val="000000">
                <a:alpha val="6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1B10A2-F620-A9B2-49F9-939B07651A4E}"/>
              </a:ext>
            </a:extLst>
          </p:cNvPr>
          <p:cNvPicPr>
            <a:picLocks/>
          </p:cNvPicPr>
          <p:nvPr/>
        </p:nvPicPr>
        <p:blipFill>
          <a:blip r:embed="rId2">
            <a:lum brigh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508000"/>
            <a:ext cx="4318000" cy="2425700"/>
          </a:xfrm>
          <a:prstGeom prst="rect">
            <a:avLst/>
          </a:prstGeom>
          <a:scene3d>
            <a:camera prst="perspectiveAbove"/>
            <a:lightRig rig="threePt" dir="t"/>
          </a:scene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62AC63-77CD-01A6-243A-8DFBFE55FF3C}"/>
              </a:ext>
            </a:extLst>
          </p:cNvPr>
          <p:cNvPicPr>
            <a:picLocks/>
          </p:cNvPicPr>
          <p:nvPr/>
        </p:nvPicPr>
        <p:blipFill>
          <a:blip r:embed="rId2">
            <a:lum brigh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683000"/>
            <a:ext cx="4318000" cy="2425700"/>
          </a:xfrm>
          <a:prstGeom prst="rect">
            <a:avLst/>
          </a:prstGeom>
          <a:effectLst>
            <a:outerShdw blurRad="254000" dist="215526" dir="2700004" rotWithShape="0">
              <a:srgbClr val="000000">
                <a:alpha val="6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E09D4BD-7DD2-D813-7C71-1F4609D189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683000"/>
            <a:ext cx="4318000" cy="2425700"/>
          </a:xfrm>
          <a:prstGeom prst="rect">
            <a:avLst/>
          </a:prstGeom>
          <a:scene3d>
            <a:camera prst="perspectiveAbove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78152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2026-10-16T19:19:47Z</dcterms:created>
  <dcterms:modified xsi:type="dcterms:W3CDTF">2026-10-16T19:19:47Z</dcterms:modified>
</cp:coreProperties>
</file>