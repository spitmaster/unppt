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5D34DE-6706-581B-D7D7-17EF20753BC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DAE78FB-EEFC-E531-9F89-51306A0D55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E6734CB-83A1-8750-7E68-40DE95A4AA6B}"/>
              </a:ext>
            </a:extLst>
          </p:cNvPr>
          <p:cNvSpPr>
            <a:spLocks noGrp="1"/>
          </p:cNvSpPr>
          <p:nvPr>
            <p:ph type="dt" sz="half" idx="10"/>
          </p:nvPr>
        </p:nvSpPr>
        <p:spPr/>
        <p:txBody>
          <a:bodyPr/>
          <a:lstStyle/>
          <a:p>
            <a:fld id="{B5275938-BC8F-4852-9FEF-22D024464047}"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C59EF73E-7C01-A284-F869-F25025BDC88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A70A57-5A41-13B2-9028-9E35C84A1E48}"/>
              </a:ext>
            </a:extLst>
          </p:cNvPr>
          <p:cNvSpPr>
            <a:spLocks noGrp="1"/>
          </p:cNvSpPr>
          <p:nvPr>
            <p:ph type="sldNum" sz="quarter" idx="12"/>
          </p:nvPr>
        </p:nvSpPr>
        <p:spPr/>
        <p:txBody>
          <a:body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126583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95DAD6-9B5B-BB41-53B7-088F32CE6EC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7182535-9B1B-9329-2FB8-E55A879612B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3DF37FC-F2D5-D3CE-0F6A-E95D9920E06B}"/>
              </a:ext>
            </a:extLst>
          </p:cNvPr>
          <p:cNvSpPr>
            <a:spLocks noGrp="1"/>
          </p:cNvSpPr>
          <p:nvPr>
            <p:ph type="dt" sz="half" idx="10"/>
          </p:nvPr>
        </p:nvSpPr>
        <p:spPr/>
        <p:txBody>
          <a:bodyPr/>
          <a:lstStyle/>
          <a:p>
            <a:fld id="{B5275938-BC8F-4852-9FEF-22D024464047}"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22B2D96F-9E91-89C4-0365-6D4A1A3F0CC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20C14C-CF9B-FC88-60CF-85F2C0FCEE12}"/>
              </a:ext>
            </a:extLst>
          </p:cNvPr>
          <p:cNvSpPr>
            <a:spLocks noGrp="1"/>
          </p:cNvSpPr>
          <p:nvPr>
            <p:ph type="sldNum" sz="quarter" idx="12"/>
          </p:nvPr>
        </p:nvSpPr>
        <p:spPr/>
        <p:txBody>
          <a:body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629702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731759-C54F-A449-BAC9-8780A8A138E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1970F25-7668-8F08-ECF7-C4FB1C3354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897B79F-0D21-D6E8-DF58-AE1A8736E9FD}"/>
              </a:ext>
            </a:extLst>
          </p:cNvPr>
          <p:cNvSpPr>
            <a:spLocks noGrp="1"/>
          </p:cNvSpPr>
          <p:nvPr>
            <p:ph type="dt" sz="half" idx="10"/>
          </p:nvPr>
        </p:nvSpPr>
        <p:spPr/>
        <p:txBody>
          <a:bodyPr/>
          <a:lstStyle/>
          <a:p>
            <a:fld id="{B5275938-BC8F-4852-9FEF-22D024464047}"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FAAE7ED2-E41E-BEB7-B737-FD007FDE8D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ABF7942-D70E-9C1B-2087-F7A6D9F82A51}"/>
              </a:ext>
            </a:extLst>
          </p:cNvPr>
          <p:cNvSpPr>
            <a:spLocks noGrp="1"/>
          </p:cNvSpPr>
          <p:nvPr>
            <p:ph type="sldNum" sz="quarter" idx="12"/>
          </p:nvPr>
        </p:nvSpPr>
        <p:spPr/>
        <p:txBody>
          <a:body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2014844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356D18-C17F-C070-B2A7-0DCF3FC10E6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14D6436-6348-77C6-4F54-8FC38C8E5FD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B3A1612-FAA5-F0C3-C1C7-1311816F946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60D22AD-64F6-378F-DBA8-E451D43C329F}"/>
              </a:ext>
            </a:extLst>
          </p:cNvPr>
          <p:cNvSpPr>
            <a:spLocks noGrp="1"/>
          </p:cNvSpPr>
          <p:nvPr>
            <p:ph type="dt" sz="half" idx="10"/>
          </p:nvPr>
        </p:nvSpPr>
        <p:spPr/>
        <p:txBody>
          <a:bodyPr/>
          <a:lstStyle/>
          <a:p>
            <a:fld id="{B5275938-BC8F-4852-9FEF-22D024464047}"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70AD8266-5612-4732-6238-04FD7E45EBF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8A55262-203D-D73C-3E3E-DC6D43DA56A2}"/>
              </a:ext>
            </a:extLst>
          </p:cNvPr>
          <p:cNvSpPr>
            <a:spLocks noGrp="1"/>
          </p:cNvSpPr>
          <p:nvPr>
            <p:ph type="sldNum" sz="quarter" idx="12"/>
          </p:nvPr>
        </p:nvSpPr>
        <p:spPr/>
        <p:txBody>
          <a:body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2955710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84A85E-D6DC-4FCF-A7CE-F8CDAF2EE39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D54ACA2-EDA3-A493-63A8-71BFF53A7F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B51778D-92E9-6585-F61E-62E0E084173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E587CE2-0A92-A386-A5FE-D3CFB24184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89EB76B-C372-0FA0-260B-0E0D4EA0EF6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A36C1C5-E8FE-8394-C736-AF2FDBB5473B}"/>
              </a:ext>
            </a:extLst>
          </p:cNvPr>
          <p:cNvSpPr>
            <a:spLocks noGrp="1"/>
          </p:cNvSpPr>
          <p:nvPr>
            <p:ph type="dt" sz="half" idx="10"/>
          </p:nvPr>
        </p:nvSpPr>
        <p:spPr/>
        <p:txBody>
          <a:bodyPr/>
          <a:lstStyle/>
          <a:p>
            <a:fld id="{B5275938-BC8F-4852-9FEF-22D024464047}" type="datetimeFigureOut">
              <a:rPr lang="zh-CN" altLang="en-US" smtClean="0"/>
              <a:t>2026/10/19</a:t>
            </a:fld>
            <a:endParaRPr lang="zh-CN" altLang="en-US"/>
          </a:p>
        </p:txBody>
      </p:sp>
      <p:sp>
        <p:nvSpPr>
          <p:cNvPr id="8" name="页脚占位符 7">
            <a:extLst>
              <a:ext uri="{FF2B5EF4-FFF2-40B4-BE49-F238E27FC236}">
                <a16:creationId xmlns:a16="http://schemas.microsoft.com/office/drawing/2014/main" id="{62A86231-3118-938C-0A76-F5D01B6E14A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F7EBAE3-02D4-8EBA-755A-9B37CBC00772}"/>
              </a:ext>
            </a:extLst>
          </p:cNvPr>
          <p:cNvSpPr>
            <a:spLocks noGrp="1"/>
          </p:cNvSpPr>
          <p:nvPr>
            <p:ph type="sldNum" sz="quarter" idx="12"/>
          </p:nvPr>
        </p:nvSpPr>
        <p:spPr/>
        <p:txBody>
          <a:body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1223642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CF1817-69AC-E8A6-B64F-8AB7386AE39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C16570D-BC91-0B92-9778-2F391DF152D8}"/>
              </a:ext>
            </a:extLst>
          </p:cNvPr>
          <p:cNvSpPr>
            <a:spLocks noGrp="1"/>
          </p:cNvSpPr>
          <p:nvPr>
            <p:ph type="dt" sz="half" idx="10"/>
          </p:nvPr>
        </p:nvSpPr>
        <p:spPr/>
        <p:txBody>
          <a:bodyPr/>
          <a:lstStyle/>
          <a:p>
            <a:fld id="{B5275938-BC8F-4852-9FEF-22D024464047}" type="datetimeFigureOut">
              <a:rPr lang="zh-CN" altLang="en-US" smtClean="0"/>
              <a:t>2026/10/19</a:t>
            </a:fld>
            <a:endParaRPr lang="zh-CN" altLang="en-US"/>
          </a:p>
        </p:txBody>
      </p:sp>
      <p:sp>
        <p:nvSpPr>
          <p:cNvPr id="4" name="页脚占位符 3">
            <a:extLst>
              <a:ext uri="{FF2B5EF4-FFF2-40B4-BE49-F238E27FC236}">
                <a16:creationId xmlns:a16="http://schemas.microsoft.com/office/drawing/2014/main" id="{108731CD-E7C8-1498-C4BB-80C4EB09A64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BC10E73-196A-4511-979B-5E06140DB3CE}"/>
              </a:ext>
            </a:extLst>
          </p:cNvPr>
          <p:cNvSpPr>
            <a:spLocks noGrp="1"/>
          </p:cNvSpPr>
          <p:nvPr>
            <p:ph type="sldNum" sz="quarter" idx="12"/>
          </p:nvPr>
        </p:nvSpPr>
        <p:spPr/>
        <p:txBody>
          <a:body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1845368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EA8FF9C-E76F-4E85-689D-C79E1E688ECA}"/>
              </a:ext>
            </a:extLst>
          </p:cNvPr>
          <p:cNvSpPr>
            <a:spLocks noGrp="1"/>
          </p:cNvSpPr>
          <p:nvPr>
            <p:ph type="dt" sz="half" idx="10"/>
          </p:nvPr>
        </p:nvSpPr>
        <p:spPr/>
        <p:txBody>
          <a:bodyPr/>
          <a:lstStyle/>
          <a:p>
            <a:fld id="{B5275938-BC8F-4852-9FEF-22D024464047}" type="datetimeFigureOut">
              <a:rPr lang="zh-CN" altLang="en-US" smtClean="0"/>
              <a:t>2026/10/19</a:t>
            </a:fld>
            <a:endParaRPr lang="zh-CN" altLang="en-US"/>
          </a:p>
        </p:txBody>
      </p:sp>
      <p:sp>
        <p:nvSpPr>
          <p:cNvPr id="3" name="页脚占位符 2">
            <a:extLst>
              <a:ext uri="{FF2B5EF4-FFF2-40B4-BE49-F238E27FC236}">
                <a16:creationId xmlns:a16="http://schemas.microsoft.com/office/drawing/2014/main" id="{AB7C7378-84B0-1BA4-AE06-C6CDBE26ABB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624A5AD-9463-598F-C2F0-D24A56EC1FA6}"/>
              </a:ext>
            </a:extLst>
          </p:cNvPr>
          <p:cNvSpPr>
            <a:spLocks noGrp="1"/>
          </p:cNvSpPr>
          <p:nvPr>
            <p:ph type="sldNum" sz="quarter" idx="12"/>
          </p:nvPr>
        </p:nvSpPr>
        <p:spPr/>
        <p:txBody>
          <a:body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1175176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A2372-1B4E-A163-6CD0-DA5F3AE9FD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2E306A2-C1DE-F851-3DD6-469434D070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FDE49FD-5A6C-C036-85E7-E78DD22104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957CB70-C2A8-BCDB-B2C0-49039F07F3C2}"/>
              </a:ext>
            </a:extLst>
          </p:cNvPr>
          <p:cNvSpPr>
            <a:spLocks noGrp="1"/>
          </p:cNvSpPr>
          <p:nvPr>
            <p:ph type="dt" sz="half" idx="10"/>
          </p:nvPr>
        </p:nvSpPr>
        <p:spPr/>
        <p:txBody>
          <a:bodyPr/>
          <a:lstStyle/>
          <a:p>
            <a:fld id="{B5275938-BC8F-4852-9FEF-22D024464047}"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087F5313-3B30-97DE-C438-12F177AD6E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07BED8D-0580-A372-0796-1CB6413F7368}"/>
              </a:ext>
            </a:extLst>
          </p:cNvPr>
          <p:cNvSpPr>
            <a:spLocks noGrp="1"/>
          </p:cNvSpPr>
          <p:nvPr>
            <p:ph type="sldNum" sz="quarter" idx="12"/>
          </p:nvPr>
        </p:nvSpPr>
        <p:spPr/>
        <p:txBody>
          <a:body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2083178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5EA5FA-3F6B-9F2D-7F14-65DD65E92E4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09E58B1-DCF5-FD56-EC1C-6BC3812A96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EEA0995-D3BF-16A6-75FC-743F27E4C1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3477538-1F29-95F9-69BF-8FCB7A7D1927}"/>
              </a:ext>
            </a:extLst>
          </p:cNvPr>
          <p:cNvSpPr>
            <a:spLocks noGrp="1"/>
          </p:cNvSpPr>
          <p:nvPr>
            <p:ph type="dt" sz="half" idx="10"/>
          </p:nvPr>
        </p:nvSpPr>
        <p:spPr/>
        <p:txBody>
          <a:bodyPr/>
          <a:lstStyle/>
          <a:p>
            <a:fld id="{B5275938-BC8F-4852-9FEF-22D024464047}"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8E256CA8-F9CB-5C65-3014-DFBC61314C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8A3A49-F136-74E2-F72D-DCDA13A234E2}"/>
              </a:ext>
            </a:extLst>
          </p:cNvPr>
          <p:cNvSpPr>
            <a:spLocks noGrp="1"/>
          </p:cNvSpPr>
          <p:nvPr>
            <p:ph type="sldNum" sz="quarter" idx="12"/>
          </p:nvPr>
        </p:nvSpPr>
        <p:spPr/>
        <p:txBody>
          <a:body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2769213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3EB9C2-1DBA-1110-B6B8-CEFB2E7B18E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7F00A89-8BE1-33C6-B7A8-7B415135A0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7008A8-D112-5271-0B58-14B3263E188A}"/>
              </a:ext>
            </a:extLst>
          </p:cNvPr>
          <p:cNvSpPr>
            <a:spLocks noGrp="1"/>
          </p:cNvSpPr>
          <p:nvPr>
            <p:ph type="dt" sz="half" idx="10"/>
          </p:nvPr>
        </p:nvSpPr>
        <p:spPr/>
        <p:txBody>
          <a:bodyPr/>
          <a:lstStyle/>
          <a:p>
            <a:fld id="{B5275938-BC8F-4852-9FEF-22D024464047}"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F0B28750-2AD7-9777-15F7-35E3EFE098C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74CB5A5-23BC-B5D5-5CDA-094AB904C2E2}"/>
              </a:ext>
            </a:extLst>
          </p:cNvPr>
          <p:cNvSpPr>
            <a:spLocks noGrp="1"/>
          </p:cNvSpPr>
          <p:nvPr>
            <p:ph type="sldNum" sz="quarter" idx="12"/>
          </p:nvPr>
        </p:nvSpPr>
        <p:spPr/>
        <p:txBody>
          <a:body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2671068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86ED5B5-1F46-BD02-5C75-79241F61023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F3C0785-2F7E-3464-910D-3D5EEF01FBF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AFEFA9-8900-56EE-DDAC-94344648DA83}"/>
              </a:ext>
            </a:extLst>
          </p:cNvPr>
          <p:cNvSpPr>
            <a:spLocks noGrp="1"/>
          </p:cNvSpPr>
          <p:nvPr>
            <p:ph type="dt" sz="half" idx="10"/>
          </p:nvPr>
        </p:nvSpPr>
        <p:spPr/>
        <p:txBody>
          <a:bodyPr/>
          <a:lstStyle/>
          <a:p>
            <a:fld id="{B5275938-BC8F-4852-9FEF-22D024464047}"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49085E91-8302-C432-7F4A-4E1B0F24D92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DB60D3-7AC3-BDED-CF3A-6AF7F7CB5DD1}"/>
              </a:ext>
            </a:extLst>
          </p:cNvPr>
          <p:cNvSpPr>
            <a:spLocks noGrp="1"/>
          </p:cNvSpPr>
          <p:nvPr>
            <p:ph type="sldNum" sz="quarter" idx="12"/>
          </p:nvPr>
        </p:nvSpPr>
        <p:spPr/>
        <p:txBody>
          <a:body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580533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AABACA2-5E97-46D6-2AFB-0871B04672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DE31F14-4EA4-3405-B730-C161E3F21B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DFB514-E9AD-D3E2-A38A-359C2FE321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275938-BC8F-4852-9FEF-22D024464047}"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3491BF72-DCDC-BE9E-5BA7-CB3E96222E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7F7E3AF-7022-334E-411D-8221FD8FD6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A9E4C2-4508-4DFD-8B60-9F59828D3DCC}" type="slidenum">
              <a:rPr lang="zh-CN" altLang="en-US" smtClean="0"/>
              <a:t>‹#›</a:t>
            </a:fld>
            <a:endParaRPr lang="zh-CN" altLang="en-US"/>
          </a:p>
        </p:txBody>
      </p:sp>
    </p:spTree>
    <p:extLst>
      <p:ext uri="{BB962C8B-B14F-4D97-AF65-F5344CB8AC3E}">
        <p14:creationId xmlns:p14="http://schemas.microsoft.com/office/powerpoint/2010/main" val="1973590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2E6E56A-FCE7-173E-6496-A2840ADDE83C}"/>
              </a:ext>
            </a:extLst>
          </p:cNvPr>
          <p:cNvSpPr txBox="1"/>
          <p:nvPr/>
        </p:nvSpPr>
        <p:spPr>
          <a:xfrm>
            <a:off x="127000" y="254000"/>
            <a:ext cx="1968500" cy="369332"/>
          </a:xfrm>
          <a:prstGeom prst="rect">
            <a:avLst/>
          </a:prstGeom>
          <a:noFill/>
          <a:ln>
            <a:solidFill>
              <a:srgbClr val="C8C8C8"/>
            </a:solidFill>
          </a:ln>
        </p:spPr>
        <p:txBody>
          <a:bodyPr vert="horz" wrap="square" lIns="0" rIns="0" rtlCol="0">
            <a:noAutofit/>
          </a:bodyPr>
          <a:lstStyle/>
          <a:p>
            <a:r>
              <a:rPr lang="zh-CN" altLang="en-US" sz="2400">
                <a:latin typeface="Arial" panose="020B0604020202020204" pitchFamily="34" charset="0"/>
                <a:ea typeface="SimSun" panose="02010600030101010101" pitchFamily="2" charset="-122"/>
              </a:rPr>
              <a:t>口口口口口口口口口口口口口口口口口口口口口口口口口口口口口口</a:t>
            </a:r>
          </a:p>
        </p:txBody>
      </p:sp>
      <p:sp>
        <p:nvSpPr>
          <p:cNvPr id="3" name="文本框 2">
            <a:extLst>
              <a:ext uri="{FF2B5EF4-FFF2-40B4-BE49-F238E27FC236}">
                <a16:creationId xmlns:a16="http://schemas.microsoft.com/office/drawing/2014/main" id="{4BEE3944-E459-9E04-F4AF-FC839F90A67E}"/>
              </a:ext>
            </a:extLst>
          </p:cNvPr>
          <p:cNvSpPr txBox="1"/>
          <p:nvPr/>
        </p:nvSpPr>
        <p:spPr>
          <a:xfrm>
            <a:off x="2133600" y="254000"/>
            <a:ext cx="1968500" cy="369332"/>
          </a:xfrm>
          <a:prstGeom prst="rect">
            <a:avLst/>
          </a:prstGeom>
          <a:noFill/>
          <a:ln>
            <a:solidFill>
              <a:srgbClr val="C8C8C8"/>
            </a:solidFill>
          </a:ln>
        </p:spPr>
        <p:txBody>
          <a:bodyPr vert="horz" wrap="square" lIns="0" rIns="0" rtlCol="0">
            <a:noAutofit/>
          </a:bodyPr>
          <a:lstStyle/>
          <a:p>
            <a:r>
              <a:rPr lang="zh-CN" altLang="en-US" sz="2400">
                <a:latin typeface="Arial" panose="020B0604020202020204" pitchFamily="34" charset="0"/>
                <a:ea typeface="SimSun" panose="02010600030101010101" pitchFamily="2" charset="-122"/>
              </a:rPr>
              <a:t>口口口口口口口口口口口口口口口</a:t>
            </a:r>
            <a:br>
              <a:rPr lang="zh-CN" altLang="en-US" sz="2400">
                <a:latin typeface="Arial" panose="020B0604020202020204" pitchFamily="34" charset="0"/>
                <a:ea typeface="SimSun" panose="02010600030101010101" pitchFamily="2" charset="-122"/>
              </a:rPr>
            </a:br>
            <a:r>
              <a:rPr lang="zh-CN" altLang="en-US" sz="2400">
                <a:latin typeface="Arial" panose="020B0604020202020204" pitchFamily="34" charset="0"/>
                <a:ea typeface="SimSun" panose="02010600030101010101" pitchFamily="2" charset="-122"/>
              </a:rPr>
              <a:t>口口口口口口口口口口口口口口口</a:t>
            </a:r>
          </a:p>
        </p:txBody>
      </p:sp>
      <p:sp>
        <p:nvSpPr>
          <p:cNvPr id="4" name="文本框 3">
            <a:extLst>
              <a:ext uri="{FF2B5EF4-FFF2-40B4-BE49-F238E27FC236}">
                <a16:creationId xmlns:a16="http://schemas.microsoft.com/office/drawing/2014/main" id="{068B1E66-7B3E-D6D5-D692-4F7DC7B37B4C}"/>
              </a:ext>
            </a:extLst>
          </p:cNvPr>
          <p:cNvSpPr txBox="1"/>
          <p:nvPr/>
        </p:nvSpPr>
        <p:spPr>
          <a:xfrm>
            <a:off x="4140200" y="254000"/>
            <a:ext cx="1968500" cy="369332"/>
          </a:xfrm>
          <a:prstGeom prst="rect">
            <a:avLst/>
          </a:prstGeom>
          <a:noFill/>
          <a:ln>
            <a:solidFill>
              <a:srgbClr val="C8C8C8"/>
            </a:solidFill>
          </a:ln>
        </p:spPr>
        <p:txBody>
          <a:bodyPr vert="horz" wrap="square" lIns="0" rIns="0" rtlCol="0">
            <a:noAutofit/>
          </a:bodyPr>
          <a:lstStyle/>
          <a:p>
            <a:r>
              <a:rPr lang="zh-CN" altLang="en-US" sz="2400">
                <a:latin typeface="Calibri" panose="020F0502020204030204" pitchFamily="34" charset="0"/>
                <a:ea typeface="SimSun" panose="02010600030101010101" pitchFamily="2" charset="-122"/>
              </a:rPr>
              <a:t>口口口口口口口口口口口口口口口口口口口口口口口口口口口口口口</a:t>
            </a:r>
          </a:p>
        </p:txBody>
      </p:sp>
      <p:sp>
        <p:nvSpPr>
          <p:cNvPr id="5" name="文本框 4">
            <a:extLst>
              <a:ext uri="{FF2B5EF4-FFF2-40B4-BE49-F238E27FC236}">
                <a16:creationId xmlns:a16="http://schemas.microsoft.com/office/drawing/2014/main" id="{3EBA3D05-A071-A612-1118-D0AF0607A0BF}"/>
              </a:ext>
            </a:extLst>
          </p:cNvPr>
          <p:cNvSpPr txBox="1"/>
          <p:nvPr/>
        </p:nvSpPr>
        <p:spPr>
          <a:xfrm>
            <a:off x="6146800" y="254000"/>
            <a:ext cx="1968500" cy="369332"/>
          </a:xfrm>
          <a:prstGeom prst="rect">
            <a:avLst/>
          </a:prstGeom>
          <a:noFill/>
          <a:ln>
            <a:solidFill>
              <a:srgbClr val="C8C8C8"/>
            </a:solidFill>
          </a:ln>
        </p:spPr>
        <p:txBody>
          <a:bodyPr vert="horz" wrap="square" lIns="0" rIns="0" rtlCol="0">
            <a:noAutofit/>
          </a:bodyPr>
          <a:lstStyle/>
          <a:p>
            <a:r>
              <a:rPr lang="zh-CN" altLang="en-US" sz="2400">
                <a:latin typeface="Arial" panose="020B0604020202020204" pitchFamily="34" charset="0"/>
                <a:ea typeface="SimHei" panose="02010609060101010101" pitchFamily="49" charset="-122"/>
              </a:rPr>
              <a:t>口口口口口口口口口口口口口口口口口口口口口口口口口口口口口口</a:t>
            </a:r>
          </a:p>
        </p:txBody>
      </p:sp>
      <p:sp>
        <p:nvSpPr>
          <p:cNvPr id="6" name="文本框 5">
            <a:extLst>
              <a:ext uri="{FF2B5EF4-FFF2-40B4-BE49-F238E27FC236}">
                <a16:creationId xmlns:a16="http://schemas.microsoft.com/office/drawing/2014/main" id="{6DA76AF4-7D37-79B8-E99A-7C342EC3D54C}"/>
              </a:ext>
            </a:extLst>
          </p:cNvPr>
          <p:cNvSpPr txBox="1"/>
          <p:nvPr/>
        </p:nvSpPr>
        <p:spPr>
          <a:xfrm>
            <a:off x="8153400" y="254000"/>
            <a:ext cx="1968500" cy="369332"/>
          </a:xfrm>
          <a:prstGeom prst="rect">
            <a:avLst/>
          </a:prstGeom>
          <a:noFill/>
          <a:ln>
            <a:solidFill>
              <a:srgbClr val="C8C8C8"/>
            </a:solidFill>
          </a:ln>
        </p:spPr>
        <p:txBody>
          <a:bodyPr vert="horz" wrap="square" lIns="0" rIns="0" rtlCol="0">
            <a:noAutofit/>
          </a:bodyPr>
          <a:lstStyle/>
          <a:p>
            <a:r>
              <a:rPr lang="zh-CN" altLang="en-US" sz="2400">
                <a:latin typeface="Times New Roman" panose="02020603050405020304" pitchFamily="18" charset="0"/>
                <a:ea typeface="KaiTi" panose="02010609060101010101" pitchFamily="49" charset="-122"/>
              </a:rPr>
              <a:t>口口口口口口口口口口口口口口口口口口口口口口口口口口口口口口</a:t>
            </a:r>
          </a:p>
        </p:txBody>
      </p:sp>
      <p:sp>
        <p:nvSpPr>
          <p:cNvPr id="7" name="文本框 6">
            <a:extLst>
              <a:ext uri="{FF2B5EF4-FFF2-40B4-BE49-F238E27FC236}">
                <a16:creationId xmlns:a16="http://schemas.microsoft.com/office/drawing/2014/main" id="{357765A3-0DE2-3899-1145-76FEAF6C67AD}"/>
              </a:ext>
            </a:extLst>
          </p:cNvPr>
          <p:cNvSpPr txBox="1"/>
          <p:nvPr/>
        </p:nvSpPr>
        <p:spPr>
          <a:xfrm>
            <a:off x="10160000" y="254000"/>
            <a:ext cx="1968500" cy="369332"/>
          </a:xfrm>
          <a:prstGeom prst="rect">
            <a:avLst/>
          </a:prstGeom>
          <a:noFill/>
          <a:ln>
            <a:solidFill>
              <a:srgbClr val="C8C8C8"/>
            </a:solidFill>
          </a:ln>
        </p:spPr>
        <p:txBody>
          <a:bodyPr vert="horz" wrap="square" lIns="0" rIns="0" rtlCol="0">
            <a:noAutofit/>
          </a:bodyPr>
          <a:lstStyle/>
          <a:p>
            <a:r>
              <a:rPr lang="zh-CN" altLang="en-US" sz="2400">
                <a:latin typeface="Arial" panose="020B0604020202020204" pitchFamily="34" charset="0"/>
                <a:ea typeface="Microsoft YaHei" panose="020B0503020204020204" pitchFamily="34" charset="-122"/>
              </a:rPr>
              <a:t>口口口口口口口口口口口口口口口口口口口口口口口口口口口口口口</a:t>
            </a:r>
          </a:p>
        </p:txBody>
      </p:sp>
    </p:spTree>
    <p:extLst>
      <p:ext uri="{BB962C8B-B14F-4D97-AF65-F5344CB8AC3E}">
        <p14:creationId xmlns:p14="http://schemas.microsoft.com/office/powerpoint/2010/main" val="77629693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92</Words>
  <Application>Microsoft Office PowerPoint</Application>
  <PresentationFormat>自定义</PresentationFormat>
  <Paragraphs>6</Paragraphs>
  <Slides>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vt:i4>
      </vt:variant>
    </vt:vector>
  </HeadingPairs>
  <TitlesOfParts>
    <vt:vector size="7" baseType="lpstr">
      <vt:lpstr>等线</vt:lpstr>
      <vt:lpstr>等线 Light</vt:lpstr>
      <vt:lpstr>Arial</vt:lpstr>
      <vt:lpstr>Calibri</vt:lpstr>
      <vt:lpstr>Times New Roman</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yijin zhou</dc:creator>
  <cp:lastModifiedBy>yijin zhou</cp:lastModifiedBy>
  <cp:revision>1</cp:revision>
  <dcterms:created xsi:type="dcterms:W3CDTF">2026-10-19T01:31:40Z</dcterms:created>
  <dcterms:modified xsi:type="dcterms:W3CDTF">2026-10-19T01:31:40Z</dcterms:modified>
</cp:coreProperties>
</file>