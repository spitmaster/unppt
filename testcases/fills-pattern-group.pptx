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9148D-4A5C-042E-92FF-657F615A5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62395D-DA27-CDE2-D67B-CB6B4A57B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5670DA-A4CF-6931-6BAC-2ACD96BC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53A2E-D79E-8329-81DD-53CAFD1E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0A7051-3F73-ED49-B56E-E931E279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79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B8A13-9D19-D909-9E65-BB2558F0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93468A-63E7-4854-F904-5504C08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E8DBD9-CD9C-A139-7B78-0BB8910DA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9C027-D9DD-175E-39F3-CAAF14F3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7D8A1-F1C5-E0B0-3901-4D9D4C62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46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34254-04C6-1554-D756-FEA4932F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A7CE31-AC1E-F4D4-9CC2-94C0D2850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34277-067C-A398-0293-64233C90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C29A0-2B00-23A7-20EE-A42F4F32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92118-74AE-51B9-2219-D9821291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824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630C7-3EE3-A7DE-E954-7E5BC274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CFC151-59A4-82E7-C881-8A2281E52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AA9669-AF07-C195-D2F3-F925F5BF3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EA1E16-4457-40DE-9394-3B85D955A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11F8CA-B141-8BF5-F277-F9764FF2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3DFB38-DFD1-C5C4-7C6C-4BC2F92E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71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68372-CA9C-F954-993F-012E130D1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481B25-3F20-83A9-3CF2-51CFC5DEF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6842F9-F1DE-9A91-1750-22FFDD1B8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E51D01-FABE-A460-FB96-C0487C16D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72961D-0E59-3BDD-8173-F21212D2B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B876CB-1938-8552-EF92-07C935CF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EFBF5A-7695-FA7C-DF20-B50CC35F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AEBC97-96FB-CCCE-604E-8BC83905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797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26F15-0EBF-3A89-6587-A5AA201A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AB8A09-AD21-08AA-D5E9-21821AB2E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36CE71-03A9-17A0-0E10-E940BED8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B9FC7C-0626-A2F7-6FE2-7C0FD34D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73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8DCE46-F423-B9B9-C764-DD89FDFC4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072467-AAA4-52FE-DAC0-01A1EFDC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24F943-317D-981D-4C0F-04C8595D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10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D9386-05B3-4FE1-0CB9-14CE46FB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AEF889-7F2D-015F-6BC9-287B2AD8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EEB3FE-ECCE-2A16-3489-72B908AFF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92BAD-F1C5-9363-56DB-A27C762D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CD94F8-69AB-612A-7FDD-874531C0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7E0792-1458-C002-7959-B9AF48C4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81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C0CE1-1B99-424E-1265-4D597790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157EF3-2ECC-151D-926F-6029B7B9A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01187C-A043-4896-9D10-F481ACC3F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FCFB93-7B1C-E260-45C4-877C90D6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ABFAB4-9250-C098-0B5F-73EC3C4A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8BF4E3-04AE-DE9F-542B-8E7EEB26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99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BFB6A-1A5A-1B9F-3EDC-9A7736FC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70AF6C-0206-259F-8E4F-2A45BEB83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2F592-ABDF-C473-F55D-BDC7AEBD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EB3A7-A3C4-C6F0-36B3-2F8F3D74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78F5A9-B5AB-F671-672A-BDEF349E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9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56402E-9E48-AFFC-1F9A-4B154B8CE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D0830-94AB-E86D-9F20-68B48B505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551D6F-E081-DEE1-19B0-669A6A5B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BE9E19-8BAC-3C08-9C3D-7452B748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E41105-EDFE-5AC4-41C3-0BB592AB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24C2F8-6B27-5526-E869-6D88D031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70619E-8ECE-B6D0-673B-521EE670D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F8AFC-BBE3-9188-CA19-4D52723F6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E39F8-3B8A-4281-A399-B89DF62BC52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711ADE-D5F0-9FFA-1844-985155032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7DD50-3882-9AC2-3296-5F4E6754D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7457F-02DE-49B7-B8D0-C71B5C0C9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54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40783B-0C25-0E7E-120A-B2B3D5B73A4C}"/>
              </a:ext>
            </a:extLst>
          </p:cNvPr>
          <p:cNvSpPr/>
          <p:nvPr/>
        </p:nvSpPr>
        <p:spPr>
          <a:xfrm>
            <a:off x="257810" y="259715"/>
            <a:ext cx="1286510" cy="859790"/>
          </a:xfrm>
          <a:prstGeom prst="rect">
            <a:avLst/>
          </a:prstGeom>
          <a:pattFill prst="dkHorz">
            <a:fgClr>
              <a:srgbClr val="1F4E79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3BF0FA-CBDB-8E00-12BD-E68091D4CA81}"/>
              </a:ext>
            </a:extLst>
          </p:cNvPr>
          <p:cNvSpPr/>
          <p:nvPr/>
        </p:nvSpPr>
        <p:spPr>
          <a:xfrm>
            <a:off x="1725930" y="259715"/>
            <a:ext cx="1286510" cy="859790"/>
          </a:xfrm>
          <a:prstGeom prst="rect">
            <a:avLst/>
          </a:prstGeom>
          <a:pattFill prst="ltDnDiag">
            <a:fgClr>
              <a:srgbClr val="1F4E79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89817F-B0EE-C2C8-40EF-883B8254FE06}"/>
              </a:ext>
            </a:extLst>
          </p:cNvPr>
          <p:cNvSpPr/>
          <p:nvPr/>
        </p:nvSpPr>
        <p:spPr>
          <a:xfrm>
            <a:off x="3194050" y="259715"/>
            <a:ext cx="1286510" cy="859790"/>
          </a:xfrm>
          <a:prstGeom prst="rect">
            <a:avLst/>
          </a:prstGeom>
          <a:pattFill prst="lgGrid">
            <a:fgClr>
              <a:srgbClr val="1F4E79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66677F-67D5-F318-CB62-6D8F756C0AC3}"/>
              </a:ext>
            </a:extLst>
          </p:cNvPr>
          <p:cNvSpPr/>
          <p:nvPr/>
        </p:nvSpPr>
        <p:spPr>
          <a:xfrm>
            <a:off x="4662170" y="259715"/>
            <a:ext cx="1286510" cy="859790"/>
          </a:xfrm>
          <a:prstGeom prst="rect">
            <a:avLst/>
          </a:prstGeom>
          <a:pattFill prst="weave">
            <a:fgClr>
              <a:srgbClr val="1F4E79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22697E-F845-B231-6CA0-53877A669AF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540" y="262890"/>
            <a:ext cx="1905000" cy="1143000"/>
          </a:xfrm>
          <a:prstGeom prst="rect">
            <a:avLst/>
          </a:prstGeom>
          <a:pattFill prst="ltDnDiag">
            <a:fgClr>
              <a:srgbClr val="548235"/>
            </a:fgClr>
            <a:bgClr>
              <a:srgbClr val="FFFFFF"/>
            </a:bgClr>
          </a:pattFill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15584B1F-17B8-CE80-B33B-BCF677C5D961}"/>
              </a:ext>
            </a:extLst>
          </p:cNvPr>
          <p:cNvGrpSpPr>
            <a:grpSpLocks/>
          </p:cNvGrpSpPr>
          <p:nvPr/>
        </p:nvGrpSpPr>
        <p:grpSpPr>
          <a:xfrm>
            <a:off x="387985" y="3179445"/>
            <a:ext cx="5839803" cy="699167"/>
            <a:chOff x="257810" y="1656715"/>
            <a:chExt cx="7999730" cy="114617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E1473CD-73DA-8113-04F7-B80285DDE6B0}"/>
                </a:ext>
              </a:extLst>
            </p:cNvPr>
            <p:cNvSpPr/>
            <p:nvPr/>
          </p:nvSpPr>
          <p:spPr>
            <a:xfrm>
              <a:off x="257810" y="1656715"/>
              <a:ext cx="1286510" cy="859790"/>
            </a:xfrm>
            <a:prstGeom prst="rect">
              <a:avLst/>
            </a:prstGeom>
            <a:pattFill prst="dkHorz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7CC66B3-67E3-F1A2-1128-7133C3F83BAB}"/>
                </a:ext>
              </a:extLst>
            </p:cNvPr>
            <p:cNvSpPr/>
            <p:nvPr/>
          </p:nvSpPr>
          <p:spPr>
            <a:xfrm>
              <a:off x="1725930" y="1656715"/>
              <a:ext cx="1286510" cy="859790"/>
            </a:xfrm>
            <a:prstGeom prst="rect">
              <a:avLst/>
            </a:prstGeom>
            <a:pattFill prst="ltDnDiag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FF2D15D-5A66-58DF-35B4-D9FAE85B132A}"/>
                </a:ext>
              </a:extLst>
            </p:cNvPr>
            <p:cNvSpPr/>
            <p:nvPr/>
          </p:nvSpPr>
          <p:spPr>
            <a:xfrm>
              <a:off x="3194050" y="1656715"/>
              <a:ext cx="1286510" cy="859790"/>
            </a:xfrm>
            <a:prstGeom prst="rect">
              <a:avLst/>
            </a:prstGeom>
            <a:pattFill prst="lgGrid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F4630E-E708-3F1D-7A45-E837E1464191}"/>
                </a:ext>
              </a:extLst>
            </p:cNvPr>
            <p:cNvSpPr/>
            <p:nvPr/>
          </p:nvSpPr>
          <p:spPr>
            <a:xfrm>
              <a:off x="4662170" y="1656715"/>
              <a:ext cx="1286510" cy="859790"/>
            </a:xfrm>
            <a:prstGeom prst="rect">
              <a:avLst/>
            </a:prstGeom>
            <a:pattFill prst="weave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AC790DD-9613-0B58-5605-C01BCCA3EC3F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2540" y="1659890"/>
              <a:ext cx="1905000" cy="1143000"/>
            </a:xfrm>
            <a:prstGeom prst="rect">
              <a:avLst/>
            </a:prstGeom>
            <a:pattFill prst="ltDnDiag">
              <a:fgClr>
                <a:srgbClr val="548235"/>
              </a:fgClr>
              <a:bgClr>
                <a:srgbClr val="FFFFFF"/>
              </a:bgClr>
            </a:pattFill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2C3142F-B375-1CB5-FD98-C377AAF305E0}"/>
              </a:ext>
            </a:extLst>
          </p:cNvPr>
          <p:cNvGrpSpPr/>
          <p:nvPr/>
        </p:nvGrpSpPr>
        <p:grpSpPr>
          <a:xfrm>
            <a:off x="319405" y="5088255"/>
            <a:ext cx="5690870" cy="859790"/>
            <a:chOff x="257810" y="4577715"/>
            <a:chExt cx="5690870" cy="85979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F149041-9897-1CA3-C1CD-B16EA98BDB28}"/>
                </a:ext>
              </a:extLst>
            </p:cNvPr>
            <p:cNvSpPr/>
            <p:nvPr/>
          </p:nvSpPr>
          <p:spPr>
            <a:xfrm>
              <a:off x="257810" y="4577715"/>
              <a:ext cx="1286510" cy="859790"/>
            </a:xfrm>
            <a:prstGeom prst="rect">
              <a:avLst/>
            </a:prstGeom>
            <a:pattFill prst="dkHorz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9B5A2F4-58A7-0178-558F-B6BB54EFBE5F}"/>
                </a:ext>
              </a:extLst>
            </p:cNvPr>
            <p:cNvSpPr/>
            <p:nvPr/>
          </p:nvSpPr>
          <p:spPr>
            <a:xfrm>
              <a:off x="1725930" y="4577715"/>
              <a:ext cx="1286510" cy="859790"/>
            </a:xfrm>
            <a:prstGeom prst="rect">
              <a:avLst/>
            </a:prstGeom>
            <a:pattFill prst="ltDnDiag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3C0D6B5-4483-0DBA-C686-B2544F8D7311}"/>
                </a:ext>
              </a:extLst>
            </p:cNvPr>
            <p:cNvSpPr/>
            <p:nvPr/>
          </p:nvSpPr>
          <p:spPr>
            <a:xfrm>
              <a:off x="3194050" y="4577715"/>
              <a:ext cx="1286510" cy="859790"/>
            </a:xfrm>
            <a:prstGeom prst="rect">
              <a:avLst/>
            </a:prstGeom>
            <a:pattFill prst="lgGrid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721F96F-7D16-EC4F-9FD2-D17FD5AF0659}"/>
                </a:ext>
              </a:extLst>
            </p:cNvPr>
            <p:cNvSpPr/>
            <p:nvPr/>
          </p:nvSpPr>
          <p:spPr>
            <a:xfrm>
              <a:off x="4662170" y="4577715"/>
              <a:ext cx="1286510" cy="859790"/>
            </a:xfrm>
            <a:prstGeom prst="rect">
              <a:avLst/>
            </a:prstGeom>
            <a:pattFill prst="weave">
              <a:fgClr>
                <a:srgbClr val="1F4E79"/>
              </a:fgClr>
              <a:bgClr>
                <a:srgbClr val="FFFFFF"/>
              </a:bgClr>
            </a:patt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211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2026-10-26T12:10:53Z</dcterms:created>
  <dcterms:modified xsi:type="dcterms:W3CDTF">2026-10-26T12:10:53Z</dcterms:modified>
</cp:coreProperties>
</file>