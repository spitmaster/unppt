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甲甲乙丙</c:v>
                </c:pt>
                <c:pt idx="1">
                  <c:v>乙甲乙丙</c:v>
                </c:pt>
                <c:pt idx="2">
                  <c:v>丙甲乙丙</c:v>
                </c:pt>
                <c:pt idx="3">
                  <c:v>丁甲乙丙</c:v>
                </c:pt>
                <c:pt idx="4">
                  <c:v>戊甲乙丙</c:v>
                </c:pt>
                <c:pt idx="5">
                  <c:v>己甲乙丙</c:v>
                </c:pt>
                <c:pt idx="6">
                  <c:v>庚甲乙丙</c:v>
                </c:pt>
                <c:pt idx="7">
                  <c:v>辛甲乙丙</c:v>
                </c:pt>
                <c:pt idx="8">
                  <c:v>壬甲乙丙</c:v>
                </c:pt>
                <c:pt idx="9">
                  <c:v>癸甲乙丙</c:v>
                </c:pt>
                <c:pt idx="10">
                  <c:v>子甲乙丙</c:v>
                </c:pt>
                <c:pt idx="11">
                  <c:v>丑甲乙丙</c:v>
                </c:pt>
                <c:pt idx="12">
                  <c:v>寅甲乙丙</c:v>
                </c:pt>
                <c:pt idx="13">
                  <c:v>卯甲乙丙</c:v>
                </c:pt>
                <c:pt idx="14">
                  <c:v>辰甲乙丙</c:v>
                </c:pt>
                <c:pt idx="15">
                  <c:v>巳甲乙丙</c:v>
                </c:pt>
                <c:pt idx="16">
                  <c:v>午甲乙丙</c:v>
                </c:pt>
                <c:pt idx="17">
                  <c:v>未甲乙丙</c:v>
                </c:pt>
                <c:pt idx="18">
                  <c:v>申甲乙丙</c:v>
                </c:pt>
                <c:pt idx="19">
                  <c:v>酉甲乙丙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D-478C-9E46-A56E8A6DF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817840"/>
        <c:axId val="68812080"/>
      </c:barChart>
      <c:catAx>
        <c:axId val="68817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812080"/>
        <c:crosses val="autoZero"/>
        <c:auto val="1"/>
        <c:lblAlgn val="ctr"/>
        <c:lblOffset val="100"/>
        <c:noMultiLvlLbl val="0"/>
      </c:catAx>
      <c:valAx>
        <c:axId val="68812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817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甲甲乙丙</c:v>
                </c:pt>
                <c:pt idx="1">
                  <c:v>乙甲乙丙</c:v>
                </c:pt>
                <c:pt idx="2">
                  <c:v>丙甲乙丙</c:v>
                </c:pt>
                <c:pt idx="3">
                  <c:v>丁甲乙丙</c:v>
                </c:pt>
                <c:pt idx="4">
                  <c:v>戊甲乙丙</c:v>
                </c:pt>
                <c:pt idx="5">
                  <c:v>己甲乙丙</c:v>
                </c:pt>
                <c:pt idx="6">
                  <c:v>庚甲乙丙</c:v>
                </c:pt>
                <c:pt idx="7">
                  <c:v>辛甲乙丙</c:v>
                </c:pt>
                <c:pt idx="8">
                  <c:v>壬甲乙丙</c:v>
                </c:pt>
                <c:pt idx="9">
                  <c:v>癸甲乙丙</c:v>
                </c:pt>
                <c:pt idx="10">
                  <c:v>子甲乙丙</c:v>
                </c:pt>
                <c:pt idx="11">
                  <c:v>丑甲乙丙</c:v>
                </c:pt>
                <c:pt idx="12">
                  <c:v>寅甲乙丙</c:v>
                </c:pt>
                <c:pt idx="13">
                  <c:v>卯甲乙丙</c:v>
                </c:pt>
                <c:pt idx="14">
                  <c:v>辰甲乙丙</c:v>
                </c:pt>
                <c:pt idx="15">
                  <c:v>巳甲乙丙</c:v>
                </c:pt>
                <c:pt idx="16">
                  <c:v>午甲乙丙</c:v>
                </c:pt>
                <c:pt idx="17">
                  <c:v>未甲乙丙</c:v>
                </c:pt>
                <c:pt idx="18">
                  <c:v>申甲乙丙</c:v>
                </c:pt>
                <c:pt idx="19">
                  <c:v>酉甲乙丙</c:v>
                </c:pt>
                <c:pt idx="20">
                  <c:v>戌甲乙丙</c:v>
                </c:pt>
                <c:pt idx="21">
                  <c:v>亥甲乙丙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1D-4F7A-BCC8-94C63FE1BF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6538208"/>
        <c:axId val="776537728"/>
      </c:barChart>
      <c:catAx>
        <c:axId val="77653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6537728"/>
        <c:crosses val="autoZero"/>
        <c:auto val="1"/>
        <c:lblAlgn val="ctr"/>
        <c:lblOffset val="100"/>
        <c:noMultiLvlLbl val="0"/>
      </c:catAx>
      <c:valAx>
        <c:axId val="776537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653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Sheet1!$A$2:$A$33</c:f>
              <c:strCache>
                <c:ptCount val="32"/>
                <c:pt idx="0">
                  <c:v>甲甲乙丙</c:v>
                </c:pt>
                <c:pt idx="1">
                  <c:v>乙甲乙丙</c:v>
                </c:pt>
                <c:pt idx="2">
                  <c:v>丙甲乙丙</c:v>
                </c:pt>
                <c:pt idx="3">
                  <c:v>丁甲乙丙</c:v>
                </c:pt>
                <c:pt idx="4">
                  <c:v>戊甲乙丙</c:v>
                </c:pt>
                <c:pt idx="5">
                  <c:v>己甲乙丙</c:v>
                </c:pt>
                <c:pt idx="6">
                  <c:v>庚甲乙丙</c:v>
                </c:pt>
                <c:pt idx="7">
                  <c:v>辛甲乙丙</c:v>
                </c:pt>
                <c:pt idx="8">
                  <c:v>壬甲乙丙</c:v>
                </c:pt>
                <c:pt idx="9">
                  <c:v>癸甲乙丙</c:v>
                </c:pt>
                <c:pt idx="10">
                  <c:v>子甲乙丙</c:v>
                </c:pt>
                <c:pt idx="11">
                  <c:v>丑甲乙丙</c:v>
                </c:pt>
                <c:pt idx="12">
                  <c:v>寅甲乙丙</c:v>
                </c:pt>
                <c:pt idx="13">
                  <c:v>卯甲乙丙</c:v>
                </c:pt>
                <c:pt idx="14">
                  <c:v>辰甲乙丙</c:v>
                </c:pt>
                <c:pt idx="15">
                  <c:v>巳甲乙丙</c:v>
                </c:pt>
                <c:pt idx="16">
                  <c:v>午甲乙丙</c:v>
                </c:pt>
                <c:pt idx="17">
                  <c:v>未甲乙丙</c:v>
                </c:pt>
                <c:pt idx="18">
                  <c:v>申甲乙丙</c:v>
                </c:pt>
                <c:pt idx="19">
                  <c:v>酉甲乙丙</c:v>
                </c:pt>
                <c:pt idx="20">
                  <c:v>戌甲乙丙</c:v>
                </c:pt>
                <c:pt idx="21">
                  <c:v>亥甲乙丙</c:v>
                </c:pt>
                <c:pt idx="22">
                  <c:v>甲甲乙丙</c:v>
                </c:pt>
                <c:pt idx="23">
                  <c:v>乙甲乙丙</c:v>
                </c:pt>
                <c:pt idx="24">
                  <c:v>丙甲乙丙</c:v>
                </c:pt>
                <c:pt idx="25">
                  <c:v>丁甲乙丙</c:v>
                </c:pt>
                <c:pt idx="26">
                  <c:v>戊甲乙丙</c:v>
                </c:pt>
                <c:pt idx="27">
                  <c:v>己甲乙丙</c:v>
                </c:pt>
                <c:pt idx="28">
                  <c:v>庚甲乙丙</c:v>
                </c:pt>
                <c:pt idx="29">
                  <c:v>辛甲乙丙</c:v>
                </c:pt>
                <c:pt idx="30">
                  <c:v>壬甲乙丙</c:v>
                </c:pt>
                <c:pt idx="31">
                  <c:v>癸甲乙丙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  <c:pt idx="30">
                  <c:v>2</c:v>
                </c:pt>
                <c:pt idx="3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BF-4E71-B758-81C010D47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6544928"/>
        <c:axId val="776539648"/>
      </c:barChart>
      <c:catAx>
        <c:axId val="77654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6539648"/>
        <c:crosses val="autoZero"/>
        <c:auto val="1"/>
        <c:lblAlgn val="ctr"/>
        <c:lblOffset val="100"/>
        <c:noMultiLvlLbl val="0"/>
      </c:catAx>
      <c:valAx>
        <c:axId val="776539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6544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Sheet1!$A$2:$A$35</c:f>
              <c:strCache>
                <c:ptCount val="34"/>
                <c:pt idx="0">
                  <c:v>甲甲乙丙</c:v>
                </c:pt>
                <c:pt idx="1">
                  <c:v>乙甲乙丙</c:v>
                </c:pt>
                <c:pt idx="2">
                  <c:v>丙甲乙丙</c:v>
                </c:pt>
                <c:pt idx="3">
                  <c:v>丁甲乙丙</c:v>
                </c:pt>
                <c:pt idx="4">
                  <c:v>戊甲乙丙</c:v>
                </c:pt>
                <c:pt idx="5">
                  <c:v>己甲乙丙</c:v>
                </c:pt>
                <c:pt idx="6">
                  <c:v>庚甲乙丙</c:v>
                </c:pt>
                <c:pt idx="7">
                  <c:v>辛甲乙丙</c:v>
                </c:pt>
                <c:pt idx="8">
                  <c:v>壬甲乙丙</c:v>
                </c:pt>
                <c:pt idx="9">
                  <c:v>癸甲乙丙</c:v>
                </c:pt>
                <c:pt idx="10">
                  <c:v>子甲乙丙</c:v>
                </c:pt>
                <c:pt idx="11">
                  <c:v>丑甲乙丙</c:v>
                </c:pt>
                <c:pt idx="12">
                  <c:v>寅甲乙丙</c:v>
                </c:pt>
                <c:pt idx="13">
                  <c:v>卯甲乙丙</c:v>
                </c:pt>
                <c:pt idx="14">
                  <c:v>辰甲乙丙</c:v>
                </c:pt>
                <c:pt idx="15">
                  <c:v>巳甲乙丙</c:v>
                </c:pt>
                <c:pt idx="16">
                  <c:v>午甲乙丙</c:v>
                </c:pt>
                <c:pt idx="17">
                  <c:v>未甲乙丙</c:v>
                </c:pt>
                <c:pt idx="18">
                  <c:v>申甲乙丙</c:v>
                </c:pt>
                <c:pt idx="19">
                  <c:v>酉甲乙丙</c:v>
                </c:pt>
                <c:pt idx="20">
                  <c:v>戌甲乙丙</c:v>
                </c:pt>
                <c:pt idx="21">
                  <c:v>亥甲乙丙</c:v>
                </c:pt>
                <c:pt idx="22">
                  <c:v>甲甲乙丙</c:v>
                </c:pt>
                <c:pt idx="23">
                  <c:v>乙甲乙丙</c:v>
                </c:pt>
                <c:pt idx="24">
                  <c:v>丙甲乙丙</c:v>
                </c:pt>
                <c:pt idx="25">
                  <c:v>丁甲乙丙</c:v>
                </c:pt>
                <c:pt idx="26">
                  <c:v>戊甲乙丙</c:v>
                </c:pt>
                <c:pt idx="27">
                  <c:v>己甲乙丙</c:v>
                </c:pt>
                <c:pt idx="28">
                  <c:v>庚甲乙丙</c:v>
                </c:pt>
                <c:pt idx="29">
                  <c:v>辛甲乙丙</c:v>
                </c:pt>
                <c:pt idx="30">
                  <c:v>壬甲乙丙</c:v>
                </c:pt>
                <c:pt idx="31">
                  <c:v>癸甲乙丙</c:v>
                </c:pt>
                <c:pt idx="32">
                  <c:v>子甲乙丙</c:v>
                </c:pt>
                <c:pt idx="33">
                  <c:v>丑甲乙丙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  <c:pt idx="12">
                  <c:v>6</c:v>
                </c:pt>
                <c:pt idx="13">
                  <c:v>3</c:v>
                </c:pt>
                <c:pt idx="14">
                  <c:v>10</c:v>
                </c:pt>
                <c:pt idx="15">
                  <c:v>7</c:v>
                </c:pt>
                <c:pt idx="16">
                  <c:v>4</c:v>
                </c:pt>
                <c:pt idx="17">
                  <c:v>11</c:v>
                </c:pt>
                <c:pt idx="18">
                  <c:v>8</c:v>
                </c:pt>
                <c:pt idx="19">
                  <c:v>5</c:v>
                </c:pt>
                <c:pt idx="20">
                  <c:v>2</c:v>
                </c:pt>
                <c:pt idx="21">
                  <c:v>9</c:v>
                </c:pt>
                <c:pt idx="22">
                  <c:v>6</c:v>
                </c:pt>
                <c:pt idx="23">
                  <c:v>3</c:v>
                </c:pt>
                <c:pt idx="24">
                  <c:v>10</c:v>
                </c:pt>
                <c:pt idx="25">
                  <c:v>7</c:v>
                </c:pt>
                <c:pt idx="26">
                  <c:v>4</c:v>
                </c:pt>
                <c:pt idx="27">
                  <c:v>11</c:v>
                </c:pt>
                <c:pt idx="28">
                  <c:v>8</c:v>
                </c:pt>
                <c:pt idx="29">
                  <c:v>5</c:v>
                </c:pt>
                <c:pt idx="30">
                  <c:v>2</c:v>
                </c:pt>
                <c:pt idx="31">
                  <c:v>9</c:v>
                </c:pt>
                <c:pt idx="32">
                  <c:v>6</c:v>
                </c:pt>
                <c:pt idx="3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81-4369-AEFE-4ACC01825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362816"/>
        <c:axId val="77351776"/>
      </c:barChart>
      <c:catAx>
        <c:axId val="77362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351776"/>
        <c:crosses val="autoZero"/>
        <c:auto val="1"/>
        <c:lblAlgn val="ctr"/>
        <c:lblOffset val="100"/>
        <c:noMultiLvlLbl val="0"/>
      </c:catAx>
      <c:valAx>
        <c:axId val="77351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362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5A243-FE30-4954-5F1F-8CADE816A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26B8D5-B30D-3A91-9C45-F70C0FFC4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04F131-E9AD-A8DB-E003-D8C1F311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C11D2-4071-0CB0-F519-A4D22100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1EE1B-D263-B9C7-2E11-F9CFE145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077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0F738-92FD-90B9-2DDA-2C46E1ED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21F18-CAEA-47C5-BBD4-60AC4A9C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83E61-54A6-EE5D-5004-95F9859C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78720-B445-046D-4275-D1EB8B74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1637F-4EED-4D2D-29F6-80705A19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12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7E44E-E48E-143A-9853-26C7EAAC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4BABD7-FE65-C42F-2B6E-6F48D810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77C341-B553-33E3-F1E9-EFDC8AD8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D773BA-19BA-31A3-8354-9DA897BB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73CD5-855A-8C42-5725-F45CCDDB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128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3A1F2-7223-93DC-82A6-D6BEC68AA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61B16C-D888-E10E-6A43-2D4D4E7FC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107A3-80A2-3886-D0F2-789E507F2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E722D-2B3F-4815-1B8B-C233F86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DB0DA9-9AE0-2807-31F4-A5F2ADFC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C9E544-07B2-E3D9-4388-54A4817D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09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73736-C164-AAFA-2B3B-9C896168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EEC40B-99C8-1006-A856-2E6B52303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9CC3E7-D08F-AF50-B113-B7EA76C64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679EE3-75A5-B06C-8DB9-6BC0DB80E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47A733-28CA-1219-3783-E226E3C00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F26340-03E2-4F28-06B1-E29C978E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FD4CFB-5211-064B-5452-2254306E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B86F09-6F35-A7F3-6257-CB8F4B4A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40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D8FA9-C416-5239-326D-CBA75FD2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8D8E4E-777E-98D6-03F1-8B4666E84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8B2931-C04A-C7A8-4B60-C0A81405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0547CB-CE02-6BED-C8FD-63CDBA88C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853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62A193-D4F1-C2DE-78A3-F0C4342F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E017CF-2F50-3579-CB42-A231DFCD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4B7A25-B9D9-ED2A-6E4B-6F1F2B09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43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B42FE-3C9A-6941-9FE0-B3B7F359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7A5808-6396-D886-7E70-332A189E3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2E2103-BFEF-DF9F-3B0C-D0CB80469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E5DC4-6DA1-7BA8-90C3-01B46D9B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837B45-FE3C-7AC5-7722-45D41C25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BD1610-D56A-9CFF-1323-1A59F42A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75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37700-6880-09AA-3972-65052DFAE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7F6403-3DA7-393B-5293-D47FF70E6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43EB6D-BBD6-BBD8-270D-2356A54C8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F41E3-402E-E8F5-39E1-E4A550A4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0300D4-0179-B120-37B0-949236F3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30F703-45C5-1D82-A51F-526BE2BA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84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4A86D-0BB7-B9F9-CD9C-87159332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8A5C7A-A125-251B-588C-7D96689E5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2CA4D5-803B-63D5-FEA5-DBE618EE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5C5BF-7CB0-42C1-A7CA-DFAE9CB3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47293-5AC8-7AC4-F935-86A02416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19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E8A47B-D43B-E0D1-C238-85909E934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508E3C-B62D-DCE6-0A5B-FA8A85D80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4108A-D542-EAA4-89A9-2C9AF0CF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F561C6-DCC4-B72F-D2AA-1300B466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60E9E-B46E-2D66-9DE4-6274967E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96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589B4A-FEB5-8192-AF9C-3E695FC3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846992-FF8C-272C-9F1A-05AF5F8D3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0C39A1-B321-F992-1688-A699BAF3A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95443-C831-4D06-B116-AE17570358A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2A5EE-935D-924E-3529-C00076B72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A9FA39-A3B9-8FAC-0AF9-8DAB76B92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F6FCD-97DE-4764-8CE4-27CBC1DA2C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28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26E4C53-5704-9AD1-CE54-C56E6F142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811320"/>
              </p:ext>
            </p:extLst>
          </p:nvPr>
        </p:nvGraphicFramePr>
        <p:xfrm>
          <a:off x="254000" y="254000"/>
          <a:ext cx="762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1504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E19A6FC5-7073-870E-E8D4-993A772E68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613608"/>
              </p:ext>
            </p:extLst>
          </p:nvPr>
        </p:nvGraphicFramePr>
        <p:xfrm>
          <a:off x="254000" y="254000"/>
          <a:ext cx="762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65169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3F9CFCD-76B4-9BAE-1348-E5BC2B8FB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737121"/>
              </p:ext>
            </p:extLst>
          </p:nvPr>
        </p:nvGraphicFramePr>
        <p:xfrm>
          <a:off x="254000" y="254000"/>
          <a:ext cx="762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9705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459BC2D-BF35-2E27-30F1-D1EC73D7E9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9947863"/>
              </p:ext>
            </p:extLst>
          </p:nvPr>
        </p:nvGraphicFramePr>
        <p:xfrm>
          <a:off x="254000" y="254000"/>
          <a:ext cx="762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8120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自定义</PresentationFormat>
  <Paragraphs>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2026-10-17T10:48:21Z</dcterms:created>
  <dcterms:modified xsi:type="dcterms:W3CDTF">2026-10-17T10:48:21Z</dcterms:modified>
</cp:coreProperties>
</file>