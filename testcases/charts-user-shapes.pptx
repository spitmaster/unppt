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rawings/drawing1.xml" ContentType="application/vnd.openxmlformats-officedocument.drawingml.chartshap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US1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39-4B35-ABD3-28FB70EBD4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39-4B35-ABD3-28FB70EBD4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39-4B35-ABD3-28FB70EBD4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6796783"/>
        <c:axId val="376798223"/>
      </c:barChart>
      <c:catAx>
        <c:axId val="376796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6798223"/>
        <c:crosses val="autoZero"/>
        <c:auto val="1"/>
        <c:lblAlgn val="ctr"/>
        <c:lblOffset val="100"/>
        <c:noMultiLvlLbl val="0"/>
      </c:catAx>
      <c:valAx>
        <c:axId val="376798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67967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  <c:userShapes r:id="rIdUS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 xmlns:a="http://schemas.openxmlformats.org/drawingml/2006/main" xmlns:cdr="http://schemas.openxmlformats.org/drawingml/2006/chartDrawing">
  <cdr:relSizeAnchor>
    <cdr:from>
      <cdr:x>0.05</cdr:x>
      <cdr:y>0.02</cdr:y>
    </cdr:from>
    <cdr:to>
      <cdr:x>0.35</cdr:x>
      <cdr:y>0.10</cdr:y>
    </cdr:to>
    <cdr:sp macro="" textlink="">
      <cdr:nvSpPr>
        <cdr:cNvPr id="2" name="TextBox 1"/>
        <cdr:cNvSpPr txBox="1"/>
      </cdr:nvSpPr>
      <cdr:spPr>
        <a:xfrm>
          <a:off x="0" y="0"/>
          <a:ext cx="0" cy="0"/>
        </a:xfrm>
        <a:prstGeom prst="rect">
          <a:avLst/>
        </a:prstGeom>
        <a:noFill/>
      </cdr:spPr>
      <cdr:txBody>
        <a:bodyPr wrap="square" rtlCol="0"/>
        <a:lstStyle/>
        <a:p>
          <a:r>
            <a:rPr lang="zh-CN" altLang="en-US" sz="1400"/>
            <a:t>单位：万元</a:t>
          </a:r>
        </a:p>
      </cdr:txBody>
    </cdr:sp>
  </cdr:relSizeAnchor>
  <cdr:relSizeAnchor>
    <cdr:from>
      <cdr:x>0.5</cdr:x>
      <cdr:y>0.2</cdr:y>
    </cdr:from>
    <cdr:to>
      <cdr:x>0.75</cdr:x>
      <cdr:y>0.7</cdr:y>
    </cdr:to>
    <cdr:sp macro="" textlink="">
      <cdr:nvSpPr>
        <cdr:cNvPr id="3" name="Rect 2"/>
        <cdr:cNvSpPr/>
      </cdr:nvSpPr>
      <cdr:spPr>
        <a:xfrm>
          <a:off x="0" y="0"/>
          <a:ext cx="0" cy="0"/>
        </a:xfrm>
        <a:prstGeom prst="rect">
          <a:avLst/>
        </a:prstGeom>
        <a:solidFill>
          <a:srgbClr val="F06060">
            <a:alpha val="40000"/>
          </a:srgbClr>
        </a:solidFill>
        <a:ln>
          <a:noFill/>
        </a:ln>
      </cdr:spPr>
    </cdr:sp>
  </cdr:relSizeAnchor>
  <cdr:relSizeAnchor>
    <cdr:from>
      <cdr:x>0.75</cdr:x>
      <cdr:y>0.15</cdr:y>
    </cdr:from>
    <cdr:to>
      <cdr:x>0.87</cdr:x>
      <cdr:y>0.35</cdr:y>
    </cdr:to>
    <cdr:cxnSp macro="">
      <cdr:nvCxnSpPr>
        <cdr:cNvPr id="4" name="Arrow 3"/>
        <cdr:cNvCxnSpPr/>
      </cdr:nvCxnSpPr>
      <cdr:spPr>
        <a:xfrm>
          <a:off x="0" y="0"/>
          <a:ext cx="0" cy="0"/>
        </a:xfrm>
        <a:prstGeom prst="straightConnector1">
          <a:avLst/>
        </a:prstGeom>
        <a:ln w="31750">
          <a:solidFill>
            <a:srgbClr val="C00000"/>
          </a:solidFill>
          <a:tailEnd type="triangle"/>
        </a:ln>
      </cdr:spPr>
    </cdr:cxnSp>
  </cdr:relSizeAnchor>
  <cdr:absSizeAnchor>
    <cdr:from>
      <cdr:x>0.1</cdr:x>
      <cdr:y>0.75</cdr:y>
    </cdr:from>
    <cdr:ext cx="1270000" cy="381000"/>
    <cdr:sp macro="" textlink="">
      <cdr:nvSpPr>
        <cdr:cNvPr id="5" name="RoundRect 4"/>
        <cdr:cNvSpPr/>
      </cdr:nvSpPr>
      <cdr:spPr>
        <a:xfrm>
          <a:off x="0" y="0"/>
          <a:ext cx="0" cy="0"/>
        </a:xfrm>
        <a:prstGeom prst="roundRect">
          <a:avLst/>
        </a:prstGeom>
        <a:solidFill>
          <a:srgbClr val="70AD47"/>
        </a:solidFill>
      </cdr:spPr>
      <cdr:txBody>
        <a:bodyPr anchor="ctr"/>
        <a:lstStyle/>
        <a:p>
          <a:pPr algn="ctr"/>
          <a:r>
            <a:rPr lang="zh-CN" altLang="en-US" sz="1200">
              <a:solidFill>
                <a:srgbClr val="FFFFFF"/>
              </a:solidFill>
            </a:rPr>
            <a:t>标注</a:t>
          </a:r>
        </a:p>
      </cdr:txBody>
    </cdr:sp>
  </cdr:abs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B59B5-1B0A-B47E-2E6D-D3112178F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978D93-BF40-79C0-B3F8-3BD08699F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B1DAE7-AF75-7C8F-2FA3-A66771985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414CC5-16E9-56C9-E901-EA0025B8F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42D3D9-941E-DE39-CB37-2B2708A2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248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F5C9D-5422-ACF0-673A-9E163B51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F2C274-A08F-85B8-FB9B-76C5A00F7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4ED63-B398-5591-7E98-1850A0E3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AE01DE-E1DD-0FF6-DD8A-CF9DC8641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AA9357-3F40-2872-FDCA-AA0D717D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313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00E1F-39D7-C1B9-AD48-6D56445CA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832D4A-CC50-D5C8-9AD0-CA00F15F5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FF6D9D-DB53-8D9A-F848-F938252B8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ACDE38-FE09-C77E-444F-F94217406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7365B-2E79-99C9-D020-2BFE3BDD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07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20E71B-5C15-BD79-0513-C805A7DB7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7D0543-9C06-649A-705F-D70C39707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1ACB84-DCD3-CB33-09C2-963FF679E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B7A837-E2CF-4C0B-37E8-B33C81D7F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4385C6-2FC6-DA82-88A7-76CFDFFC4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56481-D0C4-D759-6662-E05250D1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8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AAE2D-7054-1FC7-8346-04CFFF85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AC40D0-CF62-13C3-9C47-32E3E3F44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D67774-10DA-33B0-D1BA-D032B264B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079AA5-3554-0971-7F8C-113F668A5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E3F5E7-13D3-685B-4C06-5CFF1468B3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C987EB-B002-7695-1A3E-4C80440F9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89A1F90-44B3-B075-0581-AE2AB265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EB2BBD-0599-BD00-6F1F-9A5F8B69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992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73C8CA-8D4F-1FCD-586A-774DD906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1D861B-05BF-1C8F-F868-A4016F98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F748931-002F-5E78-2DBD-A61B35289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9717FAD-1E12-023A-D5FD-56270F454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70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12CD67-CA5B-8EFA-8DB5-068C8F4D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C0EE17-2E9C-F15C-F4CF-6D3CAF639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7162B6-5D1A-6BF6-86D6-1959F988C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949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0C3EF-4434-197D-995E-0259BF5C0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D7C8A-4DA4-4167-991C-B000B4CBF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A1ADC8-B0B7-4DD4-89B0-1B4AA4F96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C5FD90-2CA3-F5DB-AA65-A2FA3857D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255EC3-2B93-5089-02E4-F6C3A52CF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D9C211-F656-925D-3614-CCB2898D0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36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20BEE9-ACE4-DDDB-7324-7D9680990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56C24C-2838-E532-2DE3-D2557D9CB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32619-2514-6B1D-0AF8-F397262F0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1C1E4A-FD64-7416-F4A9-E56BC4E2E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D6F273-52F8-1692-1F6D-B7B00FC48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C97193-F472-64D0-3E8D-97B8A1A8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7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8B60E-9905-E353-BA3C-900FF851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CF1D64-0D1C-B26D-CB77-DFDEA8389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C665F5-37C1-BA1F-A6E6-31696FCC5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A54697-1FF7-24E2-A158-86E402209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41E619-EF36-CA71-1F70-55B08D5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63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9B3602-C0FD-13F3-6BC2-C4FB209000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6E3DDF-F446-830B-E4C6-883B621F1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65B943-CA91-EAEE-E039-1556F2CEF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857F80-3E3A-DC58-41FE-912E9A69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76EC9D-E19E-73EE-9466-62610353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73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C0A350E-E495-C2CE-2C1D-6DA5BC8C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4D1D0A-32A7-F299-CEC0-AF23F5F55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624450-77D5-7B90-7EF6-682638E50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66755-5D54-4AD8-87D4-6450FA82069D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24EB4-834B-7443-DB86-949F6C772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450479-FCCB-D8F5-8DFD-7CD9DEECA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48669-CAB6-44AC-B465-3B9ED12D6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52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1B3474A-2C8B-EEE6-B2BE-06EC65C738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461797"/>
              </p:ext>
            </p:extLst>
          </p:nvPr>
        </p:nvGraphicFramePr>
        <p:xfrm>
          <a:off x="762000" y="508000"/>
          <a:ext cx="7620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9438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2026-10-19T08:32:48Z</dcterms:created>
  <dcterms:modified xsi:type="dcterms:W3CDTF">2026-10-19T08:32:48Z</dcterms:modified>
</cp:coreProperties>
</file>