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446ED9-F762-7F6D-FFEE-C29FF7177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B2D247-FEFC-B98E-A72F-9FCA77B2F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8A0ED0-896F-AE22-36A8-4BB69293A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7C8A-1D6C-4AE8-8435-68906BB9BC4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E75A5C-2EDB-5629-D2D8-0BCF7B31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9462C5-36B5-702E-2991-A81B83742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F7BAD-C809-4A10-98C8-7BE48FD3F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20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5E8B7-B704-9F2C-B5D0-0542A057D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081EE4-4AF9-1CAC-D214-175D9550F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67F366-1339-F28D-B376-025800326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7C8A-1D6C-4AE8-8435-68906BB9BC4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D24147-366B-B283-1350-648CBC918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1CD8E3-E3F8-4912-E666-175DAF5D8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F7BAD-C809-4A10-98C8-7BE48FD3F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945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D1F29B-26C0-37FD-B556-78C7500CA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AA1E77-C95B-9891-2393-7CC634962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A6364B-162E-7FBE-35A0-4BBA8D54C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7C8A-1D6C-4AE8-8435-68906BB9BC4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173EF-6EFE-924B-1BC6-4CC33988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55773D-657C-230D-1B4E-040956B8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F7BAD-C809-4A10-98C8-7BE48FD3F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763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13C45-29FB-3D7F-EED2-64EC285A0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DCF760-E941-6DFA-4294-0529CD6663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F789FF-DEFB-9C11-6D6A-8D2178C64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551451-9AAB-A8EC-1E98-C673BB53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7C8A-1D6C-4AE8-8435-68906BB9BC4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47E82C-F1A7-6E14-5522-F83E2A5A2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3FDA6E-2A7B-EDF2-0671-1E77528A9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F7BAD-C809-4A10-98C8-7BE48FD3F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952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9A12B6-CDBB-B2B7-42B9-9CA2D63BB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E0F0DF-442C-C47D-0035-896211B79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26D04D-E8AC-966D-AFF6-CB4D6DEAD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45A9C2-E6A4-CC35-6140-0C3211492C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ECE33E-89FA-9EA8-7F98-3E5240E015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B6060AD-E3E6-4DA0-CDC6-31BE27CA5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7C8A-1D6C-4AE8-8435-68906BB9BC4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DDB6801-6F80-A174-9504-71B337664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15F9FD-354A-873B-488B-A6D28814D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F7BAD-C809-4A10-98C8-7BE48FD3F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128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6823A-E8D7-221C-F3C7-36D029C17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B1319A-C153-9646-0CEB-A10D24FCC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7C8A-1D6C-4AE8-8435-68906BB9BC4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52DA1F-4550-81FF-4D13-5D25D595D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9ABAB2-5929-FD7B-3A99-3731C3FC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F7BAD-C809-4A10-98C8-7BE48FD3F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487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A46B15-A83D-0CCD-CF9F-8326C9884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7C8A-1D6C-4AE8-8435-68906BB9BC4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3C3087B-54AD-B9FF-91D9-C15DE22C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E99E01-898F-6E8D-3FF8-CC8E003FC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F7BAD-C809-4A10-98C8-7BE48FD3F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293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FE2B35-B6CF-4564-111C-EAB774639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7BC849-8DCD-C4D0-88DC-FA3EA37F1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B5660A-D345-96E5-D649-15AA22BDE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F1BA3A-0FEF-8EE1-A42F-F175A3EF3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7C8A-1D6C-4AE8-8435-68906BB9BC4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567E35-4719-B99E-8AE0-BB51F061F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DC1A2E-F413-A71F-9513-4484CAB39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F7BAD-C809-4A10-98C8-7BE48FD3F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015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A9FD26-8361-C961-0041-86CD4C6AD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41B4EE-0877-1EC7-5C07-902B021D2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736573-01E3-C51B-2472-150EE3CA2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86F30B-4E89-0AFC-A248-A7DF905F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7C8A-1D6C-4AE8-8435-68906BB9BC4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624C44-397B-4276-7A30-8B0421351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4723E7-54F2-7FC8-0A1D-08E840C2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F7BAD-C809-4A10-98C8-7BE48FD3F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170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FA0B7-E29F-B3E1-7678-309D4D25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BF1A55-D365-6584-6F4F-4DBA7C8DD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DB1ABC-BD9E-8F62-8D82-EC2FEA1C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7C8A-1D6C-4AE8-8435-68906BB9BC4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038380-4402-E034-3EA3-C01786C3C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4C0699-3C55-C38D-5272-24DFD7A69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F7BAD-C809-4A10-98C8-7BE48FD3F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360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98BADF-BF08-38D5-0687-335A24E3B6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E8902A-9F64-FA45-DFE5-F20074E1E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A8ABAF-B2F7-4DBB-4865-8F398B6BE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7C8A-1D6C-4AE8-8435-68906BB9BC4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79B898-2582-3DEB-F624-C18BACB2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1A0EC-D0BB-4895-F740-BDD5F4EF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F7BAD-C809-4A10-98C8-7BE48FD3F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721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C84E4A-9F73-285F-9F1E-6FF14B8E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8AC350-5184-BAB8-8BF6-C116FD626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466085-A3D9-6927-BA6D-0DEBFEE3C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77C8A-1D6C-4AE8-8435-68906BB9BC4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91B926-70B7-671F-C7E5-B81CB2CD04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63B216-D2A8-B04B-DE8E-48FD1984B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9F7BAD-C809-4A10-98C8-7BE48FD3F6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1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43500E-0561-33E3-15CB-8F26B1FF54A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524000"/>
            <a:ext cx="5715000" cy="32131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FC4172E-2335-DD68-D682-A153345856F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1524000"/>
            <a:ext cx="5715000" cy="321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317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2026-10-12T14:12:02Z</dcterms:created>
  <dcterms:modified xsi:type="dcterms:W3CDTF">2026-10-12T14:12:02Z</dcterms:modified>
</cp:coreProperties>
</file>