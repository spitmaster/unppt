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B992A-2357-DFF5-2106-B7102E402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B12C3A-06E0-F2A9-7464-BAC2A4087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8D0E84-6B00-76DB-9095-0C915819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02E43-B8A5-2AB7-97D7-CD69E76C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258F35-EF9E-4BA2-890C-8D570EBF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31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7E042-3EC4-CE4E-2843-D74AE269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104750-A245-E948-D99F-902B98AD1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FD6196-1B7B-22D7-9A2F-2CA32968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0C69FD-EA47-385C-361B-CB1C3C147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4B194A-CEEF-8D6E-9905-848D3872E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808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77C82-284C-B322-631D-04FCBFB8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583B0A-4C4A-50DA-5BE1-6C1294AC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CC6AA-9010-513C-CBAE-D623AE5F0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E0BAD-6F30-70D1-9128-861CD7E0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76DE24-4896-CC16-ABB4-BAED6D15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1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A165B-8E65-A872-0663-5AB37C00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683A15-C35B-8976-1F0E-3F367DB10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114D95-AFC9-6647-37EE-3A1932A5C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9CEC3A-ECF6-C6AC-21E4-EB4DE964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B1169-774D-DE75-C589-AF42D7E8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BC46C0-476B-1127-93AF-6BEC8950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6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77C73-D3F6-025A-71F5-772DB2EB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A30672-99B4-1541-53D8-48788CCE3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B05F53-9989-AA8B-13A0-F5C3BF4FC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29C82B-8207-8DAB-EE27-F2D921443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7B7DF2-1CF4-C310-3ED9-D4177A1C1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A7C68D-E93A-953D-2513-D47B1F37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889A0D-36F2-1DE4-3120-45A8B1AC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B02CF6-95B6-9A44-F503-73EEDE9D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80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B97E9-7455-EA0B-9793-71118A28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B2B5A0-C6F6-B145-0866-471CF7B5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E93A19-C9ED-5CF5-964A-A09EFA73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13F203-22E4-264E-2203-8009D08C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74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071F39-DD01-D8A5-54A3-4CBE519E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7BC669-4124-652E-DCD9-E8441CA3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6076FB-0428-398A-401F-AEB802F1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47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83BEE-1F5F-A58F-1ABD-5D24C273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9B0A5-2ACD-9BAC-9A66-27A8B47BF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0DB9E7-47B2-6920-5F4C-D5A848418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3509A5-7C1B-271D-CE41-E0DFBE5A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5FA081-AB4C-B00B-AE3F-694C6D4B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CC9BB5-C929-EBA2-3CEA-1B70DE5C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1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E270C-4788-3A29-C26B-4C80D1B7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8E3D1E-F236-A84B-B5B5-1B48EC928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63DCDE-98D2-C35B-B42A-E2BADD2DF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779B8C-8C3B-DDDE-988E-BE5CDFC2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BCAB07-665B-0D70-4391-B515362B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898167-72F0-86F6-4BD0-E0F9864A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36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5AF08-B7B7-CDAE-0FCB-7E87A709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0AB5AF-2B1C-4949-F5B8-2A85C4F6F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748584-BA14-5FC8-9E13-0324918C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4239E-97DC-E643-E06D-86CAF8F5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EEB411-AC9F-1148-8B1A-717905B5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61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2662E8-1BC5-AFE1-C6A3-B9317E3C0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B12E64-8E98-CA21-1212-02EF050B9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6ADACB-C5AC-AA8C-56EA-BC7CF58A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7CB44-7E33-6368-BF8B-010FC958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CDCEF-D17C-F208-84D2-5EA5C7B1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19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D15E95-6392-3477-EC94-9946B4E2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A1965B-9E71-7F10-FDDD-6B80EAFAE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BC452-AC14-399E-F3AE-CEFEE0B6B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F5BB3-A9B8-4CED-BC95-ECE271A5EF0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26BA95-27AB-44B7-88C1-97CA10861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0A14B-CA44-97B3-6C38-7C1C9C6B3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9D8BB-2900-42EF-A2CD-75B35B881B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05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3900A5B-CCA6-EC88-502D-2AD6E23F0396}"/>
              </a:ext>
            </a:extLst>
          </p:cNvPr>
          <p:cNvGrpSpPr/>
          <p:nvPr/>
        </p:nvGrpSpPr>
        <p:grpSpPr>
          <a:xfrm>
            <a:off x="508000" y="762000"/>
            <a:ext cx="3048000" cy="1905000"/>
            <a:chOff x="508000" y="762000"/>
            <a:chExt cx="3048000" cy="1905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78B508E-83F7-828B-07CD-C3996F355836}"/>
                </a:ext>
              </a:extLst>
            </p:cNvPr>
            <p:cNvSpPr/>
            <p:nvPr/>
          </p:nvSpPr>
          <p:spPr>
            <a:xfrm>
              <a:off x="508000" y="762000"/>
              <a:ext cx="1524000" cy="1143000"/>
            </a:xfrm>
            <a:prstGeom prst="rect">
              <a:avLst/>
            </a:prstGeom>
            <a:solidFill>
              <a:srgbClr val="4678C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F46EB4CB-8278-DAAD-D28C-6268FA6DEE95}"/>
                </a:ext>
              </a:extLst>
            </p:cNvPr>
            <p:cNvSpPr/>
            <p:nvPr/>
          </p:nvSpPr>
          <p:spPr>
            <a:xfrm>
              <a:off x="2159000" y="1270000"/>
              <a:ext cx="1397000" cy="1397000"/>
            </a:xfrm>
            <a:prstGeom prst="ellipse">
              <a:avLst/>
            </a:prstGeom>
            <a:solidFill>
              <a:srgbClr val="E68C2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9D043DA-2831-2919-F6BA-A4757F174A1D}"/>
              </a:ext>
            </a:extLst>
          </p:cNvPr>
          <p:cNvGrpSpPr/>
          <p:nvPr/>
        </p:nvGrpSpPr>
        <p:grpSpPr>
          <a:xfrm>
            <a:off x="4318000" y="762000"/>
            <a:ext cx="3048000" cy="1905000"/>
            <a:chOff x="4318000" y="762000"/>
            <a:chExt cx="3048000" cy="19050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2F1AC61-AFB8-DC97-3A1E-848B77EDF371}"/>
                </a:ext>
              </a:extLst>
            </p:cNvPr>
            <p:cNvSpPr/>
            <p:nvPr/>
          </p:nvSpPr>
          <p:spPr>
            <a:xfrm>
              <a:off x="4318000" y="762000"/>
              <a:ext cx="1524000" cy="1143000"/>
            </a:xfrm>
            <a:prstGeom prst="rect">
              <a:avLst/>
            </a:prstGeom>
            <a:solidFill>
              <a:srgbClr val="4678C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989E851-2E1E-ED1E-5538-1FD06693E3AC}"/>
                </a:ext>
              </a:extLst>
            </p:cNvPr>
            <p:cNvSpPr/>
            <p:nvPr/>
          </p:nvSpPr>
          <p:spPr>
            <a:xfrm>
              <a:off x="5969000" y="1270000"/>
              <a:ext cx="1397000" cy="1397000"/>
            </a:xfrm>
            <a:prstGeom prst="ellipse">
              <a:avLst/>
            </a:prstGeom>
            <a:solidFill>
              <a:srgbClr val="E68C2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F73ADFD-2C9D-1DBB-779D-26C3539B8F1D}"/>
              </a:ext>
            </a:extLst>
          </p:cNvPr>
          <p:cNvGrpSpPr/>
          <p:nvPr/>
        </p:nvGrpSpPr>
        <p:grpSpPr>
          <a:xfrm>
            <a:off x="8128000" y="762000"/>
            <a:ext cx="3048000" cy="1905000"/>
            <a:chOff x="8128000" y="762000"/>
            <a:chExt cx="3048000" cy="19050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7965EC8-E037-9455-CFE8-973BCCE50D4C}"/>
                </a:ext>
              </a:extLst>
            </p:cNvPr>
            <p:cNvSpPr/>
            <p:nvPr/>
          </p:nvSpPr>
          <p:spPr>
            <a:xfrm>
              <a:off x="8128000" y="762000"/>
              <a:ext cx="1524000" cy="1143000"/>
            </a:xfrm>
            <a:prstGeom prst="rect">
              <a:avLst/>
            </a:prstGeom>
            <a:solidFill>
              <a:srgbClr val="4678C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A7621F4-B02C-C8F9-7CCC-E24A51B547C0}"/>
                </a:ext>
              </a:extLst>
            </p:cNvPr>
            <p:cNvSpPr/>
            <p:nvPr/>
          </p:nvSpPr>
          <p:spPr>
            <a:xfrm>
              <a:off x="9779000" y="1270000"/>
              <a:ext cx="1397000" cy="1397000"/>
            </a:xfrm>
            <a:prstGeom prst="ellipse">
              <a:avLst/>
            </a:prstGeom>
            <a:solidFill>
              <a:srgbClr val="E68C2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93902E3-D582-050D-6674-C88BE4153385}"/>
              </a:ext>
            </a:extLst>
          </p:cNvPr>
          <p:cNvGrpSpPr/>
          <p:nvPr/>
        </p:nvGrpSpPr>
        <p:grpSpPr>
          <a:xfrm>
            <a:off x="508000" y="3683000"/>
            <a:ext cx="3048000" cy="1905000"/>
            <a:chOff x="508000" y="3683000"/>
            <a:chExt cx="3048000" cy="19050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CA2026-3A13-4257-49A8-CF1992E1E12F}"/>
                </a:ext>
              </a:extLst>
            </p:cNvPr>
            <p:cNvSpPr/>
            <p:nvPr/>
          </p:nvSpPr>
          <p:spPr>
            <a:xfrm>
              <a:off x="508000" y="3683000"/>
              <a:ext cx="1524000" cy="1143000"/>
            </a:xfrm>
            <a:prstGeom prst="rect">
              <a:avLst/>
            </a:prstGeom>
            <a:solidFill>
              <a:srgbClr val="4678C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891284B-5CDA-0C12-D63C-0363B58962EE}"/>
                </a:ext>
              </a:extLst>
            </p:cNvPr>
            <p:cNvSpPr/>
            <p:nvPr/>
          </p:nvSpPr>
          <p:spPr>
            <a:xfrm>
              <a:off x="2159000" y="4191000"/>
              <a:ext cx="1397000" cy="1397000"/>
            </a:xfrm>
            <a:prstGeom prst="ellipse">
              <a:avLst/>
            </a:prstGeom>
            <a:solidFill>
              <a:srgbClr val="E68C2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805BAD8-CF04-7D83-B093-4C42F53260AB}"/>
              </a:ext>
            </a:extLst>
          </p:cNvPr>
          <p:cNvGrpSpPr/>
          <p:nvPr/>
        </p:nvGrpSpPr>
        <p:grpSpPr>
          <a:xfrm>
            <a:off x="4318000" y="3683000"/>
            <a:ext cx="3048000" cy="1905000"/>
            <a:chOff x="4318000" y="3683000"/>
            <a:chExt cx="3048000" cy="1905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D345B4D-9B2B-69BF-EB8A-BC19E6F1D7B0}"/>
                </a:ext>
              </a:extLst>
            </p:cNvPr>
            <p:cNvSpPr/>
            <p:nvPr/>
          </p:nvSpPr>
          <p:spPr>
            <a:xfrm>
              <a:off x="4318000" y="3683000"/>
              <a:ext cx="1524000" cy="1143000"/>
            </a:xfrm>
            <a:prstGeom prst="rect">
              <a:avLst/>
            </a:prstGeom>
            <a:solidFill>
              <a:srgbClr val="4678C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0B2597B-3CD0-E99F-9736-C82561B47C84}"/>
                </a:ext>
              </a:extLst>
            </p:cNvPr>
            <p:cNvSpPr/>
            <p:nvPr/>
          </p:nvSpPr>
          <p:spPr>
            <a:xfrm>
              <a:off x="5969000" y="4191000"/>
              <a:ext cx="1397000" cy="1397000"/>
            </a:xfrm>
            <a:prstGeom prst="ellipse">
              <a:avLst/>
            </a:prstGeom>
            <a:solidFill>
              <a:srgbClr val="E68C2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03ED693-6F98-8FD9-2365-18C4BF9F1002}"/>
              </a:ext>
            </a:extLst>
          </p:cNvPr>
          <p:cNvGrpSpPr/>
          <p:nvPr/>
        </p:nvGrpSpPr>
        <p:grpSpPr>
          <a:xfrm>
            <a:off x="8128000" y="3683000"/>
            <a:ext cx="3048000" cy="1905000"/>
            <a:chOff x="8128000" y="3683000"/>
            <a:chExt cx="3048000" cy="19050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6D25D05-9AF9-AA3F-5430-03D01A59809C}"/>
                </a:ext>
              </a:extLst>
            </p:cNvPr>
            <p:cNvSpPr/>
            <p:nvPr/>
          </p:nvSpPr>
          <p:spPr>
            <a:xfrm>
              <a:off x="8128000" y="3683000"/>
              <a:ext cx="1524000" cy="1143000"/>
            </a:xfrm>
            <a:prstGeom prst="rect">
              <a:avLst/>
            </a:prstGeom>
            <a:solidFill>
              <a:srgbClr val="4678C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2231E09-BB03-CE29-21A8-2302A59BD815}"/>
                </a:ext>
              </a:extLst>
            </p:cNvPr>
            <p:cNvSpPr/>
            <p:nvPr/>
          </p:nvSpPr>
          <p:spPr>
            <a:xfrm>
              <a:off x="9779000" y="4191000"/>
              <a:ext cx="1397000" cy="1397000"/>
            </a:xfrm>
            <a:prstGeom prst="ellipse">
              <a:avLst/>
            </a:prstGeom>
            <a:solidFill>
              <a:srgbClr val="E68C28"/>
            </a:solidFill>
            <a:ln w="38100">
              <a:solidFill>
                <a:srgbClr val="2828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98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1E1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1E1E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2026-10-13T17:49:19Z</dcterms:created>
  <dcterms:modified xsi:type="dcterms:W3CDTF">2026-10-13T17:49:19Z</dcterms:modified>
</cp:coreProperties>
</file>