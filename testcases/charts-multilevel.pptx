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Sheet1!$A$2:$B$9</c:f>
              <c:multiLvlStrCache>
                <c:ptCount val="8"/>
                <c:lvl>
                  <c:pt idx="0">
                    <c:v>一季度</c:v>
                  </c:pt>
                  <c:pt idx="1">
                    <c:v>二季度</c:v>
                  </c:pt>
                  <c:pt idx="2">
                    <c:v>三季度</c:v>
                  </c:pt>
                  <c:pt idx="3">
                    <c:v>四季度</c:v>
                  </c:pt>
                  <c:pt idx="4">
                    <c:v>一季度</c:v>
                  </c:pt>
                  <c:pt idx="5">
                    <c:v>二季度</c:v>
                  </c:pt>
                  <c:pt idx="6">
                    <c:v>三季度</c:v>
                  </c:pt>
                  <c:pt idx="7">
                    <c:v>四季度</c:v>
                  </c:pt>
                </c:lvl>
                <c:lvl>
                  <c:pt idx="0">
                    <c:v>第一年</c:v>
                  </c:pt>
                  <c:pt idx="4">
                    <c:v>第二年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6A-436A-89CA-31983FB22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5995040"/>
        <c:axId val="195989280"/>
      </c:barChart>
      <c:catAx>
        <c:axId val="19599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5989280"/>
        <c:crosses val="autoZero"/>
        <c:auto val="1"/>
        <c:lblAlgn val="ctr"/>
        <c:lblOffset val="100"/>
        <c:noMultiLvlLbl val="0"/>
      </c:catAx>
      <c:valAx>
        <c:axId val="195989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5995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Sheet1!$A$2:$B$10</c:f>
              <c:multiLvlStrCache>
                <c:ptCount val="9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Q1</c:v>
                  </c:pt>
                  <c:pt idx="4">
                    <c:v>Q2</c:v>
                  </c:pt>
                  <c:pt idx="5">
                    <c:v>Q3</c:v>
                  </c:pt>
                  <c:pt idx="6">
                    <c:v>Q1</c:v>
                  </c:pt>
                  <c:pt idx="7">
                    <c:v>Q2</c:v>
                  </c:pt>
                  <c:pt idx="8">
                    <c:v>Q3</c:v>
                  </c:pt>
                </c:lvl>
                <c:lvl>
                  <c:pt idx="0">
                    <c:v>2019</c:v>
                  </c:pt>
                  <c:pt idx="3">
                    <c:v>2020</c:v>
                  </c:pt>
                  <c:pt idx="6">
                    <c:v>2021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06-4755-A994-3387B8F024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2124432"/>
        <c:axId val="342123472"/>
      </c:barChart>
      <c:catAx>
        <c:axId val="3421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42123472"/>
        <c:crosses val="autoZero"/>
        <c:auto val="1"/>
        <c:lblAlgn val="ctr"/>
        <c:lblOffset val="100"/>
        <c:noMultiLvlLbl val="0"/>
      </c:catAx>
      <c:valAx>
        <c:axId val="34212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42124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Sheet1!$A$2:$B$7</c:f>
              <c:multiLvlStrCache>
                <c:ptCount val="6"/>
                <c:lvl>
                  <c:pt idx="0">
                    <c:v>东城</c:v>
                  </c:pt>
                  <c:pt idx="1">
                    <c:v>西城</c:v>
                  </c:pt>
                  <c:pt idx="2">
                    <c:v>南城</c:v>
                  </c:pt>
                  <c:pt idx="3">
                    <c:v>东城</c:v>
                  </c:pt>
                  <c:pt idx="4">
                    <c:v>西城</c:v>
                  </c:pt>
                  <c:pt idx="5">
                    <c:v>南城</c:v>
                  </c:pt>
                </c:lvl>
                <c:lvl>
                  <c:pt idx="0">
                    <c:v>甲区</c:v>
                  </c:pt>
                  <c:pt idx="3">
                    <c:v>乙区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3D-40B2-9DBE-444E89E62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6355887"/>
        <c:axId val="606353487"/>
      </c:lineChart>
      <c:catAx>
        <c:axId val="60635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6353487"/>
        <c:crosses val="autoZero"/>
        <c:auto val="1"/>
        <c:lblAlgn val="ctr"/>
        <c:lblOffset val="100"/>
        <c:noMultiLvlLbl val="0"/>
      </c:catAx>
      <c:valAx>
        <c:axId val="606353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6355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7ED88-30D0-2FA2-850E-A6620CA0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AED944-4777-B660-6DAB-B0220D199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9E7C1F-266A-49D9-016C-BC8A49B8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4B6C6F-7EF3-86E1-8459-1C906287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06C9D3-3E4E-BED6-5674-9DC8CA73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4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672C2-3FAF-33B9-9A3B-D7753256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8A9B70-23E0-4EAC-3628-CC577376C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83C539-1571-680A-5643-7ECC6535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3C53C-FC8C-B222-8621-6B5D5752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49456C-E7F2-7572-A8AB-E7E0AEDE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69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79798-25D6-87B9-1382-5D466E721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A4D8D-DE40-9E86-EC99-076869A65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8C5DD-DBCC-2FE7-E1E1-1A450D49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B8043E-3515-8E1F-AA3C-8D3277D3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45327-ADED-BCAB-3B6A-D6FF2BA2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29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45224-89E2-0298-AAA6-CEBAD98B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C16FCF-5585-4213-4E73-2E6E61C57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ED1892-04C6-D006-3142-5878F8BA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4867FC-8366-7613-D440-D7C7B0C80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04BAF6-A910-C1D9-DCEB-9C600A5C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BACDC1-34CC-4624-D070-E01ACAA9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36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A4A1B-6CD6-6D7A-1EC9-FEF6C484D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2DC466-9609-8DE2-E102-97293AEEB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1C9BA1-7711-90E5-0A83-FBF949804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3826D9-D9DD-61DA-0E29-C7A3D065E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3AB7AF-1979-2A9F-5759-5B14EFA47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A522C2-DD44-4DF9-4EFB-8736D57FD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252381-43BB-B6AE-FF38-6F0FB2F9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610AE6-9FFF-4699-05AD-2D5D7488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60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69FE9-F9AF-0A19-E363-C1AF6D5F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A4B08C-0714-D775-045A-B5E25476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2F75C9-36D0-620C-471F-70E089EF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88497B-28C4-07F1-59D3-1FA54A7C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932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B19FCF-E1EE-B7FC-4310-DE8C410C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7E3A2F-543C-419B-2AC3-0A616B67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047837-32E6-6249-8E23-38AB7F89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07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C68EF-C822-08A2-AB54-CA74475A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00D21-2FCF-80F1-5E9C-9D58C5F2A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E85FA0-93A8-6AEC-E55B-6088BA451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AB80FE-5228-2BE3-EF57-13F5BEA2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CD32D5-19E1-F9B2-3869-544799C1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4FFEB-34F3-FEBF-27D7-A0EB9588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EFA89-8089-A01A-CA03-7EB6E379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70CD92-300B-F0EC-C303-ACBE7E1A5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17F66E-1653-2AF3-2FAB-A59F3094F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6E3672-E59C-528E-FF10-20DDA43D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62FB11-9E43-0CEA-C6F5-3AF6D391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ADD3B5-7A53-37F9-7E08-2A7F972C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44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F0188-5604-E019-64CF-41C190A7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31E4E-6EEE-90A7-3B71-681C8FB4A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08F72-6ACD-2D04-5E50-B8FFE158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9642E-3B7F-46C9-018D-D411538B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24C2B-CCD5-1248-35B8-409A1E3C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746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4CECE8-A548-34B3-C770-61C423122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E83E4-14F4-0D3E-EBC4-E978F9067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B5FEF-B050-7727-C07F-1EDFEA0F2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5B984E-C10D-D5BA-4ABB-D741B302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47E7A9-AE11-9A04-820A-F6322FB7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41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081F67-91ED-9F2F-547A-7B2F12C0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1A8A1E-9D55-2A92-D147-EAE8C0778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464DDA-03B1-8DC6-E2ED-87A363540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62528-7899-4F1E-B4FB-AE19E5049AC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7B184-BFD4-EB63-E9D3-75A6D1624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23636-730B-2DB9-1246-5F5387B7D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1E475-45AC-43A4-AC6E-22A7646F7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05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DB6294A-4E0F-9CE4-2CBD-4D26FFE5E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066469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1544483-28BF-E1DF-6ECD-1CB707A0B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7777427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016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F639D0E-D1EC-C033-DF29-42C8BA24E3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2123622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6565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2026-10-14T05:59:12Z</dcterms:created>
  <dcterms:modified xsi:type="dcterms:W3CDTF">2026-10-14T05:59:12Z</dcterms:modified>
</cp:coreProperties>
</file>