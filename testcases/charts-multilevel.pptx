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29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Sheet1!$A$2:$B$9</c:f>
              <c:multiLvlStrCache>
                <c:ptCount val="8"/>
                <c:lvl>
                  <c:pt idx="0">
                    <c:v>一季度</c:v>
                  </c:pt>
                  <c:pt idx="1">
                    <c:v>二季度</c:v>
                  </c:pt>
                  <c:pt idx="2">
                    <c:v>三季度</c:v>
                  </c:pt>
                  <c:pt idx="3">
                    <c:v>四季度</c:v>
                  </c:pt>
                  <c:pt idx="4">
                    <c:v>一季度</c:v>
                  </c:pt>
                  <c:pt idx="5">
                    <c:v>二季度</c:v>
                  </c:pt>
                  <c:pt idx="6">
                    <c:v>三季度</c:v>
                  </c:pt>
                  <c:pt idx="7">
                    <c:v>四季度</c:v>
                  </c:pt>
                </c:lvl>
                <c:lvl>
                  <c:pt idx="0">
                    <c:v>第一年</c:v>
                  </c:pt>
                  <c:pt idx="4">
                    <c:v>第二年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A5-4FC1-AC18-A194F787F8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85473488"/>
        <c:axId val="1385470608"/>
      </c:barChart>
      <c:catAx>
        <c:axId val="1385473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70608"/>
        <c:crosses val="autoZero"/>
        <c:auto val="1"/>
        <c:lblAlgn val="ctr"/>
        <c:lblOffset val="100"/>
        <c:noMultiLvlLbl val="0"/>
      </c:catAx>
      <c:valAx>
        <c:axId val="1385470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734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Sheet1!$A$2:$B$10</c:f>
              <c:multiLvlStrCache>
                <c:ptCount val="9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Q1</c:v>
                  </c:pt>
                  <c:pt idx="4">
                    <c:v>Q2</c:v>
                  </c:pt>
                  <c:pt idx="5">
                    <c:v>Q3</c:v>
                  </c:pt>
                  <c:pt idx="6">
                    <c:v>Q1</c:v>
                  </c:pt>
                  <c:pt idx="7">
                    <c:v>Q2</c:v>
                  </c:pt>
                  <c:pt idx="8">
                    <c:v>Q3</c:v>
                  </c:pt>
                </c:lvl>
                <c:lvl>
                  <c:pt idx="0">
                    <c:v>2019</c:v>
                  </c:pt>
                  <c:pt idx="3">
                    <c:v>2020</c:v>
                  </c:pt>
                  <c:pt idx="6">
                    <c:v>2021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01-45C9-AC3E-A7250FBFC4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85406272"/>
        <c:axId val="1385403392"/>
      </c:barChart>
      <c:catAx>
        <c:axId val="1385406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03392"/>
        <c:crosses val="autoZero"/>
        <c:auto val="1"/>
        <c:lblAlgn val="ctr"/>
        <c:lblOffset val="100"/>
        <c:noMultiLvlLbl val="0"/>
      </c:catAx>
      <c:valAx>
        <c:axId val="1385403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06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multiLvlStrRef>
              <c:f>Sheet1!$A$2:$B$7</c:f>
              <c:multiLvlStrCache>
                <c:ptCount val="6"/>
                <c:lvl>
                  <c:pt idx="0">
                    <c:v>东城</c:v>
                  </c:pt>
                  <c:pt idx="1">
                    <c:v>西城</c:v>
                  </c:pt>
                  <c:pt idx="2">
                    <c:v>南城</c:v>
                  </c:pt>
                  <c:pt idx="3">
                    <c:v>东城</c:v>
                  </c:pt>
                  <c:pt idx="4">
                    <c:v>西城</c:v>
                  </c:pt>
                  <c:pt idx="5">
                    <c:v>南城</c:v>
                  </c:pt>
                </c:lvl>
                <c:lvl>
                  <c:pt idx="0">
                    <c:v>甲区</c:v>
                  </c:pt>
                  <c:pt idx="3">
                    <c:v>乙区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DB9-47F1-B53B-2E02D26729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5438608"/>
        <c:axId val="1385437168"/>
      </c:lineChart>
      <c:catAx>
        <c:axId val="1385438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37168"/>
        <c:crosses val="autoZero"/>
        <c:auto val="1"/>
        <c:lblAlgn val="ctr"/>
        <c:lblOffset val="100"/>
        <c:noMultiLvlLbl val="0"/>
      </c:catAx>
      <c:valAx>
        <c:axId val="1385437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38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Sheet1!$A$2:$B$7</c:f>
              <c:multiLvlStrCache>
                <c:ptCount val="6"/>
                <c:lvl>
                  <c:pt idx="0">
                    <c:v>东城</c:v>
                  </c:pt>
                  <c:pt idx="1">
                    <c:v>西城</c:v>
                  </c:pt>
                  <c:pt idx="2">
                    <c:v>南城</c:v>
                  </c:pt>
                  <c:pt idx="3">
                    <c:v>东城</c:v>
                  </c:pt>
                  <c:pt idx="4">
                    <c:v>西城</c:v>
                  </c:pt>
                  <c:pt idx="5">
                    <c:v>南城</c:v>
                  </c:pt>
                </c:lvl>
                <c:lvl>
                  <c:pt idx="0">
                    <c:v>甲区</c:v>
                  </c:pt>
                  <c:pt idx="3">
                    <c:v>乙区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4B-47C0-A74D-1C6A928799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5411120"/>
        <c:axId val="1385411600"/>
      </c:barChart>
      <c:catAx>
        <c:axId val="138541112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11600"/>
        <c:crosses val="autoZero"/>
        <c:auto val="1"/>
        <c:lblAlgn val="ctr"/>
        <c:lblOffset val="100"/>
        <c:noMultiLvlLbl val="0"/>
      </c:catAx>
      <c:valAx>
        <c:axId val="13854116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854111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8DC04-17ED-FCCE-E9A5-9EF1CD7CB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2851FB-3BAF-84F1-12FE-291A88784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6EF7C-F7E0-7A34-9B00-42F81C0F8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19A79A-C684-3FBC-D3BA-076C3C40B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624040-7662-0AC7-B3BB-1DDE5E4A2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769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FB18A9-33B6-133B-04BF-18ED2A458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81A35B-2E6B-7352-FAC4-1BB1C5690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76D3A7-7D79-EF53-FA3B-94AEA9575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B2A442-8428-9416-4088-2C4F1E4D7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3CB861-DDA3-54C0-0C45-A2693E02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1076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EE960D-4017-377E-11A9-918F6ED3E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86612EA-C57F-8AB0-B494-3266037AD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159911-FAD8-2EA6-F660-FF38629BA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E7DFFC-3AB4-4661-A6FB-18DE4C0C8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BAD591-2A3B-95D3-601C-75F6A9F2C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1878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0B58B-8A0E-202E-FAC6-3CFACFCD3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67F8F6-7830-5509-DC41-C20E9A716F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24C45A-2DE4-17D6-FAC7-C9A0A560F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6CC17E-03BF-A281-8D5F-0A4929CCE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C60471-DEBE-2985-EC53-EB887777B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65922D-2B49-09AA-239B-CD5A376F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603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5D76BB-644F-27AA-04AD-2915480E8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E06E04-4CE5-4D1E-87BC-E69776C5F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1F93BC-E854-C6E3-E6C4-1C213032C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1AE16A3-BAC2-4ECF-0A6F-E7232A0D3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66ECF43-500E-8E4B-6664-D457057AE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1B0C695-5FB6-E0AB-A884-7FBB8D87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53F4C1-1694-5A40-C7C5-7976FB993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A954A9E-1C92-1045-EDFA-8B5C5A445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CDD69B-4808-A006-FF3C-675C5C667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00FE8-EA5F-4725-11CC-4CC25BBDB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C8A2115-50DC-F33B-55B0-C3C76E04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7327DF3-607F-8DD8-44F3-C5E567CF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14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7E95EB-40BD-1994-9B03-7F406B055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EC7FEBC-5D74-4B2A-34E8-390A3741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F99E1B-F05E-3DD8-D900-42ED3007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900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2A5873-C479-BEF7-29BB-0A1B8FAEC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2332FB-312B-7380-0C5F-29BCA2DA4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BCCA26-A5A6-FD22-3E50-4B9E2D4E7A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CF4788-67A3-F6EC-CBB4-B7B44E9EF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783442-841B-EF9D-6AD3-633B5E3E6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07A551-96DF-199B-C3E1-DCD4FBAA5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1230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811CE-0AC6-E0D7-C07F-30D52137E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3FAE0F-ED0D-7BDE-D8BD-A896B1D98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4DA235E-2E0B-103B-3E2B-7BD30B523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5F2931-C913-B29D-A611-DB122F532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E4E9CB-7CE8-DE38-14C8-DE3A72ABA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22641F-6457-F777-4D1C-DA4230E56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657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A91B62-5CBB-2018-9125-334069160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D58796-4036-54D8-23F8-A3BEBF7A95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6A848E-E777-CFA3-BF63-D4BB1B4F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CB7111-D56E-801E-3C80-FCAF8AECB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B54E31-6274-0BDB-B7D8-B20F3E8CD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87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464ECF-74CB-4071-5709-65BEA8451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0E5337-D1D6-BB09-1372-891976A50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8206C-5707-602A-4E34-3271790E4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4658D-AB79-5EC5-FFD1-59CA1A0F1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F4C5D7-27B2-B1C5-82A7-668D66A7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604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48CC314-93E2-F2AC-8A93-5BBC4C504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D77D6F-24EE-2305-31BE-0265408E7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06BFC5-21BD-29A3-78ED-8F0AB3FEF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776401-529C-4520-90C9-EC11B46F0E46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6AB89-FD6D-1A68-5491-D952177215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E0DCBB-57FB-B9E4-6DD5-78D3DC022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212D74-26B5-4FE8-B9EB-895A007E40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035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C01D0BBD-240B-5F77-66ED-E617D17A7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196451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91C32953-BF19-918F-2814-CC5DAE18E2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0823048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91855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E2F03DAA-6E0C-A894-F20D-DD3AFE043F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1041221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48FBA57C-0B47-6985-7A76-FD3A8F56E5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3755597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037581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自定义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2026-10-14T06:12:07Z</dcterms:created>
  <dcterms:modified xsi:type="dcterms:W3CDTF">2026-10-14T06:12:07Z</dcterms:modified>
</cp:coreProperties>
</file>