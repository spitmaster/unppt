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charts/chart3.xml" ContentType="application/vnd.openxmlformats-officedocument.drawingml.chart+xml"/>
  <Override PartName="/ppt/charts/style3.xml" ContentType="application/vnd.ms-office.chartstyle+xml"/>
  <Override PartName="/ppt/charts/colors3.xml" ContentType="application/vnd.ms-office.chartcolorstyl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4" d="100"/>
          <a:sy n="74" d="100"/>
        </p:scale>
        <p:origin x="426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.xlsx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_rels/chart3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2.xlsx"/><Relationship Id="rId2" Type="http://schemas.microsoft.com/office/2011/relationships/chartColorStyle" Target="colors3.xml"/><Relationship Id="rId1" Type="http://schemas.microsoft.com/office/2011/relationships/chartStyle" Target="style3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系列 1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cat>
            <c:strRef>
              <c:f>Sheet1!$A$2:$A$5</c:f>
              <c:strCache>
                <c:ptCount val="4"/>
                <c:pt idx="0">
                  <c:v>甲</c:v>
                </c:pt>
                <c:pt idx="1">
                  <c:v>乙</c:v>
                </c:pt>
                <c:pt idx="2">
                  <c:v>丙</c:v>
                </c:pt>
                <c:pt idx="3">
                  <c:v>丁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38</c:v>
                </c:pt>
                <c:pt idx="1">
                  <c:v>32.5</c:v>
                </c:pt>
                <c:pt idx="2">
                  <c:v>35</c:v>
                </c:pt>
                <c:pt idx="3">
                  <c:v>28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E4EF-4EE5-8FED-3575BBA0D5AE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1984666047"/>
        <c:axId val="1984666527"/>
      </c:barChart>
      <c:catAx>
        <c:axId val="1984666047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zh-CN"/>
          </a:p>
        </c:txPr>
        <c:crossAx val="1984666527"/>
        <c:crosses val="autoZero"/>
        <c:auto val="1"/>
        <c:lblAlgn val="ctr"/>
        <c:lblOffset val="100"/>
        <c:noMultiLvlLbl val="0"/>
      </c:catAx>
      <c:valAx>
        <c:axId val="1984666527"/>
        <c:scaling>
          <c:orientation val="minMax"/>
          <c:max val="40"/>
          <c:min val="25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zh-CN"/>
          </a:p>
        </c:txPr>
        <c:crossAx val="1984666047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zh-CN"/>
    </a:p>
  </c:txPr>
  <c:externalData r:id="rId3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系列 1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cat>
            <c:strRef>
              <c:f>Sheet1!$A$2:$A$5</c:f>
              <c:strCache>
                <c:ptCount val="4"/>
                <c:pt idx="0">
                  <c:v>甲</c:v>
                </c:pt>
                <c:pt idx="1">
                  <c:v>乙</c:v>
                </c:pt>
                <c:pt idx="2">
                  <c:v>丙</c:v>
                </c:pt>
                <c:pt idx="3">
                  <c:v>丁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16</c:v>
                </c:pt>
                <c:pt idx="1">
                  <c:v>10.5</c:v>
                </c:pt>
                <c:pt idx="2">
                  <c:v>13</c:v>
                </c:pt>
                <c:pt idx="3">
                  <c:v>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07D3-4076-A27D-7D6D34121749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2124995743"/>
        <c:axId val="2124998143"/>
      </c:barChart>
      <c:catAx>
        <c:axId val="2124995743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zh-CN"/>
          </a:p>
        </c:txPr>
        <c:crossAx val="2124998143"/>
        <c:crosses val="autoZero"/>
        <c:auto val="1"/>
        <c:lblAlgn val="ctr"/>
        <c:lblOffset val="100"/>
        <c:noMultiLvlLbl val="0"/>
      </c:catAx>
      <c:valAx>
        <c:axId val="2124998143"/>
        <c:scaling>
          <c:orientation val="minMax"/>
          <c:max val="18"/>
          <c:min val="3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zh-CN"/>
          </a:p>
        </c:txPr>
        <c:crossAx val="2124995743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zh-CN"/>
    </a:p>
  </c:txPr>
  <c:externalData r:id="rId3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系列 1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cat>
            <c:strRef>
              <c:f>Sheet1!$A$2:$A$5</c:f>
              <c:strCache>
                <c:ptCount val="4"/>
                <c:pt idx="0">
                  <c:v>甲</c:v>
                </c:pt>
                <c:pt idx="1">
                  <c:v>乙</c:v>
                </c:pt>
                <c:pt idx="2">
                  <c:v>丙</c:v>
                </c:pt>
                <c:pt idx="3">
                  <c:v>丁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</c:v>
                </c:pt>
                <c:pt idx="1">
                  <c:v>3.25</c:v>
                </c:pt>
                <c:pt idx="2">
                  <c:v>1</c:v>
                </c:pt>
                <c:pt idx="3">
                  <c:v>3.5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4B4D-4BF7-AD6E-BBE43DF49473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2124999103"/>
        <c:axId val="2125001503"/>
      </c:barChart>
      <c:catAx>
        <c:axId val="2124999103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zh-CN"/>
          </a:p>
        </c:txPr>
        <c:crossAx val="2125001503"/>
        <c:crosses val="autoZero"/>
        <c:auto val="1"/>
        <c:lblAlgn val="ctr"/>
        <c:lblOffset val="100"/>
        <c:noMultiLvlLbl val="0"/>
      </c:catAx>
      <c:valAx>
        <c:axId val="2125001503"/>
        <c:scaling>
          <c:orientation val="minMax"/>
          <c:max val="6"/>
          <c:min val="0.5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zh-CN"/>
          </a:p>
        </c:txPr>
        <c:crossAx val="2124999103"/>
        <c:crosses val="autoZero"/>
        <c:crossBetween val="between"/>
        <c:majorUnit val="1"/>
      </c:valAx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zh-CN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886E037-07B2-A870-84B4-5B42A731268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6C871EF8-6AC4-7088-8150-66BA22E67C6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1FF1C4FF-26EB-A03D-967F-EEEA0F7A47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A9D6C4-42BE-49D0-AA28-A7E0FA924756}" type="datetimeFigureOut">
              <a:rPr lang="zh-CN" altLang="en-US" smtClean="0"/>
              <a:t>2026/10/19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00F8C80-1323-92FE-286D-F6588F8EFD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1FC57BF5-6B3C-9F37-2321-21E4E0F087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0885D9-5166-40D4-A758-707E06C5AEC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2850609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D95CEE7-E2B9-25D7-AADE-CC6CF43282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47D516A-ACBA-73B7-BBBE-83C425EB1C5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18D251B4-022A-3D79-EDF0-CF504621AE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A9D6C4-42BE-49D0-AA28-A7E0FA924756}" type="datetimeFigureOut">
              <a:rPr lang="zh-CN" altLang="en-US" smtClean="0"/>
              <a:t>2026/10/19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5A2D08D-1FD2-2D18-27B1-6108DEB4B6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1B28CD89-D0E6-0C5D-35D9-05B438D41F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0885D9-5166-40D4-A758-707E06C5AEC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0989562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733E0A0-7222-2C2E-59A5-491F0463D6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42B07181-D21B-73A3-CB8A-390BC035816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807DFA92-40DE-90F4-69C4-DE85686115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A9D6C4-42BE-49D0-AA28-A7E0FA924756}" type="datetimeFigureOut">
              <a:rPr lang="zh-CN" altLang="en-US" smtClean="0"/>
              <a:t>2026/10/19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548971BD-C8A4-FF5C-33BF-1FBEF8492B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A801916-D581-F7A1-CA7D-F317CF17DE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0885D9-5166-40D4-A758-707E06C5AEC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8736147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AB60AB9-6A45-9561-1E93-0F6504A626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D529C4CF-D499-03EC-136B-88D73564E5D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032CBBE5-C8CD-3AC1-49AA-8268BD6CFE7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81C350F2-02BA-E750-F3F3-EFD52323E3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A9D6C4-42BE-49D0-AA28-A7E0FA924756}" type="datetimeFigureOut">
              <a:rPr lang="zh-CN" altLang="en-US" smtClean="0"/>
              <a:t>2026/10/19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0AF7BAF2-5131-9089-1737-FB7F1DA531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FE0B7004-F745-DF8A-C371-09D9B6BD24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0885D9-5166-40D4-A758-707E06C5AEC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7370946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8E70E0D-0D93-EC0E-D31C-83306C4026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D57ED388-22F6-A50E-2979-9AFE7696A8C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FA93E746-0BB5-0407-E25B-22E15E8FD21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72745B5E-A64D-D1E4-F9EA-4DC5F20CCD9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1BCD299C-1509-75FB-5084-BED14624BD8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F69FF7BD-739B-3E77-55EA-8EE874F1FC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A9D6C4-42BE-49D0-AA28-A7E0FA924756}" type="datetimeFigureOut">
              <a:rPr lang="zh-CN" altLang="en-US" smtClean="0"/>
              <a:t>2026/10/19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1F569E79-9800-8A29-FA7C-10DAAF358B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64C1E6C8-4009-C20D-E5F7-C9A6C14A8D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0885D9-5166-40D4-A758-707E06C5AEC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3980156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6984B71-1E4A-7A42-F773-7FF089AA6D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25E3CC8C-017C-EB6B-1F41-94E982F64C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A9D6C4-42BE-49D0-AA28-A7E0FA924756}" type="datetimeFigureOut">
              <a:rPr lang="zh-CN" altLang="en-US" smtClean="0"/>
              <a:t>2026/10/19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510C7531-B1E9-4917-C448-E8A93C8E7C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1ADDA913-EDF6-5D41-4772-768CE46037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0885D9-5166-40D4-A758-707E06C5AEC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100455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EF974A00-1EB4-0D76-81C4-41AAC7B985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A9D6C4-42BE-49D0-AA28-A7E0FA924756}" type="datetimeFigureOut">
              <a:rPr lang="zh-CN" altLang="en-US" smtClean="0"/>
              <a:t>2026/10/19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70F0F931-3F5E-F53F-88BB-6039EA1F59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2799BEA5-CE37-322E-8BC8-D8E65F42D3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0885D9-5166-40D4-A758-707E06C5AEC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9841616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0C70A79-63B6-3494-6BD1-838FA0A24B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1EBF5E42-F69A-2338-E427-316D99DC766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38249624-C403-FA08-9CE7-89FD8F8FDFD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9B20DB2A-882F-CD8A-94E9-F6D0A179BC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A9D6C4-42BE-49D0-AA28-A7E0FA924756}" type="datetimeFigureOut">
              <a:rPr lang="zh-CN" altLang="en-US" smtClean="0"/>
              <a:t>2026/10/19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F7D0B7EF-2285-6E06-1C7D-F6CD59FDE3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B503F0E4-18EF-B3FC-F6ED-5B8F23DEE9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0885D9-5166-40D4-A758-707E06C5AEC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7440341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B3149EA-9C79-0AF5-3104-FB4ECE131E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90C944EF-8A8D-61F8-BA1E-D76D6BA8C0C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AC5492D7-693A-5189-6D01-548CB066A12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0BD6B300-0A06-A610-9BA2-E1F73EF363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A9D6C4-42BE-49D0-AA28-A7E0FA924756}" type="datetimeFigureOut">
              <a:rPr lang="zh-CN" altLang="en-US" smtClean="0"/>
              <a:t>2026/10/19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6EE94194-279F-AE71-ED27-1B8EE97DC5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4AEEADA6-753D-CEF4-ADB5-C1B14577CF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0885D9-5166-40D4-A758-707E06C5AEC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8810725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8139D64-96D6-97D4-A0C6-3D2EC19554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F04A8BBB-8527-B1D4-2DF3-30A53B2E072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B9795D9D-AABD-2F33-EBC7-DDF007BA46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A9D6C4-42BE-49D0-AA28-A7E0FA924756}" type="datetimeFigureOut">
              <a:rPr lang="zh-CN" altLang="en-US" smtClean="0"/>
              <a:t>2026/10/19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A0AE074-9016-1F69-F32D-0E79224C69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A28A5EB-5C6C-5DFB-2801-060FE63019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0885D9-5166-40D4-A758-707E06C5AEC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5080213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FB483102-D3B0-86DD-7C29-2E70DCF00A6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9493C3F3-D648-B420-3F97-8A4A028F662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78D7B0FC-5AE8-676D-3A1D-47260A9CED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A9D6C4-42BE-49D0-AA28-A7E0FA924756}" type="datetimeFigureOut">
              <a:rPr lang="zh-CN" altLang="en-US" smtClean="0"/>
              <a:t>2026/10/19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AF9639B-1E9C-28A4-C4DD-380D7C45EA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07DADB7-016F-7E8F-C0C6-D6F5EA3AC2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0885D9-5166-40D4-A758-707E06C5AEC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2957588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0F73F519-6F4F-9D79-C82D-388C447BEA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9CF60624-3525-F5CA-3A43-A87D5EC37A3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2996CB2-AF45-B7B7-8F5E-2B3E5D16C96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7A9D6C4-42BE-49D0-AA28-A7E0FA924756}" type="datetimeFigureOut">
              <a:rPr lang="zh-CN" altLang="en-US" smtClean="0"/>
              <a:t>2026/10/19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7156CB7-9197-A577-6215-383F7048CB6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AE0F4F4-C0CA-160A-974C-4434A8E1876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00885D9-5166-40D4-A758-707E06C5AEC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9729485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7.xml"/><Relationship Id="rId4" Type="http://schemas.openxmlformats.org/officeDocument/2006/relationships/chart" Target="../charts/char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图表 1">
            <a:extLst>
              <a:ext uri="{FF2B5EF4-FFF2-40B4-BE49-F238E27FC236}">
                <a16:creationId xmlns:a16="http://schemas.microsoft.com/office/drawing/2014/main" id="{940E6D6E-7988-C65A-9DCB-7C13E2168A94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034185809"/>
              </p:ext>
            </p:extLst>
          </p:nvPr>
        </p:nvGraphicFramePr>
        <p:xfrm>
          <a:off x="127000" y="762000"/>
          <a:ext cx="3810000" cy="3810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3" name="图表 2">
            <a:extLst>
              <a:ext uri="{FF2B5EF4-FFF2-40B4-BE49-F238E27FC236}">
                <a16:creationId xmlns:a16="http://schemas.microsoft.com/office/drawing/2014/main" id="{C9A92DEB-DECC-046A-E8F7-12B655CEB56C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118306456"/>
              </p:ext>
            </p:extLst>
          </p:nvPr>
        </p:nvGraphicFramePr>
        <p:xfrm>
          <a:off x="4127500" y="762000"/>
          <a:ext cx="3810000" cy="3810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4" name="图表 3">
            <a:extLst>
              <a:ext uri="{FF2B5EF4-FFF2-40B4-BE49-F238E27FC236}">
                <a16:creationId xmlns:a16="http://schemas.microsoft.com/office/drawing/2014/main" id="{EC6440AC-0CC6-2FAA-53CC-A088DCEDAAAB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567256982"/>
              </p:ext>
            </p:extLst>
          </p:nvPr>
        </p:nvGraphicFramePr>
        <p:xfrm>
          <a:off x="8128000" y="762000"/>
          <a:ext cx="3810000" cy="3810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</p:spTree>
    <p:extLst>
      <p:ext uri="{BB962C8B-B14F-4D97-AF65-F5344CB8AC3E}">
        <p14:creationId xmlns:p14="http://schemas.microsoft.com/office/powerpoint/2010/main" val="211094807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自定义</PresentationFormat>
  <Paragraphs>0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5" baseType="lpstr">
      <vt:lpstr>等线</vt:lpstr>
      <vt:lpstr>等线 Light</vt:lpstr>
      <vt:lpstr>Arial</vt:lpstr>
      <vt:lpstr>Office 主题​​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yijin zhou</dc:creator>
  <cp:lastModifiedBy>yijin zhou</cp:lastModifiedBy>
  <cp:revision>1</cp:revision>
  <dcterms:created xsi:type="dcterms:W3CDTF">2026-10-19T04:40:27Z</dcterms:created>
  <dcterms:modified xsi:type="dcterms:W3CDTF">2026-10-19T04:40:27Z</dcterms:modified>
</cp:coreProperties>
</file>