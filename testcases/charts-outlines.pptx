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rgbClr val="000000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57-46C5-B80A-A28230D0C8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 w="9525">
              <a:solidFill>
                <a:srgbClr val="000000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57-46C5-B80A-A28230D0C8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 w="9525">
              <a:solidFill>
                <a:srgbClr val="000000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57-46C5-B80A-A28230D0C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8190992"/>
        <c:axId val="1888188592"/>
      </c:barChart>
      <c:catAx>
        <c:axId val="1888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88592"/>
        <c:crosses val="autoZero"/>
        <c:auto val="1"/>
        <c:lblAlgn val="ctr"/>
        <c:lblOffset val="100"/>
        <c:noMultiLvlLbl val="0"/>
      </c:catAx>
      <c:valAx>
        <c:axId val="1888188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8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 w="31750">
              <a:solidFill>
                <a:srgbClr val="C81E1E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4-492F-8487-FEF670F164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 w="31750">
              <a:solidFill>
                <a:srgbClr val="1E1EC8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B4-492F-8487-FEF670F164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B4-492F-8487-FEF670F16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4996559"/>
        <c:axId val="24998479"/>
      </c:barChart>
      <c:catAx>
        <c:axId val="249965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998479"/>
        <c:crosses val="autoZero"/>
        <c:auto val="1"/>
        <c:lblAlgn val="ctr"/>
        <c:lblOffset val="100"/>
        <c:noMultiLvlLbl val="0"/>
      </c:catAx>
      <c:valAx>
        <c:axId val="249984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996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solidFill>
                <a:srgbClr val="404040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rgbClr val="404040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rgbClr val="404040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rgbClr val="404040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rgbClr val="404040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A-4145-8AAB-0FBBC4E91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156082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156082"/>
              </a:solidFill>
              <a:ln w="19050"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prstClr val="white"/>
                    </a:solidFill>
                  </a14:hiddenLine>
                </a:ext>
              </a:extLst>
            </c:spPr>
          </c:dPt>
          <c:dPt>
            <c:idx val="1"/>
            <c:bubble3D val="0"/>
            <c:spPr>
              <a:solidFill>
                <a:srgbClr val="156082"/>
              </a:solidFill>
              <a:ln w="19050"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prstClr val="white"/>
                    </a:solidFill>
                  </a14:hiddenLine>
                </a:ext>
              </a:extLst>
            </c:spPr>
          </c:dPt>
          <c:dPt>
            <c:idx val="2"/>
            <c:bubble3D val="0"/>
            <c:spPr>
              <a:solidFill>
                <a:srgbClr val="156082"/>
              </a:solidFill>
              <a:ln w="19050"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prstClr val="white"/>
                    </a:solidFill>
                  </a14:hiddenLine>
                </a:ext>
              </a:extLst>
            </c:spPr>
          </c:dPt>
          <c:dPt>
            <c:idx val="3"/>
            <c:bubble3D val="0"/>
            <c:spPr>
              <a:solidFill>
                <a:srgbClr val="156082"/>
              </a:solidFill>
              <a:ln w="19050"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prstClr val="white"/>
                    </a:solidFill>
                  </a14:hiddenLine>
                </a:ext>
              </a:extLst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CB-4946-B360-E8E888D743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4BE05-FD55-163D-B9EE-C18AF604E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CB8714-09EA-135E-4381-2CE8FEEF0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67F594-66B7-5B34-DD54-0F3D8F53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02AC5-018A-B6BC-6677-36D02C84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BF4CDA-E0EF-1D8A-9DA6-FAD11769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03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B924D-BED1-BC64-7FCB-A86E038D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D28D4-E6E5-8BD5-77C4-6B931CFC6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6F228-A1FB-A346-B1C1-49A5FC90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1F38A5-C6AD-A42E-D670-43F7DB69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9F6C05-6A44-B0A5-4481-B9F91536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8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8C71E-7F81-3507-A95C-D7755EACF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3C8F9B-B2CC-FFA0-8247-683007837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85503-2654-65F8-3BF2-ED5FC80C5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84C7A1-CE32-8335-3FC0-9825A57A8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AA4274-4E8F-1C51-FB92-CC80BC31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59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1972F-D8C6-8F8B-B73A-C63581D7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46551-C86C-B150-9E92-78134C0B4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B19531-DE66-8C76-9BD1-CA2196432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9B26E0-5706-A820-F2D4-52698180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1AB21-6BEF-5C88-487F-7149AAF7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14F10B-C945-9614-B9DB-091E566C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12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3B8B5-D687-1DEC-2BAC-C4D93618C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B2A98E-19E5-3210-76BE-279840227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5B1BCC-EECF-4C24-80C3-0CDEE7137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9AF34C-7C43-48BD-2FA2-34BA6A763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F1FA83-A5A2-FF2B-EE12-B536A4288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E02B0B-B45D-3A3D-2701-4660E61E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3CB568-BF7E-C6EF-780E-E2ED51D6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EBF692-43A4-48E1-6BBE-BAC6F38FC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59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8EB8F-77F0-D694-DB1A-483AB403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FE49F9-A7A1-2AC7-7C12-0DB401E8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8A49C5-26E0-C76F-F694-655D8734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4A3B1A-3FC8-90B5-D02C-6F1F499E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69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4AF25C-D907-79E9-4256-93E3D69BF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8DC077-8EA0-D8CE-BA4D-03CE4F690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96059A-29FD-EB95-CD37-205F3B36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90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D9260-1992-DDEB-BED2-D4E892681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EF887-94EA-49C4-C9BB-B9F55BCDF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B1E724-BAA9-016B-02DA-1FBDEBF04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58EDF-885F-BD2F-3F40-EF25D014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83CAA8-3FD1-C7CE-4101-64D6851E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3C6934-CA80-2D18-24FA-4F5443B3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71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5ABD3-FF25-EC94-BF08-DFDD7139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26E70C-B405-61B2-0DBF-6CDDACF84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CB9E5-D60C-83F5-30E1-32559DBFF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F11F-6502-F7EF-F36D-275428300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E338E3-5398-06AB-9BFE-DF516007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A41759-C802-14F0-3930-D2C8495F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95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0EDE7-6E86-8CCD-33DB-B580DC4E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F9298F-A79F-2D6A-211C-E615F8F27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B37A0C-5E0D-9312-EBD8-59EA241FC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65B6C-8023-B476-0994-559DF4A6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A76C29-C239-9451-AB33-6D4633E1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1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052DA6-58A0-2742-C694-DF4FB8863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202B4B-C61D-2BDD-8881-22E201D37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BBEB7-33A3-D2F9-DA59-69F1603E3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55361E-0032-E9B7-4139-773653DA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B6771-D968-17BE-0678-9FC24C68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06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B1B03A-C1C3-2899-D740-F0DE0EE0F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EA13A7-AAD2-2AA0-0C8A-11E711631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D8D71-598D-04EE-598C-E28994A447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9524A-D812-4551-9A7A-78922669951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7B4932-FD28-0B19-4CA5-8668FA3F7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4D46E0-FF61-7B80-53FD-82C3A1D38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EB326-0151-4A63-B703-ECD85848A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94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ABA31B2-5DA3-BBB6-4007-5FAE807AE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075380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F803AAD-7480-5014-8DED-9ED117DA7B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0738813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840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0C36A541-C8DF-506A-4846-FFAB23AF19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2192044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C3215B75-AF33-23CE-44CD-27753B9841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3072387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95978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2026-10-13T21:36:16Z</dcterms:created>
  <dcterms:modified xsi:type="dcterms:W3CDTF">2026-10-13T21:36:16Z</dcterms:modified>
</cp:coreProperties>
</file>