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91157-BF53-F91C-FF8A-00113FDB8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C162510-37E7-5468-EF6E-52864965B8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E5D34A-8100-25BB-F234-EC45D5288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B3499-EEB4-4450-8609-5119670384C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4A34FF-F4ED-AD78-9998-DD4679C46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6D3C7B-AEF1-6A99-FE73-BB3682AB8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F8B4-D290-4386-8D2E-B865E90B05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240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452ABB-CA92-2779-5E8D-ECE5067F5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49F24C-FC30-E38D-1933-470101DCA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D0E00E-E7FD-207F-B17C-C8BF064A5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B3499-EEB4-4450-8609-5119670384C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3AA698-CF92-57EE-AC42-DC5E6FC9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479513-48B0-5E22-1365-401285BD1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F8B4-D290-4386-8D2E-B865E90B05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000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E00CD8-83AA-4817-8B2C-09FF5AB12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AC0F78-1EF6-96ED-F2AA-CEB6B5B08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E7F1A3-3DEF-E2F3-6D87-066F27F71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B3499-EEB4-4450-8609-5119670384C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37168A-14FA-F650-7183-2EFF404E1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21EF52-B5F3-4A2A-9BFD-95F4860D7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F8B4-D290-4386-8D2E-B865E90B05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490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55A970-7AA9-B913-7591-537486A9E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6CDBE4-AD72-9AF4-6DD7-23751FE9C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1A3242-37EF-27BC-083B-352DD83FE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AC81B2-7683-AEAC-1326-F60CA4D10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B3499-EEB4-4450-8609-5119670384C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678724-98A2-14A2-8D09-FEE66F50C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0E9633-5B01-AF52-1C26-AE7095BFA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F8B4-D290-4386-8D2E-B865E90B05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323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63C871-CFA2-E1A4-51E8-37B81D67D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9ECE9F-C222-B993-4A79-7B8788811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4E918D-B1B1-6328-8132-E380BB2B6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271288A-9A0A-FCF1-17A0-C27E16E24E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D953FC2-3310-8B1B-4F98-D33435D04A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3D0AA0-42DE-85A0-8EF0-FD985CC63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B3499-EEB4-4450-8609-5119670384C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3A32FE0-3C9B-940A-2D66-DAD09EADA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DE2301D-4619-2034-862B-3C0356513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F8B4-D290-4386-8D2E-B865E90B05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326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B84C16-1C52-50AC-B600-9A12C8FF3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4E9D35-2EF8-3B42-6404-40BDE568D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B3499-EEB4-4450-8609-5119670384C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F41BB1C-C512-4BAD-F353-5080FC84D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27011A-79C7-887B-CED1-E76A6124A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F8B4-D290-4386-8D2E-B865E90B05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94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5A253F0-AE08-534C-E8A1-26EEE264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B3499-EEB4-4450-8609-5119670384C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2C8686-4802-088D-FA05-D8D88CB12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E30BEE-6EDC-0241-9F77-0DACB1873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F8B4-D290-4386-8D2E-B865E90B05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132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2A7AC-0D45-6181-C9FB-1862571EA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437952-C8AE-5B20-B8D6-0E0ECA8FE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46C396-83A8-9E78-C003-785BA3A21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B3E423-CC7A-7890-D874-B3B1603A1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B3499-EEB4-4450-8609-5119670384C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0F9332-4831-EC1E-720B-523FFBE8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CF9490-7A86-0727-980A-FDD89CAF6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F8B4-D290-4386-8D2E-B865E90B05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455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5FAB4-08DD-C87C-A0D8-12B4555A7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EB7730-4C3F-FB45-3F1C-19A9907D6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684321-1F74-7115-56CA-6D2A2A084F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C0CAEB-0EEF-D83E-31C8-2EA2393D0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B3499-EEB4-4450-8609-5119670384C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E2B3F5-D9A8-FF9A-4D05-EC8A1C220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B6B5E2-8337-C4FD-DC18-A3E02E90B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F8B4-D290-4386-8D2E-B865E90B05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721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5F6D8B-3333-7F57-6FEA-07860A1A5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0D98A6-F1F1-C06E-E5B0-63DEA77E4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33A52A-5B7A-A9AF-34DA-CF527A017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B3499-EEB4-4450-8609-5119670384C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547E97-0203-2DA5-8506-948795EF3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96DB33-3CE1-D873-DE1F-2EA3D3FA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F8B4-D290-4386-8D2E-B865E90B05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672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5AF1532-EC02-DD88-BD48-DAA2887A3D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32F8AA-9466-9E11-D564-0A6291F96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942E86-63C2-443D-0EA6-FA40C0FA5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B3499-EEB4-4450-8609-5119670384C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49B0C3-E361-57FE-9A5A-35903EC49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D8BE6F-D55E-5D5B-17F3-7CE18108B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F8B4-D290-4386-8D2E-B865E90B05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224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E20A6C7-CC79-55FA-BBC6-4140CFFD4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47C424-A044-76CA-7A65-5C9781714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EE37BE-8D9A-C35A-02F6-221C7C3DD8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EB3499-EEB4-4450-8609-5119670384C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1CC5EC-7F79-B415-2660-9C3778FD8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B3D790-6664-3F78-CAF4-AE41815C7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D5F8B4-D290-4386-8D2E-B865E90B05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179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000D0B3-6C5B-E70E-DDCE-973781F272A3}"/>
              </a:ext>
            </a:extLst>
          </p:cNvPr>
          <p:cNvSpPr/>
          <p:nvPr/>
        </p:nvSpPr>
        <p:spPr>
          <a:xfrm>
            <a:off x="381000" y="381000"/>
            <a:ext cx="2540000" cy="2540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1F3864"/>
              </a:gs>
            </a:gsLst>
            <a:path path="circle">
              <a:fillToRect l="50000" t="50000" r="50000" b="5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1CB236-7B21-FBC0-09F7-1F0B305770E9}"/>
              </a:ext>
            </a:extLst>
          </p:cNvPr>
          <p:cNvSpPr/>
          <p:nvPr/>
        </p:nvSpPr>
        <p:spPr>
          <a:xfrm>
            <a:off x="3302000" y="381000"/>
            <a:ext cx="5080000" cy="2540000"/>
          </a:xfrm>
          <a:prstGeom prst="rect">
            <a:avLst/>
          </a:prstGeom>
          <a:gradFill rotWithShape="1">
            <a:gsLst>
              <a:gs pos="0">
                <a:srgbClr val="FFF2CC"/>
              </a:gs>
              <a:gs pos="100000">
                <a:srgbClr val="C55A11"/>
              </a:gs>
            </a:gsLst>
            <a:path path="circle">
              <a:fillToRect l="50000" t="50000" r="50000" b="5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7B2ABD-0976-EC27-1E04-8531DCF3A067}"/>
              </a:ext>
            </a:extLst>
          </p:cNvPr>
          <p:cNvSpPr/>
          <p:nvPr/>
        </p:nvSpPr>
        <p:spPr>
          <a:xfrm>
            <a:off x="8890000" y="381000"/>
            <a:ext cx="2540000" cy="2540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1F3864"/>
              </a:gs>
            </a:gsLst>
            <a:path path="circle">
              <a:fillToRect l="50000" r="50000" b="10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918024-A0CB-DDC3-41D6-1B49357AB5B3}"/>
              </a:ext>
            </a:extLst>
          </p:cNvPr>
          <p:cNvSpPr/>
          <p:nvPr/>
        </p:nvSpPr>
        <p:spPr>
          <a:xfrm>
            <a:off x="381000" y="3556000"/>
            <a:ext cx="2540000" cy="2540000"/>
          </a:xfrm>
          <a:prstGeom prst="rect">
            <a:avLst/>
          </a:prstGeom>
          <a:gradFill rotWithShape="1">
            <a:gsLst>
              <a:gs pos="0">
                <a:srgbClr val="E2F0D9"/>
              </a:gs>
              <a:gs pos="100000">
                <a:srgbClr val="385723"/>
              </a:gs>
            </a:gsLst>
            <a:path path="circle">
              <a:fillToRect r="100000" b="10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812696-3846-A284-B2B6-DB2E92AFA748}"/>
              </a:ext>
            </a:extLst>
          </p:cNvPr>
          <p:cNvSpPr/>
          <p:nvPr/>
        </p:nvSpPr>
        <p:spPr>
          <a:xfrm>
            <a:off x="3302000" y="3556000"/>
            <a:ext cx="5080000" cy="2540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A6A6A6"/>
              </a:gs>
            </a:gsLst>
            <a:path path="circle">
              <a:fillToRect l="43000" r="43000" b="10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222DA0-66D2-C108-0767-E06C0084EE2A}"/>
              </a:ext>
            </a:extLst>
          </p:cNvPr>
          <p:cNvSpPr/>
          <p:nvPr/>
        </p:nvSpPr>
        <p:spPr>
          <a:xfrm>
            <a:off x="8890000" y="3556000"/>
            <a:ext cx="2540000" cy="2540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0000">
                <a:srgbClr val="9DC3E6"/>
              </a:gs>
              <a:gs pos="100000">
                <a:srgbClr val="1F4E79"/>
              </a:gs>
            </a:gsLst>
            <a:path path="circle">
              <a:fillToRect l="100000" t="10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636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2026-10-13T08:03:07Z</dcterms:created>
  <dcterms:modified xsi:type="dcterms:W3CDTF">2026-10-13T08:03:07Z</dcterms:modified>
</cp:coreProperties>
</file>