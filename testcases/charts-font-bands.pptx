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/>
              <a:t>数量统计 </a:t>
            </a:r>
            <a:r>
              <a:rPr lang="en-US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0-4B91-9C2B-98217F2DA0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00-4B91-9C2B-98217F2DA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2219872"/>
        <c:axId val="642213632"/>
      </c:barChart>
      <c:catAx>
        <c:axId val="642219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zh-CN"/>
          </a:p>
        </c:txPr>
        <c:crossAx val="642213632"/>
        <c:crosses val="autoZero"/>
        <c:auto val="1"/>
        <c:lblAlgn val="ctr"/>
        <c:lblOffset val="100"/>
        <c:noMultiLvlLbl val="0"/>
      </c:catAx>
      <c:valAx>
        <c:axId val="642213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zh-CN"/>
          </a:p>
        </c:txPr>
        <c:crossAx val="64221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等线" panose="02010600030101010101" pitchFamily="2" charset="-122"/>
          <a:ea typeface="等线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/>
              <a:t>数量统计 </a:t>
            </a:r>
            <a:r>
              <a:rPr lang="en-US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5-43DE-B861-AC14A5115B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5-43DE-B861-AC14A5115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8812496"/>
        <c:axId val="638813456"/>
      </c:barChart>
      <c:catAx>
        <c:axId val="63881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38813456"/>
        <c:crosses val="autoZero"/>
        <c:auto val="1"/>
        <c:lblAlgn val="ctr"/>
        <c:lblOffset val="100"/>
        <c:noMultiLvlLbl val="0"/>
      </c:catAx>
      <c:valAx>
        <c:axId val="63881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3881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pPr>
            <a:r>
              <a:rPr lang="zh-CN"/>
              <a:t>数量统计 </a:t>
            </a:r>
            <a:r>
              <a:rPr lang="en-US"/>
              <a:t>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CA-438B-A836-17769A9668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CA-438B-A836-17769A966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038416"/>
        <c:axId val="792043696"/>
      </c:barChart>
      <c:catAx>
        <c:axId val="79203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pPr>
            <a:endParaRPr lang="zh-CN"/>
          </a:p>
        </c:txPr>
        <c:crossAx val="792043696"/>
        <c:crosses val="autoZero"/>
        <c:auto val="1"/>
        <c:lblAlgn val="ctr"/>
        <c:lblOffset val="100"/>
        <c:noMultiLvlLbl val="0"/>
      </c:catAx>
      <c:valAx>
        <c:axId val="792043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pPr>
            <a:endParaRPr lang="zh-CN"/>
          </a:p>
        </c:txPr>
        <c:crossAx val="79203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宋体" panose="02010600030101010101" pitchFamily="2" charset="-122"/>
          <a:ea typeface="宋体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pPr>
            <a:r>
              <a:rPr lang="en-US"/>
              <a:t>Sales 2468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12-40AB-BB8C-9844478BEE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甲类</c:v>
                </c:pt>
                <c:pt idx="1">
                  <c:v>乙类</c:v>
                </c:pt>
                <c:pt idx="2">
                  <c:v>丙类</c:v>
                </c:pt>
                <c:pt idx="3">
                  <c:v>丁类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12-40AB-BB8C-9844478BEE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8824016"/>
        <c:axId val="638821616"/>
      </c:barChart>
      <c:catAx>
        <c:axId val="638824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38821616"/>
        <c:crosses val="autoZero"/>
        <c:auto val="1"/>
        <c:lblAlgn val="ctr"/>
        <c:lblOffset val="100"/>
        <c:noMultiLvlLbl val="0"/>
      </c:catAx>
      <c:valAx>
        <c:axId val="638821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3882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r>
              <a:rPr lang="zh-CN"/>
              <a:t>数量统计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甲类项目</c:v>
                </c:pt>
                <c:pt idx="1">
                  <c:v>乙类项目</c:v>
                </c:pt>
                <c:pt idx="2">
                  <c:v>丙类项目</c:v>
                </c:pt>
                <c:pt idx="3">
                  <c:v>丁类项目</c:v>
                </c:pt>
                <c:pt idx="4">
                  <c:v>戊类项目</c:v>
                </c:pt>
                <c:pt idx="5">
                  <c:v>己类项目</c:v>
                </c:pt>
                <c:pt idx="6">
                  <c:v>庚类项目</c:v>
                </c:pt>
                <c:pt idx="7">
                  <c:v>辛类项目</c:v>
                </c:pt>
                <c:pt idx="8">
                  <c:v>壬类项目</c:v>
                </c:pt>
                <c:pt idx="9">
                  <c:v>癸类项目</c:v>
                </c:pt>
                <c:pt idx="10">
                  <c:v>子类项目</c:v>
                </c:pt>
                <c:pt idx="11">
                  <c:v>丑类项目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  <c:pt idx="4">
                  <c:v>308</c:v>
                </c:pt>
                <c:pt idx="5">
                  <c:v>205</c:v>
                </c:pt>
                <c:pt idx="6">
                  <c:v>302</c:v>
                </c:pt>
                <c:pt idx="7">
                  <c:v>199</c:v>
                </c:pt>
                <c:pt idx="8">
                  <c:v>296</c:v>
                </c:pt>
                <c:pt idx="9">
                  <c:v>193</c:v>
                </c:pt>
                <c:pt idx="10">
                  <c:v>290</c:v>
                </c:pt>
                <c:pt idx="11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23-460F-91F6-CF403F781A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甲类项目</c:v>
                </c:pt>
                <c:pt idx="1">
                  <c:v>乙类项目</c:v>
                </c:pt>
                <c:pt idx="2">
                  <c:v>丙类项目</c:v>
                </c:pt>
                <c:pt idx="3">
                  <c:v>丁类项目</c:v>
                </c:pt>
                <c:pt idx="4">
                  <c:v>戊类项目</c:v>
                </c:pt>
                <c:pt idx="5">
                  <c:v>己类项目</c:v>
                </c:pt>
                <c:pt idx="6">
                  <c:v>庚类项目</c:v>
                </c:pt>
                <c:pt idx="7">
                  <c:v>辛类项目</c:v>
                </c:pt>
                <c:pt idx="8">
                  <c:v>壬类项目</c:v>
                </c:pt>
                <c:pt idx="9">
                  <c:v>癸类项目</c:v>
                </c:pt>
                <c:pt idx="10">
                  <c:v>子类项目</c:v>
                </c:pt>
                <c:pt idx="11">
                  <c:v>丑类项目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  <c:pt idx="4">
                  <c:v>104</c:v>
                </c:pt>
                <c:pt idx="5">
                  <c:v>165</c:v>
                </c:pt>
                <c:pt idx="6">
                  <c:v>226</c:v>
                </c:pt>
                <c:pt idx="7">
                  <c:v>287</c:v>
                </c:pt>
                <c:pt idx="8">
                  <c:v>118</c:v>
                </c:pt>
                <c:pt idx="9">
                  <c:v>179</c:v>
                </c:pt>
                <c:pt idx="10">
                  <c:v>240</c:v>
                </c:pt>
                <c:pt idx="11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23-460F-91F6-CF403F781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047536"/>
        <c:axId val="792048016"/>
      </c:barChart>
      <c:catAx>
        <c:axId val="792047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zh-CN"/>
          </a:p>
        </c:txPr>
        <c:crossAx val="792048016"/>
        <c:crosses val="autoZero"/>
        <c:auto val="1"/>
        <c:lblAlgn val="ctr"/>
        <c:lblOffset val="100"/>
        <c:noMultiLvlLbl val="0"/>
      </c:catAx>
      <c:valAx>
        <c:axId val="792048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pPr>
            <a:endParaRPr lang="zh-CN"/>
          </a:p>
        </c:txPr>
        <c:crossAx val="792047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等线" panose="02010600030101010101" pitchFamily="2" charset="-122"/>
          <a:ea typeface="等线" panose="02010600030101010101" pitchFamily="2" charset="-122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/>
              <a:t>数量统计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甲类项目</c:v>
                </c:pt>
                <c:pt idx="1">
                  <c:v>乙类项目</c:v>
                </c:pt>
                <c:pt idx="2">
                  <c:v>丙类项目</c:v>
                </c:pt>
                <c:pt idx="3">
                  <c:v>丁类项目</c:v>
                </c:pt>
                <c:pt idx="4">
                  <c:v>戊类项目</c:v>
                </c:pt>
                <c:pt idx="5">
                  <c:v>己类项目</c:v>
                </c:pt>
                <c:pt idx="6">
                  <c:v>庚类项目</c:v>
                </c:pt>
                <c:pt idx="7">
                  <c:v>辛类项目</c:v>
                </c:pt>
                <c:pt idx="8">
                  <c:v>壬类项目</c:v>
                </c:pt>
                <c:pt idx="9">
                  <c:v>癸类项目</c:v>
                </c:pt>
                <c:pt idx="10">
                  <c:v>子类项目</c:v>
                </c:pt>
                <c:pt idx="11">
                  <c:v>丑类项目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217</c:v>
                </c:pt>
                <c:pt idx="2">
                  <c:v>314</c:v>
                </c:pt>
                <c:pt idx="3">
                  <c:v>211</c:v>
                </c:pt>
                <c:pt idx="4">
                  <c:v>308</c:v>
                </c:pt>
                <c:pt idx="5">
                  <c:v>205</c:v>
                </c:pt>
                <c:pt idx="6">
                  <c:v>302</c:v>
                </c:pt>
                <c:pt idx="7">
                  <c:v>199</c:v>
                </c:pt>
                <c:pt idx="8">
                  <c:v>296</c:v>
                </c:pt>
                <c:pt idx="9">
                  <c:v>193</c:v>
                </c:pt>
                <c:pt idx="10">
                  <c:v>290</c:v>
                </c:pt>
                <c:pt idx="11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B4-4A59-9948-9306DAE9FA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甲类项目</c:v>
                </c:pt>
                <c:pt idx="1">
                  <c:v>乙类项目</c:v>
                </c:pt>
                <c:pt idx="2">
                  <c:v>丙类项目</c:v>
                </c:pt>
                <c:pt idx="3">
                  <c:v>丁类项目</c:v>
                </c:pt>
                <c:pt idx="4">
                  <c:v>戊类项目</c:v>
                </c:pt>
                <c:pt idx="5">
                  <c:v>己类项目</c:v>
                </c:pt>
                <c:pt idx="6">
                  <c:v>庚类项目</c:v>
                </c:pt>
                <c:pt idx="7">
                  <c:v>辛类项目</c:v>
                </c:pt>
                <c:pt idx="8">
                  <c:v>壬类项目</c:v>
                </c:pt>
                <c:pt idx="9">
                  <c:v>癸类项目</c:v>
                </c:pt>
                <c:pt idx="10">
                  <c:v>子类项目</c:v>
                </c:pt>
                <c:pt idx="11">
                  <c:v>丑类项目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151</c:v>
                </c:pt>
                <c:pt idx="2">
                  <c:v>212</c:v>
                </c:pt>
                <c:pt idx="3">
                  <c:v>273</c:v>
                </c:pt>
                <c:pt idx="4">
                  <c:v>104</c:v>
                </c:pt>
                <c:pt idx="5">
                  <c:v>165</c:v>
                </c:pt>
                <c:pt idx="6">
                  <c:v>226</c:v>
                </c:pt>
                <c:pt idx="7">
                  <c:v>287</c:v>
                </c:pt>
                <c:pt idx="8">
                  <c:v>118</c:v>
                </c:pt>
                <c:pt idx="9">
                  <c:v>179</c:v>
                </c:pt>
                <c:pt idx="10">
                  <c:v>240</c:v>
                </c:pt>
                <c:pt idx="11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B4-4A59-9948-9306DAE9FA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2051856"/>
        <c:axId val="792042736"/>
      </c:barChart>
      <c:catAx>
        <c:axId val="79205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792042736"/>
        <c:crosses val="autoZero"/>
        <c:auto val="1"/>
        <c:lblAlgn val="ctr"/>
        <c:lblOffset val="100"/>
        <c:noMultiLvlLbl val="0"/>
      </c:catAx>
      <c:valAx>
        <c:axId val="792042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79205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F5DA5-E584-A96C-D4FE-298A2FBB8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A1A9B6-4CC1-3DD0-87B2-BDA686FAC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6A4D90-C73B-31C5-E9AA-91A556A70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A42A95-3933-5D39-EDF3-69A1CE4B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915A1-9C6D-8846-7800-1E06DDC5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9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195DD-4862-F2D7-1FE2-97A729ED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966BC9-71F1-F6CF-88C6-01A2450A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69E1E9-F107-D7C9-1784-63CFF86B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1C3738-6010-9B7A-2DA6-46D8FAFD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D5A85C-55D1-3947-1B9B-F830287E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6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7E8AA-0E37-6300-1A95-7894E1D2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265DC6-4792-AB76-DF17-5920A9A69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F03082-7389-8990-1796-2C05FA6D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87D0A5-4E2A-9D98-3CB5-9411B509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715C6-12B0-FE99-24D7-9946ABA1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13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5CF0E-D535-3E33-83BE-70966EBA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81DC3-EB7F-B69F-8217-7BCB5A234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C625E2-C172-2A6F-AF05-E045987D8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4CFF23-9783-DB9B-829B-8C71FFBB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CA4D70-DC9D-4F8B-0F1E-E7B60CDD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DE4052-0680-1A72-AC29-65F99502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6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940C7-7D37-71D6-D791-8FC73CB1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71A892-E404-56AE-2133-412EF70BD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A119D2-30D3-D470-D3C8-3B18E6514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1A3248-90D3-00DA-BF1D-2242F8F62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5C4C6D-C967-F868-A59E-ECE1F72C39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D8362B-D732-E613-4CE0-A0034E77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8734CB-C983-98BC-5165-82564723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3DB564-2BEB-A855-E94E-C2714366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41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27493-6BEB-B856-3E48-28EDC5EA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FFBFE8-04BE-57D4-6A29-915A0FAC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5247F8-136E-4CC5-86D1-F46815A9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DA96E0-0293-021A-02ED-0C4BA9AA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95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D71DD1-FD36-F30D-D38A-06C1121A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153F2D-24E1-B63E-378D-6A183B84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9A5FA-4148-D0C3-7B23-C1BE2ACE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08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68D7C-D8F2-43FE-CCE3-C71B9129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BD52DA-65F8-AFBE-5227-97008DA8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DE5FD2-B42A-873A-FD85-C9AE73A6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A8A9C2-3DF7-D13F-3C52-A7AACFCF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14EAFE-F0F5-E0AF-7486-FD90A9A9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ADF81-C849-367D-5C81-E9DA65F3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66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0C0BB-20F2-3FA0-93EE-EE33FCED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0D9D12-AA72-C8EF-3D0D-82B83E3DD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C3A8AF-9EF5-6B54-BA5D-DACB85B7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E4BF38-9298-4051-503F-CA15762B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302915-45A8-F221-C2B6-EE6E97F8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0290A1-C2F6-55DE-083B-EA3B6775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98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EE14C-940D-C5E3-AFD1-126A24C73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6C567C-93F0-E41A-791C-818F6A26B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D2077-7D95-4709-FD21-9020BD4F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A54A84-B469-F981-5912-C728C513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31F57-5C6F-F799-BFC0-FB0A9F22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04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AF2B1F-736B-35DC-40F1-37E3FDC1D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309076-ACF3-C88A-4333-43FB99326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E5FFD-D82B-F2C8-9746-A1438595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255B0-1EAA-A6C1-F9F7-4D0270CF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C0D51-035F-C881-0DC8-C8DCF64C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6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9780AF-1292-7291-FAC8-B12F5888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99AD3-ECA4-397A-728E-A3976C7C6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36B30E-6241-BABD-2F82-8B7A1740D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9AD5-631D-40AF-AF01-696976933508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39F25-FE0A-8CD5-5F41-94DC407C2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4A2DFA-240F-ABF0-7628-7E967C8A5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33708-CBD3-4675-BA23-F4C1A08753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39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5928616-16FE-8CDC-261A-EC6E30127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2249487"/>
              </p:ext>
            </p:extLst>
          </p:nvPr>
        </p:nvGraphicFramePr>
        <p:xfrm>
          <a:off x="127000" y="1270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B4694F0-8CBC-D454-80B4-BF01A8418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318575"/>
              </p:ext>
            </p:extLst>
          </p:nvPr>
        </p:nvGraphicFramePr>
        <p:xfrm>
          <a:off x="6159500" y="1270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4BF3EAAB-4FF9-9FEE-1058-D69532FFC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426497"/>
              </p:ext>
            </p:extLst>
          </p:nvPr>
        </p:nvGraphicFramePr>
        <p:xfrm>
          <a:off x="127000" y="34544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9A91CA99-F69A-3198-1776-DF4357A5A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745119"/>
              </p:ext>
            </p:extLst>
          </p:nvPr>
        </p:nvGraphicFramePr>
        <p:xfrm>
          <a:off x="6159500" y="34544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01416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99BA93D-FA17-576E-F109-269C821D3D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2002814"/>
              </p:ext>
            </p:extLst>
          </p:nvPr>
        </p:nvGraphicFramePr>
        <p:xfrm>
          <a:off x="127000" y="1270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A08E5E9-E686-8B80-107E-CA27A303F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146157"/>
              </p:ext>
            </p:extLst>
          </p:nvPr>
        </p:nvGraphicFramePr>
        <p:xfrm>
          <a:off x="6159500" y="127000"/>
          <a:ext cx="3810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252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2026-10-26T12:25:36Z</dcterms:created>
  <dcterms:modified xsi:type="dcterms:W3CDTF">2026-10-26T12:25:36Z</dcterms:modified>
</cp:coreProperties>
</file>