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D769E-E24C-58A7-A108-CF37E6B5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97375F-2FAE-7A6D-F2E5-C85749734B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1C4B5E-BCD2-2255-0538-A524568EF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BBC29-501B-4472-BC77-FD47B3C11AC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665883-3FEE-1BE8-67E3-C57AC3A60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3AB24A-02F3-17AC-4AD2-F4BD2252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C61CC-F984-4E33-86D7-B34D0A39A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1854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FFBAC3-4BAA-A087-0D8D-4627A75BD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F0A59E-4D1B-BCDF-51E5-076E65890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7D1DB0-9796-094B-C219-C0AA31BE9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BBC29-501B-4472-BC77-FD47B3C11AC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03244E-4657-F237-37B3-5C524DC0E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3DDCFB-666B-9A5B-790B-6CB4415A0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C61CC-F984-4E33-86D7-B34D0A39A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396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726E7E-79E1-BBB1-9C1E-EE35D0AC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5DC24D-6620-15B3-EBC0-3A9D65B0A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7B62A0-943F-CDF6-6C04-FACBABEC2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BBC29-501B-4472-BC77-FD47B3C11AC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A59BA2-AF8A-C8E2-4261-5CC09D4B1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FC6DE7-F3E3-F8D6-E34F-FE1C4DC4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C61CC-F984-4E33-86D7-B34D0A39A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6323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C57131-6704-6ADA-9C7C-571CC415D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C994A3-758B-5209-B356-22BFF1AB5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04E833-F8B3-C6DB-E35A-4B1308928D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C84F94-A607-799D-8B4A-C7AF7B3E9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BBC29-501B-4472-BC77-FD47B3C11AC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D0BEFE-2D42-7B7E-7CDC-35902EDEF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5A63B1-7571-4639-717A-5EDF9A22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C61CC-F984-4E33-86D7-B34D0A39A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25926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86AFF7-BB28-530F-CB08-79422A404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59F964-9422-2E61-ED63-303216B2E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466002-BD51-0F24-C89E-956F2C63D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3957AC6-F2D8-A165-8E54-5E739B8B48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71E85-4246-B12D-0850-E4DD04ED5B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A7BB02E-1C9F-397F-F0AF-8C631527E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BBC29-501B-4472-BC77-FD47B3C11AC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C2396BC-2C21-8110-6540-17C2761F3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636192A-91BC-DEA1-194E-F0D0BD16B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C61CC-F984-4E33-86D7-B34D0A39A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0984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F5670E-4E31-D58B-DD69-C84A2B96B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E4491A1-97B2-5CBA-1EF5-D707B4543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BBC29-501B-4472-BC77-FD47B3C11AC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2F98304-A465-0085-DE73-62473380E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46F240B-FB50-6491-C4B2-8CECD1105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C61CC-F984-4E33-86D7-B34D0A39A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79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E19B0E-17A2-826A-C765-14E18B7BB2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BBC29-501B-4472-BC77-FD47B3C11AC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1284B8-1194-93E4-509C-19A1CC20F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580294-E171-BB50-246E-1F512E5A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C61CC-F984-4E33-86D7-B34D0A39A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750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A42082-1E11-A2BF-1842-649A0E073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2C8002-D21C-023A-F9BF-350C61158A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D44682-53EA-2B74-70B1-CAB6AAD85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8903286-D95D-FB76-8FA0-EEE84406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BBC29-501B-4472-BC77-FD47B3C11AC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C98B8C-B63A-0685-56A0-C222D9D44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AC3146-C3C2-DAD4-5998-0CE654579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C61CC-F984-4E33-86D7-B34D0A39A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025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1D87BD-9ACC-E2F4-9A6D-7ADFDCC8A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9A45A5A-C9CC-315E-79D2-3A0F629D1E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C1A48B4-D4F1-E8D4-2D62-08E8E2E0F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655E3E-13F3-C1E9-15AA-B29D0B63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BBC29-501B-4472-BC77-FD47B3C11AC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C40CB9-0AA6-C7DC-959C-1D197841E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58C691-0F7E-4D6C-AA0D-4E5DF162B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C61CC-F984-4E33-86D7-B34D0A39A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6976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29036E-5FE8-8F38-E57F-0B7E5526A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15C7973-3F18-55EA-0179-C4F70AAFD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42510E-B199-AB82-B931-6633F278D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BBC29-501B-4472-BC77-FD47B3C11AC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CA2358-83FD-1833-C39F-D122418D0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7EF08C-7749-9157-EF20-A135E5CE7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C61CC-F984-4E33-86D7-B34D0A39A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045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37B7D3-A15C-BFEA-B9DD-162A4C8443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09BAEC-5F7F-BE63-303A-60E1CA8A0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2C3356-F3B9-B1F9-D546-3D892325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BBC29-501B-4472-BC77-FD47B3C11AC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791A5C-6711-26F0-FB55-39DF68F30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5B9CD6-890F-B10C-8E02-5FD8FDC12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9C61CC-F984-4E33-86D7-B34D0A39A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474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6989BB3-13ED-E5BA-157A-9074EAE81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C2D48F8-920A-AA0F-B0CF-6FF6CB334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B63ED2-D7DB-1BCA-B541-2E5A203CCF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1BBC29-501B-4472-BC77-FD47B3C11AC3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C14225-2147-DC1A-AB7C-3C7FC2F11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D4CE9F-93C5-E32D-C0F3-D632A7FDB8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9C61CC-F984-4E33-86D7-B34D0A39A6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7314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23B12C6-754C-B795-3C40-4263121C6D0A}"/>
              </a:ext>
            </a:extLst>
          </p:cNvPr>
          <p:cNvSpPr txBox="1"/>
          <p:nvPr/>
        </p:nvSpPr>
        <p:spPr>
          <a:xfrm>
            <a:off x="381000" y="254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zh-CN" sz="2800">
                <a:latin typeface="缺失测试黑体_GBK" panose="02000000000000000000" charset="-122"/>
                <a:ea typeface="缺失测试黑体_GBK" panose="02000000000000000000" charset="-122"/>
              </a:rPr>
              <a:t>1979</a:t>
            </a:r>
            <a:r>
              <a:rPr lang="zh-CN" altLang="en-US" sz="2800">
                <a:latin typeface="缺失测试黑体_GBK" panose="02000000000000000000" charset="-122"/>
                <a:ea typeface="缺失测试黑体_GBK" panose="02000000000000000000" charset="-122"/>
              </a:rPr>
              <a:t>年前，只有单一的中国人民银行 </a:t>
            </a:r>
            <a:r>
              <a:rPr lang="zh-CN" altLang="zh-CN" sz="2800">
                <a:latin typeface="缺失测试黑体_GBK" panose="02000000000000000000" charset="-122"/>
                <a:ea typeface="缺失测试黑体_GBK" panose="02000000000000000000" charset="-122"/>
              </a:rPr>
              <a:t>Bank</a:t>
            </a:r>
            <a:endParaRPr lang="zh-CN" altLang="en-US" sz="2800">
              <a:latin typeface="缺失测试黑体_GBK" panose="02000000000000000000" charset="-122"/>
              <a:ea typeface="缺失测试黑体_GBK" panose="02000000000000000000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2728E7-890B-AF7F-DF5A-151419270E1F}"/>
              </a:ext>
            </a:extLst>
          </p:cNvPr>
          <p:cNvSpPr txBox="1"/>
          <p:nvPr/>
        </p:nvSpPr>
        <p:spPr>
          <a:xfrm>
            <a:off x="381000" y="13335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zh-CN" sz="2800">
                <a:latin typeface="Unppt Missing PanZ" panose="02000000000000000000" charset="-122"/>
                <a:ea typeface="Unppt Missing PanZ" panose="02000000000000000000" charset="-122"/>
              </a:rPr>
              <a:t>1979</a:t>
            </a:r>
            <a:r>
              <a:rPr lang="zh-CN" altLang="en-US" sz="2800">
                <a:latin typeface="Unppt Missing PanZ" panose="02000000000000000000" charset="-122"/>
                <a:ea typeface="Unppt Missing PanZ" panose="02000000000000000000" charset="-122"/>
              </a:rPr>
              <a:t>年前，只有单一的中国人民银行 </a:t>
            </a:r>
            <a:r>
              <a:rPr lang="zh-CN" altLang="zh-CN" sz="2800">
                <a:latin typeface="Unppt Missing PanZ" panose="02000000000000000000" charset="-122"/>
                <a:ea typeface="Unppt Missing PanZ" panose="02000000000000000000" charset="-122"/>
              </a:rPr>
              <a:t>Bank</a:t>
            </a:r>
            <a:endParaRPr lang="zh-CN" altLang="en-US" sz="2800">
              <a:latin typeface="Unppt Missing PanZ" panose="02000000000000000000" charset="-122"/>
              <a:ea typeface="Unppt Missing PanZ" panose="020000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D40D2A-B56E-7C52-AD17-A8DE75B1C4A4}"/>
              </a:ext>
            </a:extLst>
          </p:cNvPr>
          <p:cNvSpPr txBox="1"/>
          <p:nvPr/>
        </p:nvSpPr>
        <p:spPr>
          <a:xfrm>
            <a:off x="381000" y="2413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zh-CN" sz="2800">
                <a:latin typeface="缺失测试黑体" charset="-122"/>
                <a:ea typeface="缺失测试黑体" charset="-122"/>
              </a:rPr>
              <a:t>1979</a:t>
            </a:r>
            <a:r>
              <a:rPr lang="zh-CN" altLang="en-US" sz="2800">
                <a:latin typeface="缺失测试黑体" charset="-122"/>
                <a:ea typeface="缺失测试黑体" charset="-122"/>
              </a:rPr>
              <a:t>年前，只有单一的中国人民银行 </a:t>
            </a:r>
            <a:r>
              <a:rPr lang="zh-CN" altLang="zh-CN" sz="2800">
                <a:latin typeface="缺失测试黑体" charset="-122"/>
                <a:ea typeface="缺失测试黑体" charset="-122"/>
              </a:rPr>
              <a:t>Bank</a:t>
            </a:r>
            <a:endParaRPr lang="zh-CN" altLang="en-US" sz="2800">
              <a:latin typeface="缺失测试黑体" charset="-122"/>
              <a:ea typeface="缺失测试黑体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1D8EDB-3A5D-6DAB-48DA-4F3362AA1FA6}"/>
              </a:ext>
            </a:extLst>
          </p:cNvPr>
          <p:cNvSpPr txBox="1"/>
          <p:nvPr/>
        </p:nvSpPr>
        <p:spPr>
          <a:xfrm>
            <a:off x="381000" y="34925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zh-CN" sz="2800">
                <a:latin typeface="缺失测试黑体"/>
                <a:ea typeface="缺失测试黑体"/>
              </a:rPr>
              <a:t>1979</a:t>
            </a:r>
            <a:r>
              <a:rPr lang="zh-CN" altLang="en-US" sz="2800">
                <a:latin typeface="缺失测试黑体"/>
                <a:ea typeface="缺失测试黑体"/>
              </a:rPr>
              <a:t>年前，只有单一的中国人民银行 </a:t>
            </a:r>
            <a:r>
              <a:rPr lang="zh-CN" altLang="zh-CN" sz="2800">
                <a:latin typeface="缺失测试黑体"/>
                <a:ea typeface="缺失测试黑体"/>
              </a:rPr>
              <a:t>Bank</a:t>
            </a:r>
            <a:endParaRPr lang="zh-CN" altLang="en-US" sz="2800">
              <a:latin typeface="缺失测试黑体"/>
              <a:ea typeface="缺失测试黑体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DAE4DEC-A7E2-F04C-3F55-D4B5F5EB1AF2}"/>
              </a:ext>
            </a:extLst>
          </p:cNvPr>
          <p:cNvSpPr txBox="1"/>
          <p:nvPr/>
        </p:nvSpPr>
        <p:spPr>
          <a:xfrm>
            <a:off x="381000" y="45720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zh-CN" sz="2800">
                <a:latin typeface="缺失测试宋体乙"/>
                <a:ea typeface="缺失测试宋体乙"/>
              </a:rPr>
              <a:t>1979</a:t>
            </a:r>
            <a:r>
              <a:rPr lang="zh-CN" altLang="en-US" sz="2800">
                <a:latin typeface="缺失测试宋体乙"/>
                <a:ea typeface="缺失测试宋体乙"/>
              </a:rPr>
              <a:t>年前，只有单一的中国人民银行 </a:t>
            </a:r>
            <a:r>
              <a:rPr lang="zh-CN" altLang="zh-CN" sz="2800">
                <a:latin typeface="缺失测试宋体乙"/>
                <a:ea typeface="缺失测试宋体乙"/>
              </a:rPr>
              <a:t>Bank</a:t>
            </a:r>
            <a:endParaRPr lang="zh-CN" altLang="en-US" sz="2800">
              <a:latin typeface="缺失测试宋体乙"/>
              <a:ea typeface="缺失测试宋体乙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40FDBFF-DE1A-9952-2617-F89FC4DBFEFB}"/>
              </a:ext>
            </a:extLst>
          </p:cNvPr>
          <p:cNvSpPr txBox="1"/>
          <p:nvPr/>
        </p:nvSpPr>
        <p:spPr>
          <a:xfrm>
            <a:off x="381000" y="56515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zh-CN" sz="2800">
                <a:latin typeface="Unppt Missing PanY"/>
                <a:ea typeface="Unppt Missing PanY"/>
              </a:rPr>
              <a:t>1979</a:t>
            </a:r>
            <a:r>
              <a:rPr lang="zh-CN" altLang="en-US" sz="2800">
                <a:latin typeface="Unppt Missing PanY"/>
                <a:ea typeface="Unppt Missing PanY"/>
              </a:rPr>
              <a:t>年前，只有单一的中国人民银行 </a:t>
            </a:r>
            <a:r>
              <a:rPr lang="zh-CN" altLang="zh-CN" sz="2800">
                <a:latin typeface="Unppt Missing PanY"/>
                <a:ea typeface="Unppt Missing PanY"/>
              </a:rPr>
              <a:t>Bank</a:t>
            </a:r>
            <a:endParaRPr lang="zh-CN" altLang="en-US" sz="2800">
              <a:latin typeface="Unppt Missing PanY"/>
              <a:ea typeface="Unppt Missing PanY"/>
            </a:endParaRPr>
          </a:p>
        </p:txBody>
      </p:sp>
    </p:spTree>
    <p:extLst>
      <p:ext uri="{BB962C8B-B14F-4D97-AF65-F5344CB8AC3E}">
        <p14:creationId xmlns:p14="http://schemas.microsoft.com/office/powerpoint/2010/main" val="1205833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1" baseType="lpstr">
      <vt:lpstr>CjkMarker0</vt:lpstr>
      <vt:lpstr>CjkMarker1</vt:lpstr>
      <vt:lpstr>CjkMarker2</vt:lpstr>
      <vt:lpstr>CjkMarker3</vt:lpstr>
      <vt:lpstr>CjkMarker4</vt:lpstr>
      <vt:lpstr>CjkMarker5</vt:lpstr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2026-10-17T08:28:47Z</dcterms:created>
  <dcterms:modified xsi:type="dcterms:W3CDTF">2026-10-17T08:28:47Z</dcterms:modified>
</cp:coreProperties>
</file>