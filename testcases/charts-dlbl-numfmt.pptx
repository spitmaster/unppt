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ppt/charts/chart3.xml" ContentType="application/vnd.openxmlformats-officedocument.drawingml.chart+xml"/>
  <Override PartName="/ppt/charts/style3.xml" ContentType="application/vnd.ms-office.chartstyle+xml"/>
  <Override PartName="/ppt/charts/colors3.xml" ContentType="application/vnd.ms-office.chartcolorstyle+xml"/>
  <Override PartName="/ppt/charts/chart4.xml" ContentType="application/vnd.openxmlformats-officedocument.drawingml.chart+xml"/>
  <Override PartName="/ppt/charts/style4.xml" ContentType="application/vnd.ms-office.chartstyle+xml"/>
  <Override PartName="/ppt/charts/colors4.xml" ContentType="application/vnd.ms-office.chartcolorstyle+xml"/>
  <Override PartName="/ppt/charts/chart5.xml" ContentType="application/vnd.openxmlformats-officedocument.drawingml.chart+xml"/>
  <Override PartName="/ppt/charts/style5.xml" ContentType="application/vnd.ms-office.chartstyle+xml"/>
  <Override PartName="/ppt/charts/colors5.xml" ContentType="application/vnd.ms-office.chartcolorstyl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4" d="100"/>
          <a:sy n="74" d="100"/>
        </p:scale>
        <p:origin x="426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.xlsx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1.xlsx"/><Relationship Id="rId2" Type="http://schemas.microsoft.com/office/2011/relationships/chartColorStyle" Target="colors2.xml"/><Relationship Id="rId1" Type="http://schemas.microsoft.com/office/2011/relationships/chartStyle" Target="style2.xml"/></Relationships>
</file>

<file path=ppt/charts/_rels/chart3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2.xlsx"/><Relationship Id="rId2" Type="http://schemas.microsoft.com/office/2011/relationships/chartColorStyle" Target="colors3.xml"/><Relationship Id="rId1" Type="http://schemas.microsoft.com/office/2011/relationships/chartStyle" Target="style3.xml"/></Relationships>
</file>

<file path=ppt/charts/_rels/chart4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3.xlsx"/><Relationship Id="rId2" Type="http://schemas.microsoft.com/office/2011/relationships/chartColorStyle" Target="colors4.xml"/><Relationship Id="rId1" Type="http://schemas.microsoft.com/office/2011/relationships/chartStyle" Target="style4.xml"/></Relationships>
</file>

<file path=ppt/charts/_rels/chart5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4.xlsx"/><Relationship Id="rId2" Type="http://schemas.microsoft.com/office/2011/relationships/chartColorStyle" Target="colors5.xml"/><Relationship Id="rId1" Type="http://schemas.microsoft.com/office/2011/relationships/chartStyle" Target="style5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系列 1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zh-CN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Sheet1!$A$2:$A$5</c:f>
              <c:strCache>
                <c:ptCount val="4"/>
                <c:pt idx="0">
                  <c:v>甲</c:v>
                </c:pt>
                <c:pt idx="1">
                  <c:v>乙</c:v>
                </c:pt>
                <c:pt idx="2">
                  <c:v>丙</c:v>
                </c:pt>
                <c:pt idx="3">
                  <c:v>丁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85</c:v>
                </c:pt>
                <c:pt idx="1">
                  <c:v>62.5</c:v>
                </c:pt>
                <c:pt idx="2">
                  <c:v>40</c:v>
                </c:pt>
                <c:pt idx="3">
                  <c:v>77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BDA1-4DDC-AF85-AB45AF425396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1609706720"/>
        <c:axId val="1609707200"/>
      </c:barChart>
      <c:catAx>
        <c:axId val="1609706720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zh-CN"/>
          </a:p>
        </c:txPr>
        <c:crossAx val="1609707200"/>
        <c:crosses val="autoZero"/>
        <c:auto val="1"/>
        <c:lblAlgn val="ctr"/>
        <c:lblOffset val="100"/>
        <c:noMultiLvlLbl val="0"/>
      </c:catAx>
      <c:valAx>
        <c:axId val="1609707200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0.0" sourceLinked="0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zh-CN"/>
          </a:p>
        </c:txPr>
        <c:crossAx val="1609706720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zh-CN"/>
    </a:p>
  </c:txPr>
  <c:externalData r:id="rId3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系列 1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zh-CN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Sheet1!$A$2:$A$5</c:f>
              <c:strCache>
                <c:ptCount val="4"/>
                <c:pt idx="0">
                  <c:v>甲</c:v>
                </c:pt>
                <c:pt idx="1">
                  <c:v>乙</c:v>
                </c:pt>
                <c:pt idx="2">
                  <c:v>丙</c:v>
                </c:pt>
                <c:pt idx="3">
                  <c:v>丁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 formatCode="0.00">
                  <c:v>85</c:v>
                </c:pt>
                <c:pt idx="1">
                  <c:v>62.5</c:v>
                </c:pt>
                <c:pt idx="2" formatCode="0.00">
                  <c:v>40</c:v>
                </c:pt>
                <c:pt idx="3">
                  <c:v>77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AD62-43C9-B335-FF54B0375A9E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1765655744"/>
        <c:axId val="1765664864"/>
      </c:barChart>
      <c:catAx>
        <c:axId val="1765655744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zh-CN"/>
          </a:p>
        </c:txPr>
        <c:crossAx val="1765664864"/>
        <c:crosses val="autoZero"/>
        <c:auto val="1"/>
        <c:lblAlgn val="ctr"/>
        <c:lblOffset val="100"/>
        <c:noMultiLvlLbl val="0"/>
      </c:catAx>
      <c:valAx>
        <c:axId val="1765664864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0.00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zh-CN"/>
          </a:p>
        </c:txPr>
        <c:crossAx val="176565574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zh-CN"/>
    </a:p>
  </c:txPr>
  <c:externalData r:id="rId3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系列 1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Lbls>
            <c:numFmt formatCode="0%" sourceLinked="0"/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zh-CN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Sheet1!$A$2:$A$5</c:f>
              <c:strCache>
                <c:ptCount val="4"/>
                <c:pt idx="0">
                  <c:v>甲</c:v>
                </c:pt>
                <c:pt idx="1">
                  <c:v>乙</c:v>
                </c:pt>
                <c:pt idx="2">
                  <c:v>丙</c:v>
                </c:pt>
                <c:pt idx="3">
                  <c:v>丁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85</c:v>
                </c:pt>
                <c:pt idx="1">
                  <c:v>62.5</c:v>
                </c:pt>
                <c:pt idx="2">
                  <c:v>40</c:v>
                </c:pt>
                <c:pt idx="3">
                  <c:v>77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8279-41CF-B2BF-2A3A817EB6EA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1753678192"/>
        <c:axId val="1753690192"/>
      </c:barChart>
      <c:catAx>
        <c:axId val="1753678192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zh-CN"/>
          </a:p>
        </c:txPr>
        <c:crossAx val="1753690192"/>
        <c:crosses val="autoZero"/>
        <c:auto val="1"/>
        <c:lblAlgn val="ctr"/>
        <c:lblOffset val="100"/>
        <c:noMultiLvlLbl val="0"/>
      </c:catAx>
      <c:valAx>
        <c:axId val="1753690192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zh-CN"/>
          </a:p>
        </c:txPr>
        <c:crossAx val="1753678192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zh-CN"/>
    </a:p>
  </c:txPr>
  <c:externalData r:id="rId3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系列 1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cat>
            <c:strRef>
              <c:f>Sheet1!$A$2:$A$5</c:f>
              <c:strCache>
                <c:ptCount val="4"/>
                <c:pt idx="0">
                  <c:v>甲</c:v>
                </c:pt>
                <c:pt idx="1">
                  <c:v>乙</c:v>
                </c:pt>
                <c:pt idx="2">
                  <c:v>丙</c:v>
                </c:pt>
                <c:pt idx="3">
                  <c:v>丁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85</c:v>
                </c:pt>
                <c:pt idx="1">
                  <c:v>62.5</c:v>
                </c:pt>
                <c:pt idx="2">
                  <c:v>40</c:v>
                </c:pt>
                <c:pt idx="3">
                  <c:v>77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2067-4D04-9958-11C376105D03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1765659584"/>
        <c:axId val="1765660064"/>
      </c:barChart>
      <c:catAx>
        <c:axId val="1765659584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zh-CN"/>
          </a:p>
        </c:txPr>
        <c:crossAx val="1765660064"/>
        <c:crosses val="autoZero"/>
        <c:auto val="1"/>
        <c:lblAlgn val="ctr"/>
        <c:lblOffset val="100"/>
        <c:noMultiLvlLbl val="0"/>
      </c:catAx>
      <c:valAx>
        <c:axId val="1765660064"/>
        <c:scaling>
          <c:orientation val="minMax"/>
        </c:scaling>
        <c:delete val="1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zh-CN"/>
          </a:p>
        </c:txPr>
        <c:crossAx val="176565958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zh-CN"/>
    </a:p>
  </c:txPr>
  <c:externalData r:id="rId3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系列 1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cat>
            <c:strRef>
              <c:f>Sheet1!$A$2:$A$5</c:f>
              <c:strCache>
                <c:ptCount val="4"/>
                <c:pt idx="0">
                  <c:v>甲</c:v>
                </c:pt>
                <c:pt idx="1">
                  <c:v>乙</c:v>
                </c:pt>
                <c:pt idx="2">
                  <c:v>丙</c:v>
                </c:pt>
                <c:pt idx="3">
                  <c:v>丁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85</c:v>
                </c:pt>
                <c:pt idx="1">
                  <c:v>62.5</c:v>
                </c:pt>
                <c:pt idx="2">
                  <c:v>40</c:v>
                </c:pt>
                <c:pt idx="3">
                  <c:v>77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5ABE-4555-91DC-F80BC275EB0A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1753681072"/>
        <c:axId val="1753680112"/>
      </c:barChart>
      <c:lineChart>
        <c:grouping val="standard"/>
        <c:varyColors val="0"/>
        <c:ser>
          <c:idx val="1"/>
          <c:order val="1"/>
          <c:tx>
            <c:strRef>
              <c:f>Sheet1!$C$1</c:f>
              <c:strCache>
                <c:ptCount val="1"/>
                <c:pt idx="0">
                  <c:v>系列 2</c:v>
                </c:pt>
              </c:strCache>
            </c:strRef>
          </c:tx>
          <c:spPr>
            <a:ln w="28575" cap="rnd">
              <a:solidFill>
                <a:schemeClr val="accent2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chemeClr val="accent2"/>
              </a:solidFill>
              <a:ln w="9525">
                <a:solidFill>
                  <a:schemeClr val="accent2"/>
                </a:solidFill>
              </a:ln>
              <a:effectLst/>
            </c:spPr>
          </c:marker>
          <c:cat>
            <c:strRef>
              <c:f>Sheet1!$A$2:$A$5</c:f>
              <c:strCache>
                <c:ptCount val="4"/>
                <c:pt idx="0">
                  <c:v>甲</c:v>
                </c:pt>
                <c:pt idx="1">
                  <c:v>乙</c:v>
                </c:pt>
                <c:pt idx="2">
                  <c:v>丙</c:v>
                </c:pt>
                <c:pt idx="3">
                  <c:v>丁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0.3</c:v>
                </c:pt>
                <c:pt idx="1">
                  <c:v>0.3</c:v>
                </c:pt>
                <c:pt idx="2">
                  <c:v>0.3</c:v>
                </c:pt>
                <c:pt idx="3">
                  <c:v>0.3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5ABE-4555-91DC-F80BC275EB0A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1759335744"/>
        <c:axId val="1759333344"/>
      </c:lineChart>
      <c:catAx>
        <c:axId val="1753681072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zh-CN"/>
          </a:p>
        </c:txPr>
        <c:crossAx val="1753680112"/>
        <c:crosses val="autoZero"/>
        <c:auto val="1"/>
        <c:lblAlgn val="ctr"/>
        <c:lblOffset val="100"/>
        <c:noMultiLvlLbl val="0"/>
      </c:catAx>
      <c:valAx>
        <c:axId val="1753680112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zh-CN"/>
          </a:p>
        </c:txPr>
        <c:crossAx val="1753681072"/>
        <c:crosses val="autoZero"/>
        <c:crossBetween val="between"/>
      </c:valAx>
      <c:valAx>
        <c:axId val="1759333344"/>
        <c:scaling>
          <c:orientation val="minMax"/>
        </c:scaling>
        <c:delete val="1"/>
        <c:axPos val="r"/>
        <c:numFmt formatCode="General" sourceLinked="1"/>
        <c:majorTickMark val="out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zh-CN"/>
          </a:p>
        </c:txPr>
        <c:crossAx val="1759335744"/>
        <c:crosses val="max"/>
        <c:crossBetween val="between"/>
      </c:valAx>
      <c:catAx>
        <c:axId val="1759335744"/>
        <c:scaling>
          <c:orientation val="minMax"/>
        </c:scaling>
        <c:delete val="1"/>
        <c:axPos val="b"/>
        <c:numFmt formatCode="General" sourceLinked="1"/>
        <c:majorTickMark val="out"/>
        <c:minorTickMark val="none"/>
        <c:tickLblPos val="nextTo"/>
        <c:crossAx val="1759333344"/>
        <c:auto val="1"/>
        <c:lblAlgn val="ctr"/>
        <c:lblOffset val="100"/>
        <c:noMultiLvlLbl val="0"/>
      </c:catAx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zh-CN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4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5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3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4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5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7DE330E-2605-0FC2-A340-AEE5B03FAE8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E751743B-69B0-04A1-FC3E-DD9C19BB336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CA6AA871-B84C-5A4E-7CDE-15DB02F388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5F4449-D69A-4223-8DCB-8BAA97761C49}" type="datetimeFigureOut">
              <a:rPr lang="zh-CN" altLang="en-US" smtClean="0"/>
              <a:t>2026/10/19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B22AC132-9155-C87E-12F2-29F0DC9182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F1F7ECDB-134A-C708-ABF5-7D55C3A2DC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6AFD42-5565-41A0-8F97-A80BCD95B49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4004608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A9F7D9F-26A3-1530-2C62-D7DA3A61CF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14738046-2FC0-E252-FF0D-93C05A7DAF2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4C0BF40F-13EF-AE44-A3AD-6CEB0029D2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5F4449-D69A-4223-8DCB-8BAA97761C49}" type="datetimeFigureOut">
              <a:rPr lang="zh-CN" altLang="en-US" smtClean="0"/>
              <a:t>2026/10/19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C4873D57-6225-D142-4497-45311FBAE4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133DF361-F477-9DE7-00CF-5EC3C9668C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6AFD42-5565-41A0-8F97-A80BCD95B49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2418291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26B0688-8192-D916-8C9F-167BEEF6C5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369CC0DA-75D3-EC68-3240-D7874EAE13E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B2FA2B0-7FBB-6CB4-0707-2E9CE14C6C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5F4449-D69A-4223-8DCB-8BAA97761C49}" type="datetimeFigureOut">
              <a:rPr lang="zh-CN" altLang="en-US" smtClean="0"/>
              <a:t>2026/10/19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20D7D5C6-121F-9E8D-CDD8-27C9CC779C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775BB0A-04C6-B1C8-9506-A091D25FA0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6AFD42-5565-41A0-8F97-A80BCD95B49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0825690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A855D34-83F5-22F5-420F-7F7DB3DD82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759A8012-25C1-678D-55F3-F33CE886A62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DDD664B1-1BA0-C54E-B4D6-69FEC550D12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645ECA0D-547A-F837-D8E5-C01B6F6843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5F4449-D69A-4223-8DCB-8BAA97761C49}" type="datetimeFigureOut">
              <a:rPr lang="zh-CN" altLang="en-US" smtClean="0"/>
              <a:t>2026/10/19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9EAA16C7-57E7-BBE3-802C-FA0561E74F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FC9C83FD-1331-8910-1B21-C301181F5A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6AFD42-5565-41A0-8F97-A80BCD95B49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536793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CE08C1D-44DA-B2B2-7119-3481638435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A8737A7-D6F9-9013-B612-0A9B2E5CEF7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950D9C1A-3C62-605D-9DCC-88910FC8509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276B6AEA-655D-64B2-0F19-BAAFC9AA3C5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FB69BFE2-C7CD-92C1-6AAB-E992BEBEB48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E3EFE3B0-6020-FE9F-96F0-19F470DE35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5F4449-D69A-4223-8DCB-8BAA97761C49}" type="datetimeFigureOut">
              <a:rPr lang="zh-CN" altLang="en-US" smtClean="0"/>
              <a:t>2026/10/19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A25646D6-A3C4-ED8A-ACFC-9C7697BCB9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05FC9D97-1C02-C418-08DD-C26718022D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6AFD42-5565-41A0-8F97-A80BCD95B49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6042526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D3F9703-5B9F-F3E1-A47D-D2850FBFEA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BE39DA98-FEF4-80B5-B27A-BC149063C7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5F4449-D69A-4223-8DCB-8BAA97761C49}" type="datetimeFigureOut">
              <a:rPr lang="zh-CN" altLang="en-US" smtClean="0"/>
              <a:t>2026/10/19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3CBE46E1-1E10-889B-23A6-CEDE57C3D8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39253C56-D127-A1E4-51EB-B013433130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6AFD42-5565-41A0-8F97-A80BCD95B49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002781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F998325A-B301-32C7-E826-4CAF21D747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5F4449-D69A-4223-8DCB-8BAA97761C49}" type="datetimeFigureOut">
              <a:rPr lang="zh-CN" altLang="en-US" smtClean="0"/>
              <a:t>2026/10/19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569B1B62-5DF9-5FBD-0068-9E9F93EFB4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E5B31E22-798F-C477-9E79-AFAA973C05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6AFD42-5565-41A0-8F97-A80BCD95B49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3786609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B90B869-F3F6-C753-F8E3-52269FACB7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456969A1-8E77-25CF-E3FF-78142591CF3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2B688804-0235-6740-8BA7-ADEFD98E93D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C4A99DA7-580F-BC98-C289-80C3329627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5F4449-D69A-4223-8DCB-8BAA97761C49}" type="datetimeFigureOut">
              <a:rPr lang="zh-CN" altLang="en-US" smtClean="0"/>
              <a:t>2026/10/19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2AC90114-299A-9009-FFA2-2F9354A7BA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A94562C7-06E2-2CEC-8BBD-7F3B8C0614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6AFD42-5565-41A0-8F97-A80BCD95B49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9553143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E13015F-8490-6370-D514-0783702243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A0B8AB33-684F-475E-7D91-64F9463139D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3B61E892-9281-996E-4E98-4ED190EC9B3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F7D4C0E4-95C1-A0CF-476C-371AAE46E2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5F4449-D69A-4223-8DCB-8BAA97761C49}" type="datetimeFigureOut">
              <a:rPr lang="zh-CN" altLang="en-US" smtClean="0"/>
              <a:t>2026/10/19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03998A95-B9F2-013A-93BC-0857618985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E8771C75-59AB-F840-7695-0F3B84708F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6AFD42-5565-41A0-8F97-A80BCD95B49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9904062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2E82C45-CC90-65F2-70A5-C3414A2E4B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00F7AFF0-DCD5-FE48-C179-2D7D6FF524B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58ABBC66-4AAB-8E84-D626-EB509CD613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5F4449-D69A-4223-8DCB-8BAA97761C49}" type="datetimeFigureOut">
              <a:rPr lang="zh-CN" altLang="en-US" smtClean="0"/>
              <a:t>2026/10/19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B557EA1-B0E0-9EE9-2613-8B9F741F37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A1C60193-868B-4503-D0E5-94B52826B6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6AFD42-5565-41A0-8F97-A80BCD95B49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0809280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D73FDA2C-6A68-B7D3-4332-0C2F820B003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26E80AB7-F8AE-3ED4-CA5D-A058FD10A89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B8BB627-A560-1D7C-B9CC-4E5EEF5F0B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5F4449-D69A-4223-8DCB-8BAA97761C49}" type="datetimeFigureOut">
              <a:rPr lang="zh-CN" altLang="en-US" smtClean="0"/>
              <a:t>2026/10/19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FAB0C26-E8A1-6E07-4732-BB48CACBF1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6F5DDBF-BF3D-5B06-7170-8594523763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6AFD42-5565-41A0-8F97-A80BCD95B49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9004529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E48A1FC3-BAED-6D32-E002-892882C9D2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B6571DE5-114B-E9A2-DA63-3C6BFF502B4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C56BAB0F-E48A-099B-BBDC-91BD4AD9207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65F4449-D69A-4223-8DCB-8BAA97761C49}" type="datetimeFigureOut">
              <a:rPr lang="zh-CN" altLang="en-US" smtClean="0"/>
              <a:t>2026/10/19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0D9DE71-CA31-0657-309E-3C771D70E13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4B79EA6A-BB73-B970-7365-44A751998A7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B6AFD42-5565-41A0-8F97-A80BCD95B49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7105583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7.xml"/><Relationship Id="rId6" Type="http://schemas.openxmlformats.org/officeDocument/2006/relationships/chart" Target="../charts/chart5.xml"/><Relationship Id="rId5" Type="http://schemas.openxmlformats.org/officeDocument/2006/relationships/chart" Target="../charts/chart4.xml"/><Relationship Id="rId4" Type="http://schemas.openxmlformats.org/officeDocument/2006/relationships/chart" Target="../charts/char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图表 1">
            <a:extLst>
              <a:ext uri="{FF2B5EF4-FFF2-40B4-BE49-F238E27FC236}">
                <a16:creationId xmlns:a16="http://schemas.microsoft.com/office/drawing/2014/main" id="{D32FEF4E-FD37-EAB7-A3AD-FF9DDD783FFA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512168690"/>
              </p:ext>
            </p:extLst>
          </p:nvPr>
        </p:nvGraphicFramePr>
        <p:xfrm>
          <a:off x="127000" y="254000"/>
          <a:ext cx="3810000" cy="3048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3" name="图表 2">
            <a:extLst>
              <a:ext uri="{FF2B5EF4-FFF2-40B4-BE49-F238E27FC236}">
                <a16:creationId xmlns:a16="http://schemas.microsoft.com/office/drawing/2014/main" id="{88BDD28B-B8BA-AA93-D4AB-3055BCAE1439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894194527"/>
              </p:ext>
            </p:extLst>
          </p:nvPr>
        </p:nvGraphicFramePr>
        <p:xfrm>
          <a:off x="4127500" y="254000"/>
          <a:ext cx="3810000" cy="3048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4" name="图表 3">
            <a:extLst>
              <a:ext uri="{FF2B5EF4-FFF2-40B4-BE49-F238E27FC236}">
                <a16:creationId xmlns:a16="http://schemas.microsoft.com/office/drawing/2014/main" id="{D1B95960-7E8E-5449-B7E9-051A9D9B394D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86311478"/>
              </p:ext>
            </p:extLst>
          </p:nvPr>
        </p:nvGraphicFramePr>
        <p:xfrm>
          <a:off x="8128000" y="254000"/>
          <a:ext cx="3810000" cy="3048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graphicFrame>
        <p:nvGraphicFramePr>
          <p:cNvPr id="5" name="图表 4">
            <a:extLst>
              <a:ext uri="{FF2B5EF4-FFF2-40B4-BE49-F238E27FC236}">
                <a16:creationId xmlns:a16="http://schemas.microsoft.com/office/drawing/2014/main" id="{3AF0BC5D-41FC-D2E4-4D49-756CEC4E36F5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885104459"/>
              </p:ext>
            </p:extLst>
          </p:nvPr>
        </p:nvGraphicFramePr>
        <p:xfrm>
          <a:off x="127000" y="3556000"/>
          <a:ext cx="3810000" cy="3048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graphicFrame>
        <p:nvGraphicFramePr>
          <p:cNvPr id="6" name="图表 5">
            <a:extLst>
              <a:ext uri="{FF2B5EF4-FFF2-40B4-BE49-F238E27FC236}">
                <a16:creationId xmlns:a16="http://schemas.microsoft.com/office/drawing/2014/main" id="{9A22E375-5120-7370-7488-0599B6E2CDBC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647000157"/>
              </p:ext>
            </p:extLst>
          </p:nvPr>
        </p:nvGraphicFramePr>
        <p:xfrm>
          <a:off x="4127500" y="3556000"/>
          <a:ext cx="3810000" cy="3048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6"/>
          </a:graphicData>
        </a:graphic>
      </p:graphicFrame>
    </p:spTree>
    <p:extLst>
      <p:ext uri="{BB962C8B-B14F-4D97-AF65-F5344CB8AC3E}">
        <p14:creationId xmlns:p14="http://schemas.microsoft.com/office/powerpoint/2010/main" val="227196067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自定义</PresentationFormat>
  <Paragraphs>0</Paragraphs>
  <Slides>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5" baseType="lpstr">
      <vt:lpstr>等线</vt:lpstr>
      <vt:lpstr>等线 Light</vt:lpstr>
      <vt:lpstr>Arial</vt:lpstr>
      <vt:lpstr>Office 主题​​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yijin zhou</dc:creator>
  <cp:lastModifiedBy>yijin zhou</cp:lastModifiedBy>
  <cp:revision>1</cp:revision>
  <dcterms:created xsi:type="dcterms:W3CDTF">2026-10-19T08:20:11Z</dcterms:created>
  <dcterms:modified xsi:type="dcterms:W3CDTF">2026-10-19T08:20:11Z</dcterms:modified>
</cp:coreProperties>
</file>