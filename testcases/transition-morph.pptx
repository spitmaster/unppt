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A3FD87-A166-909F-E127-41403E74C0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A5C5811-DC00-C655-C1F6-F1EAE13B18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EC955B-318B-8FA2-B489-B46030773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BFC87-27E1-4F9F-9727-178B729CE1E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24070-FEB6-E062-ADAF-52868E51E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479DC0-429E-A88B-3D03-D094B81B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024C-4861-4803-82F4-1ABD15D0D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19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FBBD1D-9273-AB42-86C9-67D582F82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5B530-2695-7AE6-F179-79E6F7238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E894CF-1EE3-2726-4ED2-C9A17E083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BFC87-27E1-4F9F-9727-178B729CE1E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5D27C1-DC85-2FD5-B6A3-9D3D7D888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14DCB7-D351-71D5-409F-A34E548E9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024C-4861-4803-82F4-1ABD15D0D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092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F2FED5-36E8-CE6F-8A89-67CAA9DA1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E731CC-391F-3395-6DDA-4EB258800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4013A7-79A9-1360-283E-35AD6248F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BFC87-27E1-4F9F-9727-178B729CE1E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FA4FFA-84AB-E6B7-6E48-1DE529F8C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1A1CB1-7471-9A11-522B-CE78423E9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024C-4861-4803-82F4-1ABD15D0D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40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B4CDC-8269-1A05-0BE0-77BE190C4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CEC178-6E84-A9F1-0D46-DD632CC45E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83BEC5-DB02-F178-AEC3-7D32923EA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E40BFC-6CE1-3D7C-B745-3E0C59AAC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BFC87-27E1-4F9F-9727-178B729CE1E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D8A1F0-7605-2C57-C0A3-93AB84891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EAADCF-C6D0-9D07-42AF-26BCA7DF8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024C-4861-4803-82F4-1ABD15D0D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794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D81186-2F19-CA26-35FA-068E2FAEC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D8EAD6-3EE5-3AFA-674A-F3993E88B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1F874F-7F30-9736-AD7C-AAAA0E672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DC00B0A-CEDE-8218-5745-ABFFC1DA7A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FD10CF-6930-D10A-47B2-52D58ABA6E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6BB5F2A-C06F-3A2F-F6CF-BEB053E41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BFC87-27E1-4F9F-9727-178B729CE1E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0A7C413-9EED-305C-6641-D597A3780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280AC6A-6AC5-03F4-68C3-43F604859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024C-4861-4803-82F4-1ABD15D0D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396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81E5E0-4225-53A4-7576-CA21811EE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2ADFB1-413F-7BD0-BA27-7CD927A0A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BFC87-27E1-4F9F-9727-178B729CE1E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821736-2978-1412-B520-8E4C357FE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27FC0F-0457-15A0-EC6D-548F3A9E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024C-4861-4803-82F4-1ABD15D0D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375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3CB3942-E142-8FCB-7BBD-F532F639B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BFC87-27E1-4F9F-9727-178B729CE1E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F9EB95-16AC-C14F-A5CE-06CA60F32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65E20C-11FE-070D-CB58-43E401953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024C-4861-4803-82F4-1ABD15D0D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279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DADD91-4E21-FAA8-BA7F-1AAC7705D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05BBD3-890F-6059-E764-E71A7E742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6E4F84-FC39-5B85-5AF6-CA5D3602AF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DFEBE8-C88A-64D6-7EDA-14D954258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BFC87-27E1-4F9F-9727-178B729CE1E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BCC858-84B4-F650-FF9F-1057EDC5F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1BB9E5-21B5-7B0B-139B-4676127C0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024C-4861-4803-82F4-1ABD15D0D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3523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11CC32-8C70-16B6-0410-1F723F75E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F996324-38E9-2F32-7568-08A9405E93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CB4D25-AF96-4278-2F49-0A076A1CE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940D38-0365-77E9-39C0-D2F9370CE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BFC87-27E1-4F9F-9727-178B729CE1E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F362CD-8B5C-5297-C1E0-1049A8943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644D1A-9575-CDB4-8A26-11E654154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024C-4861-4803-82F4-1ABD15D0D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356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B77BDC-6459-C3B9-06F3-C96DA3C42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53483CD-1B6F-209E-C151-F552E639D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C75459-FFB5-743F-BEEC-1EE95E6E5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BFC87-27E1-4F9F-9727-178B729CE1E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8958D4-93EF-4391-A7A0-49018EE95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3F7C89-644E-6988-53E7-48531481B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024C-4861-4803-82F4-1ABD15D0D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10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80FA8FD-D2F5-CD40-28FA-448D48D24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7A7D61-C948-9BA2-EEED-3BE660654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DA5DA7-46C9-6446-BF14-D12D8BEA5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BFC87-27E1-4F9F-9727-178B729CE1E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127EAA-FC0B-946B-7CC7-1925C205D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2B9875-530A-F49E-7F0F-C641362B4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024C-4861-4803-82F4-1ABD15D0D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98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F5FDF04-020A-801B-5991-B3296F5B8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3166C9-9E88-7CD2-5E65-CAC6EAEF4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B64BBA-A752-4245-60FA-43AC6CEB6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4BFC87-27E1-4F9F-9727-178B729CE1E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2679D0-5F61-6FE6-6139-418C3A51F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AC0D75-2418-13C8-E455-EC2D4018B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45024C-4861-4803-82F4-1ABD15D0D0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31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">
            <a:extLst>
              <a:ext uri="{FF2B5EF4-FFF2-40B4-BE49-F238E27FC236}">
                <a16:creationId xmlns:a16="http://schemas.microsoft.com/office/drawing/2014/main" id="{70EAABD4-5E53-DDBC-C5AF-3DF0A9578548}"/>
              </a:ext>
            </a:extLst>
          </p:cNvPr>
          <p:cNvSpPr/>
          <p:nvPr/>
        </p:nvSpPr>
        <p:spPr>
          <a:xfrm>
            <a:off x="1016000" y="1016000"/>
            <a:ext cx="2032000" cy="203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方块">
            <a:extLst>
              <a:ext uri="{FF2B5EF4-FFF2-40B4-BE49-F238E27FC236}">
                <a16:creationId xmlns:a16="http://schemas.microsoft.com/office/drawing/2014/main" id="{96403C9C-2646-DBD1-0891-4541E39E35CF}"/>
              </a:ext>
            </a:extLst>
          </p:cNvPr>
          <p:cNvSpPr/>
          <p:nvPr/>
        </p:nvSpPr>
        <p:spPr>
          <a:xfrm>
            <a:off x="7620000" y="3810000"/>
            <a:ext cx="2540000" cy="15240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">
            <a:extLst>
              <a:ext uri="{FF2B5EF4-FFF2-40B4-BE49-F238E27FC236}">
                <a16:creationId xmlns:a16="http://schemas.microsoft.com/office/drawing/2014/main" id="{79748080-C167-7C6B-17C8-AA65A3A92E35}"/>
              </a:ext>
            </a:extLst>
          </p:cNvPr>
          <p:cNvSpPr txBox="1"/>
          <p:nvPr/>
        </p:nvSpPr>
        <p:spPr>
          <a:xfrm>
            <a:off x="1016000" y="5334000"/>
            <a:ext cx="635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/>
              <a:t>平滑切换 </a:t>
            </a:r>
            <a:r>
              <a:rPr lang="en-US" altLang="zh-CN" sz="3200"/>
              <a:t>Morph</a:t>
            </a:r>
            <a:endParaRPr lang="zh-CN" altLang="en-US" sz="3200"/>
          </a:p>
        </p:txBody>
      </p:sp>
      <p:sp>
        <p:nvSpPr>
          <p:cNvPr id="5" name="只在第一页">
            <a:extLst>
              <a:ext uri="{FF2B5EF4-FFF2-40B4-BE49-F238E27FC236}">
                <a16:creationId xmlns:a16="http://schemas.microsoft.com/office/drawing/2014/main" id="{79046E00-1C66-5FDC-2C7E-9A8D599F7C3E}"/>
              </a:ext>
            </a:extLst>
          </p:cNvPr>
          <p:cNvSpPr/>
          <p:nvPr/>
        </p:nvSpPr>
        <p:spPr>
          <a:xfrm>
            <a:off x="5080000" y="762000"/>
            <a:ext cx="1524000" cy="101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34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">
            <a:extLst>
              <a:ext uri="{FF2B5EF4-FFF2-40B4-BE49-F238E27FC236}">
                <a16:creationId xmlns:a16="http://schemas.microsoft.com/office/drawing/2014/main" id="{BE28C477-3D44-5CAD-88CC-F0DC85F153F1}"/>
              </a:ext>
            </a:extLst>
          </p:cNvPr>
          <p:cNvSpPr/>
          <p:nvPr/>
        </p:nvSpPr>
        <p:spPr>
          <a:xfrm>
            <a:off x="7620000" y="1270000"/>
            <a:ext cx="3302000" cy="330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方块">
            <a:extLst>
              <a:ext uri="{FF2B5EF4-FFF2-40B4-BE49-F238E27FC236}">
                <a16:creationId xmlns:a16="http://schemas.microsoft.com/office/drawing/2014/main" id="{EBFAAA74-558C-FB54-2C02-142B60A3D5CC}"/>
              </a:ext>
            </a:extLst>
          </p:cNvPr>
          <p:cNvSpPr/>
          <p:nvPr/>
        </p:nvSpPr>
        <p:spPr>
          <a:xfrm>
            <a:off x="1270000" y="4064000"/>
            <a:ext cx="3810000" cy="2032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">
            <a:extLst>
              <a:ext uri="{FF2B5EF4-FFF2-40B4-BE49-F238E27FC236}">
                <a16:creationId xmlns:a16="http://schemas.microsoft.com/office/drawing/2014/main" id="{1FC42FD1-5059-FD62-ED9B-39F92688DF36}"/>
              </a:ext>
            </a:extLst>
          </p:cNvPr>
          <p:cNvSpPr txBox="1"/>
          <p:nvPr/>
        </p:nvSpPr>
        <p:spPr>
          <a:xfrm>
            <a:off x="3810000" y="508000"/>
            <a:ext cx="6350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4000"/>
              <a:t>平滑切换 </a:t>
            </a:r>
            <a:r>
              <a:rPr lang="en-US" altLang="zh-CN" sz="4000"/>
              <a:t>Morph</a:t>
            </a:r>
            <a:endParaRPr lang="zh-CN" altLang="en-US" sz="4000"/>
          </a:p>
        </p:txBody>
      </p:sp>
      <p:sp>
        <p:nvSpPr>
          <p:cNvPr id="5" name="只在第二页">
            <a:extLst>
              <a:ext uri="{FF2B5EF4-FFF2-40B4-BE49-F238E27FC236}">
                <a16:creationId xmlns:a16="http://schemas.microsoft.com/office/drawing/2014/main" id="{67CFC974-8E2C-DE1E-5EB9-FE2217F0975C}"/>
              </a:ext>
            </a:extLst>
          </p:cNvPr>
          <p:cNvSpPr/>
          <p:nvPr/>
        </p:nvSpPr>
        <p:spPr>
          <a:xfrm>
            <a:off x="5334000" y="5080000"/>
            <a:ext cx="1524000" cy="10160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3877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自定义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2026-10-13T05:27:27Z</dcterms:created>
  <dcterms:modified xsi:type="dcterms:W3CDTF">2026-10-13T05:27:27Z</dcterms:modified>
</cp:coreProperties>
</file>