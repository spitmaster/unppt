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E9074-7C66-5B39-4DA7-FCFB460EF9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796DC33-55A5-017F-9846-C9AEFF2A43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440ADE-A434-7657-D091-BAD1C6F3D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5B1CC-3AA0-4466-93FA-9CEFF1CF7A6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5BB813-43A7-F2D8-1D70-8FB3B2600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1FDA37-0795-5800-D60B-48193DFA3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3DDC0-FEAF-4650-B7A2-11F7FFFA4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128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5464F8-BD59-9850-47E4-DEA6EA1D9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22D4FC-9CDB-04EE-DE5F-888C1C552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A96F7F-A486-D547-D21B-F98937143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5B1CC-3AA0-4466-93FA-9CEFF1CF7A6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97E705-69F7-B698-3217-71261F2C0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F3578B-36A7-2775-AD14-BFB25173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3DDC0-FEAF-4650-B7A2-11F7FFFA4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615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D40D8E-F8ED-0FD0-AEB2-F0A9A029C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C7BEEE-A6C1-C704-C145-2C001674B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98313A-FA3C-DDA9-972B-96D7AFCC5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5B1CC-3AA0-4466-93FA-9CEFF1CF7A6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46E1A2-6EE6-0FF3-AB7E-56EA37F33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4510E0-DA56-BDCA-D1AF-E20B8E8E2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3DDC0-FEAF-4650-B7A2-11F7FFFA4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135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A890A0-71D0-A69A-ED4D-FA729731A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23BB81-BF1E-B562-CC73-3EBC97A787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EE8A79-E244-220B-2B7F-ACA8154B7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44D49A-76D7-CCAA-8F28-7E8C8316C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5B1CC-3AA0-4466-93FA-9CEFF1CF7A6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309D6B-8E2A-113A-25C4-FEA2110C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F4C070-DF13-13ED-4B9B-0C5A5EE37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3DDC0-FEAF-4650-B7A2-11F7FFFA4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140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0CCCB9-024A-E042-0CAC-7A126FEF0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144EAB-C312-310B-9980-88957C914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BC7506-771D-14E0-F916-67C55CF08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A1FD93E-5876-593F-6DB5-84E6865CFE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04EB75-8CD6-E596-E4B5-152A60BE43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4D27819-51AA-5ED6-2B20-EC473DAC9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5B1CC-3AA0-4466-93FA-9CEFF1CF7A6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D667FE4-581A-74DA-05DB-1AACDA039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4804B19-9E9F-669C-E41E-EFAC4A24F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3DDC0-FEAF-4650-B7A2-11F7FFFA4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404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0402F2-BC77-6845-84C6-D92AAF2C0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E51F1AF-2170-897A-4C7E-CE75C11BD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5B1CC-3AA0-4466-93FA-9CEFF1CF7A6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801BD1D-9030-8FA1-ECD3-BDE776E5D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42477A0-38B9-9883-BB0C-6D83E206D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3DDC0-FEAF-4650-B7A2-11F7FFFA4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261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00557DF-DEED-B2CC-D2FA-6C70C2ECF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5B1CC-3AA0-4466-93FA-9CEFF1CF7A6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4099D7C-6F76-9C28-8F16-F259762F9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B4E1E1-CCE9-DFB7-68AE-DBF4DD3A9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3DDC0-FEAF-4650-B7A2-11F7FFFA4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322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93B2F2-F004-A2E9-C61C-8D1111A64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5AA46F-2922-09A4-4E76-D0487CC5B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2A8B71-9DB9-7A0D-05B5-5546567D9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0CEC5A-EADA-E2A5-FC7C-0561887E1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5B1CC-3AA0-4466-93FA-9CEFF1CF7A6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AF5A7B-1161-9839-34DF-8BA9629F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9815B0-8E93-4BB4-051E-E7A7293A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3DDC0-FEAF-4650-B7A2-11F7FFFA4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23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48508A-1786-84CB-39C6-CEB3033AB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C5735F8-1818-446E-2428-7B0F8B46AD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F0CF3C-34D0-6E11-3422-7B103D168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9B6ABC-3541-76CB-9B45-45C239C3D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5B1CC-3AA0-4466-93FA-9CEFF1CF7A6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CBB43E-74F5-3310-6328-375D02070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B53E2A-FDD4-C532-5161-D8B17EC8A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3DDC0-FEAF-4650-B7A2-11F7FFFA4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329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88822-AE87-C977-C21F-8C9DD9EB8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261C5E-46B4-1CB5-A8D9-CDCE5BB13C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40E9DB-1724-96E1-B7D8-8CAF4C45F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5B1CC-3AA0-4466-93FA-9CEFF1CF7A6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32DF10-AC1A-F17D-4AFE-D2889A132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850D86-DE03-9FAD-0953-F164DE29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3DDC0-FEAF-4650-B7A2-11F7FFFA4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050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C0CBF09-80AB-ECEE-EBD3-10D7ED97BD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8110F4-4177-DDC0-FD90-9EA887DE8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B37081-8E47-8F39-130A-0653035ED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5B1CC-3AA0-4466-93FA-9CEFF1CF7A6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6AC324-30F9-308F-9CED-23CCFA556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3BE290-8709-B5D2-A1E7-2329883CB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3DDC0-FEAF-4650-B7A2-11F7FFFA4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295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7207E10-ED48-D7BF-AE1D-7EE71D7CF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EBF6D9-17D3-0FCD-7FF5-DB9402D76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3302A4-D94D-AA10-4817-5CAF87CCFB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95B1CC-3AA0-4466-93FA-9CEFF1CF7A6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2ACA22-BA58-579D-00FD-D789FEF2C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9AB6D6-B1DD-D623-C1EB-EB941A77D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33DDC0-FEAF-4650-B7A2-11F7FFFA4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4657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C0AA1126-56F5-C713-C81C-87085C00EE02}"/>
              </a:ext>
            </a:extLst>
          </p:cNvPr>
          <p:cNvGrpSpPr/>
          <p:nvPr/>
        </p:nvGrpSpPr>
        <p:grpSpPr>
          <a:xfrm>
            <a:off x="254000" y="762000"/>
            <a:ext cx="3556000" cy="4699000"/>
            <a:chOff x="254000" y="762000"/>
            <a:chExt cx="3556000" cy="4699000"/>
          </a:xfrm>
          <a:blipFill>
            <a:blip r:embed="rId2"/>
            <a:stretch>
              <a:fillRect/>
            </a:stretch>
          </a:blipFill>
        </p:grpSpPr>
        <p:sp>
          <p:nvSpPr>
            <p:cNvPr id="2" name="G0A">
              <a:extLst>
                <a:ext uri="{FF2B5EF4-FFF2-40B4-BE49-F238E27FC236}">
                  <a16:creationId xmlns:a16="http://schemas.microsoft.com/office/drawing/2014/main" id="{AAAC8CDA-4754-CFDF-259D-7342F02B648D}"/>
                </a:ext>
              </a:extLst>
            </p:cNvPr>
            <p:cNvSpPr/>
            <p:nvPr/>
          </p:nvSpPr>
          <p:spPr>
            <a:xfrm>
              <a:off x="254000" y="762000"/>
              <a:ext cx="1524000" cy="2794000"/>
            </a:xfrm>
            <a:prstGeom prst="rect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G0B">
              <a:extLst>
                <a:ext uri="{FF2B5EF4-FFF2-40B4-BE49-F238E27FC236}">
                  <a16:creationId xmlns:a16="http://schemas.microsoft.com/office/drawing/2014/main" id="{49FC7426-F98D-FE7A-F179-EFF98AAB68F4}"/>
                </a:ext>
              </a:extLst>
            </p:cNvPr>
            <p:cNvSpPr/>
            <p:nvPr/>
          </p:nvSpPr>
          <p:spPr>
            <a:xfrm flipH="1">
              <a:off x="1651000" y="762000"/>
              <a:ext cx="2159000" cy="2794000"/>
            </a:xfrm>
            <a:prstGeom prst="parallelogram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G0C">
              <a:extLst>
                <a:ext uri="{FF2B5EF4-FFF2-40B4-BE49-F238E27FC236}">
                  <a16:creationId xmlns:a16="http://schemas.microsoft.com/office/drawing/2014/main" id="{C83AA157-52ED-E5B6-DABA-ADBAA06F803D}"/>
                </a:ext>
              </a:extLst>
            </p:cNvPr>
            <p:cNvSpPr/>
            <p:nvPr/>
          </p:nvSpPr>
          <p:spPr>
            <a:xfrm rot="1800000">
              <a:off x="762000" y="3810000"/>
              <a:ext cx="2667000" cy="1651000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69847CFC-D9C4-F285-13FB-08F7CB19A67F}"/>
              </a:ext>
            </a:extLst>
          </p:cNvPr>
          <p:cNvGrpSpPr/>
          <p:nvPr/>
        </p:nvGrpSpPr>
        <p:grpSpPr>
          <a:xfrm>
            <a:off x="4254500" y="762000"/>
            <a:ext cx="3556000" cy="4699000"/>
            <a:chOff x="4254500" y="762000"/>
            <a:chExt cx="3556000" cy="4699000"/>
          </a:xfrm>
          <a:gradFill flip="none" rotWithShape="1">
            <a:gsLst>
              <a:gs pos="0">
                <a:srgbClr val="1E50C8"/>
              </a:gs>
              <a:gs pos="100000">
                <a:srgbClr val="FADC28"/>
              </a:gs>
            </a:gsLst>
            <a:lin ang="5400000" scaled="1"/>
            <a:tileRect/>
          </a:gradFill>
        </p:grpSpPr>
        <p:sp>
          <p:nvSpPr>
            <p:cNvPr id="6" name="G1A">
              <a:extLst>
                <a:ext uri="{FF2B5EF4-FFF2-40B4-BE49-F238E27FC236}">
                  <a16:creationId xmlns:a16="http://schemas.microsoft.com/office/drawing/2014/main" id="{4E95C6C1-8DB7-D87E-2B32-49C0544FFBC6}"/>
                </a:ext>
              </a:extLst>
            </p:cNvPr>
            <p:cNvSpPr/>
            <p:nvPr/>
          </p:nvSpPr>
          <p:spPr>
            <a:xfrm>
              <a:off x="4254500" y="762000"/>
              <a:ext cx="1524000" cy="2794000"/>
            </a:xfrm>
            <a:prstGeom prst="rect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G1B">
              <a:extLst>
                <a:ext uri="{FF2B5EF4-FFF2-40B4-BE49-F238E27FC236}">
                  <a16:creationId xmlns:a16="http://schemas.microsoft.com/office/drawing/2014/main" id="{C7FE8D19-6F77-3393-A324-89B76828A703}"/>
                </a:ext>
              </a:extLst>
            </p:cNvPr>
            <p:cNvSpPr/>
            <p:nvPr/>
          </p:nvSpPr>
          <p:spPr>
            <a:xfrm flipH="1">
              <a:off x="5651500" y="762000"/>
              <a:ext cx="2159000" cy="2794000"/>
            </a:xfrm>
            <a:prstGeom prst="parallelogram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G1C">
              <a:extLst>
                <a:ext uri="{FF2B5EF4-FFF2-40B4-BE49-F238E27FC236}">
                  <a16:creationId xmlns:a16="http://schemas.microsoft.com/office/drawing/2014/main" id="{3BAD3A83-4357-97C4-34F8-507FCF75C7E3}"/>
                </a:ext>
              </a:extLst>
            </p:cNvPr>
            <p:cNvSpPr/>
            <p:nvPr/>
          </p:nvSpPr>
          <p:spPr>
            <a:xfrm rot="1800000">
              <a:off x="4762500" y="3810000"/>
              <a:ext cx="2667000" cy="1651000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524107C-3174-18F2-739B-9F86FDCC8E0B}"/>
              </a:ext>
            </a:extLst>
          </p:cNvPr>
          <p:cNvGrpSpPr/>
          <p:nvPr/>
        </p:nvGrpSpPr>
        <p:grpSpPr>
          <a:xfrm flipH="1">
            <a:off x="8255000" y="762000"/>
            <a:ext cx="3556000" cy="4699000"/>
            <a:chOff x="8255000" y="762000"/>
            <a:chExt cx="3556000" cy="4699000"/>
          </a:xfrm>
          <a:blipFill>
            <a:blip r:embed="rId2"/>
            <a:stretch>
              <a:fillRect/>
            </a:stretch>
          </a:blipFill>
        </p:grpSpPr>
        <p:sp>
          <p:nvSpPr>
            <p:cNvPr id="10" name="G2A">
              <a:extLst>
                <a:ext uri="{FF2B5EF4-FFF2-40B4-BE49-F238E27FC236}">
                  <a16:creationId xmlns:a16="http://schemas.microsoft.com/office/drawing/2014/main" id="{09B227FE-0BE2-646F-F3EC-BBE9F4F3E49B}"/>
                </a:ext>
              </a:extLst>
            </p:cNvPr>
            <p:cNvSpPr/>
            <p:nvPr/>
          </p:nvSpPr>
          <p:spPr>
            <a:xfrm>
              <a:off x="8255000" y="762000"/>
              <a:ext cx="1524000" cy="2794000"/>
            </a:xfrm>
            <a:prstGeom prst="rect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G2B">
              <a:extLst>
                <a:ext uri="{FF2B5EF4-FFF2-40B4-BE49-F238E27FC236}">
                  <a16:creationId xmlns:a16="http://schemas.microsoft.com/office/drawing/2014/main" id="{14F23570-A6FD-5B74-3049-B1675D8E4412}"/>
                </a:ext>
              </a:extLst>
            </p:cNvPr>
            <p:cNvSpPr/>
            <p:nvPr/>
          </p:nvSpPr>
          <p:spPr>
            <a:xfrm flipH="1">
              <a:off x="9652000" y="762000"/>
              <a:ext cx="2159000" cy="2794000"/>
            </a:xfrm>
            <a:prstGeom prst="parallelogram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G2C">
              <a:extLst>
                <a:ext uri="{FF2B5EF4-FFF2-40B4-BE49-F238E27FC236}">
                  <a16:creationId xmlns:a16="http://schemas.microsoft.com/office/drawing/2014/main" id="{2BBB8DD6-0AF0-2644-3EA7-D34E3D27C034}"/>
                </a:ext>
              </a:extLst>
            </p:cNvPr>
            <p:cNvSpPr/>
            <p:nvPr/>
          </p:nvSpPr>
          <p:spPr>
            <a:xfrm rot="1800000">
              <a:off x="8763000" y="3810000"/>
              <a:ext cx="2667000" cy="1651000"/>
            </a:xfrm>
            <a:prstGeom prst="ellipse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3102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2026-10-17T02:15:27Z</dcterms:created>
  <dcterms:modified xsi:type="dcterms:W3CDTF">2026-10-17T02:15:28Z</dcterms:modified>
</cp:coreProperties>
</file>