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1DEE26F-1475-18A7-363F-DE0763722D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C90D136C-230E-EE5F-FB23-2217405870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0D853C3-508C-DBEB-5CD4-BFB8358FF9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1EB60-6CDE-48F6-9327-8823689CDD35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94B143E-7EA2-D0AE-76A3-151B6DD01F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EE33F4-D970-1B07-5479-ABFDE00A2C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431C63-252D-421B-AFF3-19CADB89E44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815191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DA3EF96-EE4E-0B99-9C91-ECAF92AEEF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4DD79A6-3E7E-E972-9319-70C6BE7177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456CEA0-0D29-8E05-6008-6F2000D6BD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1EB60-6CDE-48F6-9327-8823689CDD35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BC19591-525E-CED3-F6CC-D6106520D6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7E253C5-9883-49A7-CF28-F2269F6A1D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431C63-252D-421B-AFF3-19CADB89E44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245849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BE8DDE5-4154-ACAF-CE50-E6B1468C4A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C180F70-225C-97DF-B539-95322AA4BD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EA0DA02-AC95-3536-BF3A-09E7797202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1EB60-6CDE-48F6-9327-8823689CDD35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4F8A8FA-3DEA-0D2F-F953-24C23557D6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FCE0855-663C-9795-FDF7-5C3E48C30C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431C63-252D-421B-AFF3-19CADB89E44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177997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3F40BD7-1953-6398-3897-0D5273A112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0CDD457-38FE-3F46-0B25-7FD03485C58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C9A4417-109F-B5C1-8885-121078636A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AC94012-C0A9-FEBC-BBA8-85CC29552C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1EB60-6CDE-48F6-9327-8823689CDD35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2705597-66E8-155A-91BB-2DA7E2D6A0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5F520A4-7306-D9A6-1782-B4C1D49ADD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431C63-252D-421B-AFF3-19CADB89E44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033919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A6F04FA-A7CB-7210-58A1-AA7C456A28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77988CF-14EC-A3D5-033D-8C5F60A98E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CC190DB-1942-FC71-FE0C-549251AC2B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8D6805AD-8378-018E-A7FB-BA0CA9C270B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8171ADEE-8E65-9BFB-03AB-420786E1558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31F849EB-9A47-C7F0-93B4-FA70952E01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1EB60-6CDE-48F6-9327-8823689CDD35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2725FB65-590E-0C0D-586B-9F1805945B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E1E994A5-F4DB-3BB7-24C5-4A26D62999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431C63-252D-421B-AFF3-19CADB89E44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049958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603A52A-B199-9DBC-D3B3-24F1715D2F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59829095-C68D-E70B-0592-DAB7740468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1EB60-6CDE-48F6-9327-8823689CDD35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455B0FF4-B1FB-FFBB-94A5-6652F8F3F4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92FC047-5911-29D6-B00A-C72787C719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431C63-252D-421B-AFF3-19CADB89E44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970359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9C696024-F348-22AF-7000-4CE5BA9CB4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1EB60-6CDE-48F6-9327-8823689CDD35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221DB85F-36F7-C058-52B6-E8F16847DA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2B657F1-FE95-34B7-4573-D5F5A57F58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431C63-252D-421B-AFF3-19CADB89E44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441707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E597EFB-67A4-072C-A7B1-8C2B1EFF74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0177C26-B65F-0B3D-C44A-1E121CBB88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CF30063-B74F-1330-BE2A-3AE7AD6A1BF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846C4FC-05D3-D650-EB79-E8BBEAA1F0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1EB60-6CDE-48F6-9327-8823689CDD35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8285837-7461-3AF3-5E7A-0F44B5A01E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C231502-FA54-2530-0F24-DF0AB05A0C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431C63-252D-421B-AFF3-19CADB89E44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382256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4F350A8-D3EA-92A2-505F-72971AB40E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4A44347F-3DC0-785F-0E14-AE06E8B9EC1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FE65981-3BA5-5F41-C63A-B30D00F3E2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E0FF30A-2D69-EFE2-2CC4-BA81531BF3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1EB60-6CDE-48F6-9327-8823689CDD35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D2C0F52-AD6E-2BF0-8118-7393B91514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21BAEEF-ED77-5D6C-7DE9-61040F04D5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431C63-252D-421B-AFF3-19CADB89E44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05221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F59D8CB-53C8-A46C-12D1-44E1F0844B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B00CC2C-702E-5DCC-7771-DC5AFBFC1B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02DF656-36E2-1869-F516-384B639D74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1EB60-6CDE-48F6-9327-8823689CDD35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9D98827-3193-7648-9727-E6016BEE85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6649F47-7A71-7B78-0483-C383EF5601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431C63-252D-421B-AFF3-19CADB89E44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941595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967A1399-5C99-4859-285D-08A444FC7BF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4C524B3-C23D-78A1-611F-F6A37D58D3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04A0445-6505-2B95-E331-BD18062625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1EB60-6CDE-48F6-9327-8823689CDD35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D2BD125-85C1-A878-FC17-09C3099F59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036303B-4410-4470-60EE-069244844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431C63-252D-421B-AFF3-19CADB89E44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617487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27089F3C-99C9-6B9D-17FF-7745D66291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79CC662-D9AB-7CF1-3C25-C3BAD0E89E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E88582E-CC07-3B90-26A4-C36DCC3FA01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F91EB60-6CDE-48F6-9327-8823689CDD35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DDFB707-2D46-CA81-21D1-043C3A30D37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0BF72B7-124D-A282-0554-F9C73CE112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2431C63-252D-421B-AFF3-19CADB89E44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114024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3EBC01E2-5055-2736-0E00-66C25E2352B0}"/>
              </a:ext>
            </a:extLst>
          </p:cNvPr>
          <p:cNvSpPr txBox="1"/>
          <p:nvPr/>
        </p:nvSpPr>
        <p:spPr>
          <a:xfrm>
            <a:off x="254000" y="254000"/>
            <a:ext cx="2159000" cy="3048000"/>
          </a:xfrm>
          <a:prstGeom prst="rect">
            <a:avLst/>
          </a:prstGeom>
          <a:noFill/>
          <a:ln>
            <a:solidFill>
              <a:srgbClr val="A0A0A0"/>
            </a:solidFill>
          </a:ln>
        </p:spPr>
        <p:txBody>
          <a:bodyPr vert="eaVert" wrap="square" lIns="457200" tIns="228600" rIns="76200" bIns="0" anchor="t">
            <a:noAutofit/>
          </a:bodyPr>
          <a:lstStyle/>
          <a:p>
            <a:r>
              <a:rPr lang="zh-CN" altLang="en-US" sz="2800">
                <a:latin typeface="微软雅黑"/>
                <a:ea typeface="微软雅黑"/>
              </a:rPr>
              <a:t>竖排文字AB12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1A099958-DE0E-116E-D799-04B627AC1071}"/>
              </a:ext>
            </a:extLst>
          </p:cNvPr>
          <p:cNvSpPr txBox="1"/>
          <p:nvPr/>
        </p:nvSpPr>
        <p:spPr>
          <a:xfrm>
            <a:off x="2641600" y="254000"/>
            <a:ext cx="2159000" cy="3048000"/>
          </a:xfrm>
          <a:prstGeom prst="rect">
            <a:avLst/>
          </a:prstGeom>
          <a:noFill/>
          <a:ln>
            <a:solidFill>
              <a:srgbClr val="A0A0A0"/>
            </a:solidFill>
          </a:ln>
        </p:spPr>
        <p:txBody>
          <a:bodyPr vert="vert" wrap="square" lIns="457200" tIns="228600" rIns="76200" bIns="0" anchor="t">
            <a:noAutofit/>
          </a:bodyPr>
          <a:lstStyle/>
          <a:p>
            <a:r>
              <a:rPr lang="zh-CN" altLang="en-US" sz="2800">
                <a:latin typeface="微软雅黑"/>
                <a:ea typeface="微软雅黑"/>
              </a:rPr>
              <a:t>竖排文字AB12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B0CC84DE-2BFC-17F2-FD05-C7985A1B68F4}"/>
              </a:ext>
            </a:extLst>
          </p:cNvPr>
          <p:cNvSpPr txBox="1"/>
          <p:nvPr/>
        </p:nvSpPr>
        <p:spPr>
          <a:xfrm>
            <a:off x="5029200" y="254000"/>
            <a:ext cx="2159000" cy="3048000"/>
          </a:xfrm>
          <a:prstGeom prst="rect">
            <a:avLst/>
          </a:prstGeom>
          <a:noFill/>
          <a:ln>
            <a:solidFill>
              <a:srgbClr val="A0A0A0"/>
            </a:solidFill>
          </a:ln>
        </p:spPr>
        <p:txBody>
          <a:bodyPr vert="vert270" wrap="square" lIns="457200" tIns="228600" rIns="76200" bIns="0" anchor="t">
            <a:noAutofit/>
          </a:bodyPr>
          <a:lstStyle/>
          <a:p>
            <a:r>
              <a:rPr lang="zh-CN" altLang="en-US" sz="2800">
                <a:latin typeface="微软雅黑"/>
                <a:ea typeface="微软雅黑"/>
              </a:rPr>
              <a:t>竖排文字AB12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54A04DE0-9BA6-66E0-746B-6B99FA3E4740}"/>
              </a:ext>
            </a:extLst>
          </p:cNvPr>
          <p:cNvSpPr txBox="1"/>
          <p:nvPr/>
        </p:nvSpPr>
        <p:spPr>
          <a:xfrm>
            <a:off x="7416800" y="254000"/>
            <a:ext cx="2159000" cy="3048000"/>
          </a:xfrm>
          <a:prstGeom prst="rect">
            <a:avLst/>
          </a:prstGeom>
          <a:noFill/>
          <a:ln>
            <a:solidFill>
              <a:srgbClr val="A0A0A0"/>
            </a:solidFill>
          </a:ln>
        </p:spPr>
        <p:txBody>
          <a:bodyPr vert="mongolianVert" wrap="square" lIns="457200" tIns="228600" rIns="76200" bIns="0" anchor="t">
            <a:noAutofit/>
          </a:bodyPr>
          <a:lstStyle/>
          <a:p>
            <a:r>
              <a:rPr lang="zh-CN" altLang="en-US" sz="2800">
                <a:latin typeface="微软雅黑"/>
                <a:ea typeface="微软雅黑"/>
              </a:rPr>
              <a:t>竖排文字AB12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A63DC4B0-27A7-5DB2-A4D3-5F956E11E967}"/>
              </a:ext>
            </a:extLst>
          </p:cNvPr>
          <p:cNvSpPr txBox="1"/>
          <p:nvPr/>
        </p:nvSpPr>
        <p:spPr>
          <a:xfrm>
            <a:off x="9804400" y="254000"/>
            <a:ext cx="2159000" cy="3048000"/>
          </a:xfrm>
          <a:prstGeom prst="rect">
            <a:avLst/>
          </a:prstGeom>
          <a:noFill/>
          <a:ln>
            <a:solidFill>
              <a:srgbClr val="A0A0A0"/>
            </a:solidFill>
          </a:ln>
        </p:spPr>
        <p:txBody>
          <a:bodyPr vert="wordArtVert" wrap="square" lIns="457200" tIns="228600" rIns="76200" bIns="0" anchor="t">
            <a:noAutofit/>
          </a:bodyPr>
          <a:lstStyle/>
          <a:p>
            <a:r>
              <a:rPr lang="zh-CN" altLang="en-US" sz="2800">
                <a:latin typeface="微软雅黑"/>
                <a:ea typeface="微软雅黑"/>
              </a:rPr>
              <a:t>竖排文字AB12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20593694-6F46-B9E4-3135-491BCDA93FBC}"/>
              </a:ext>
            </a:extLst>
          </p:cNvPr>
          <p:cNvSpPr txBox="1"/>
          <p:nvPr/>
        </p:nvSpPr>
        <p:spPr>
          <a:xfrm>
            <a:off x="254000" y="3556000"/>
            <a:ext cx="2159000" cy="3048000"/>
          </a:xfrm>
          <a:prstGeom prst="rect">
            <a:avLst/>
          </a:prstGeom>
          <a:noFill/>
          <a:ln>
            <a:solidFill>
              <a:srgbClr val="A0A0A0"/>
            </a:solidFill>
          </a:ln>
        </p:spPr>
        <p:txBody>
          <a:bodyPr vert="eaVert" wrap="square" anchor="t">
            <a:noAutofit/>
          </a:bodyPr>
          <a:lstStyle/>
          <a:p>
            <a:r>
              <a:rPr lang="zh-CN" altLang="en-US" sz="2800">
                <a:latin typeface="微软雅黑"/>
                <a:ea typeface="微软雅黑"/>
              </a:rPr>
              <a:t>竖排文字AB12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FB2A437F-6659-B6ED-C78D-C87DBE21748D}"/>
              </a:ext>
            </a:extLst>
          </p:cNvPr>
          <p:cNvSpPr txBox="1"/>
          <p:nvPr/>
        </p:nvSpPr>
        <p:spPr>
          <a:xfrm>
            <a:off x="2641600" y="3556000"/>
            <a:ext cx="2159000" cy="3048000"/>
          </a:xfrm>
          <a:prstGeom prst="rect">
            <a:avLst/>
          </a:prstGeom>
          <a:noFill/>
          <a:ln>
            <a:solidFill>
              <a:srgbClr val="A0A0A0"/>
            </a:solidFill>
          </a:ln>
        </p:spPr>
        <p:txBody>
          <a:bodyPr vert="vert" wrap="square" anchor="t">
            <a:noAutofit/>
          </a:bodyPr>
          <a:lstStyle/>
          <a:p>
            <a:r>
              <a:rPr lang="zh-CN" altLang="en-US" sz="2800">
                <a:latin typeface="微软雅黑"/>
                <a:ea typeface="微软雅黑"/>
              </a:rPr>
              <a:t>竖排文字AB12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F4D7320-D47C-55DD-0A23-CA1B3EE7529E}"/>
              </a:ext>
            </a:extLst>
          </p:cNvPr>
          <p:cNvSpPr txBox="1"/>
          <p:nvPr/>
        </p:nvSpPr>
        <p:spPr>
          <a:xfrm>
            <a:off x="5029200" y="3556000"/>
            <a:ext cx="2159000" cy="3048000"/>
          </a:xfrm>
          <a:prstGeom prst="rect">
            <a:avLst/>
          </a:prstGeom>
          <a:noFill/>
          <a:ln>
            <a:solidFill>
              <a:srgbClr val="A0A0A0"/>
            </a:solidFill>
          </a:ln>
        </p:spPr>
        <p:txBody>
          <a:bodyPr vert="vert270" wrap="square" anchor="t">
            <a:noAutofit/>
          </a:bodyPr>
          <a:lstStyle/>
          <a:p>
            <a:r>
              <a:rPr lang="zh-CN" altLang="en-US" sz="2800">
                <a:latin typeface="微软雅黑"/>
                <a:ea typeface="微软雅黑"/>
              </a:rPr>
              <a:t>竖排文字AB12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240CF705-DC0B-965B-6958-B7CA1AEBC258}"/>
              </a:ext>
            </a:extLst>
          </p:cNvPr>
          <p:cNvSpPr txBox="1"/>
          <p:nvPr/>
        </p:nvSpPr>
        <p:spPr>
          <a:xfrm>
            <a:off x="7416800" y="3556000"/>
            <a:ext cx="2159000" cy="3048000"/>
          </a:xfrm>
          <a:prstGeom prst="rect">
            <a:avLst/>
          </a:prstGeom>
          <a:noFill/>
          <a:ln>
            <a:solidFill>
              <a:srgbClr val="A0A0A0"/>
            </a:solidFill>
          </a:ln>
        </p:spPr>
        <p:txBody>
          <a:bodyPr vert="mongolianVert" wrap="square" anchor="t">
            <a:noAutofit/>
          </a:bodyPr>
          <a:lstStyle/>
          <a:p>
            <a:r>
              <a:rPr lang="zh-CN" altLang="en-US" sz="2800">
                <a:latin typeface="微软雅黑"/>
                <a:ea typeface="微软雅黑"/>
              </a:rPr>
              <a:t>竖排文字AB12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336BF26E-EB74-C11C-BCCD-440513574B41}"/>
              </a:ext>
            </a:extLst>
          </p:cNvPr>
          <p:cNvSpPr txBox="1"/>
          <p:nvPr/>
        </p:nvSpPr>
        <p:spPr>
          <a:xfrm>
            <a:off x="9804400" y="3556000"/>
            <a:ext cx="2159000" cy="3048000"/>
          </a:xfrm>
          <a:prstGeom prst="rect">
            <a:avLst/>
          </a:prstGeom>
          <a:noFill/>
          <a:ln>
            <a:solidFill>
              <a:srgbClr val="A0A0A0"/>
            </a:solidFill>
          </a:ln>
        </p:spPr>
        <p:txBody>
          <a:bodyPr vert="wordArtVert" wrap="square" anchor="t">
            <a:noAutofit/>
          </a:bodyPr>
          <a:lstStyle/>
          <a:p>
            <a:r>
              <a:rPr lang="zh-CN" altLang="en-US" sz="2800">
                <a:latin typeface="微软雅黑"/>
                <a:ea typeface="微软雅黑"/>
              </a:rPr>
              <a:t>竖排文字AB12</a:t>
            </a:r>
          </a:p>
        </p:txBody>
      </p:sp>
    </p:spTree>
    <p:extLst>
      <p:ext uri="{BB962C8B-B14F-4D97-AF65-F5344CB8AC3E}">
        <p14:creationId xmlns:p14="http://schemas.microsoft.com/office/powerpoint/2010/main" val="22721753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</Words>
  <Application>Microsoft Office PowerPoint</Application>
  <PresentationFormat>自定义</PresentationFormat>
  <Paragraphs>10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yijin zhou</dc:creator>
  <cp:lastModifiedBy>yijin zhou</cp:lastModifiedBy>
  <cp:revision>1</cp:revision>
  <dcterms:created xsi:type="dcterms:W3CDTF">2026-10-19T07:40:26Z</dcterms:created>
  <dcterms:modified xsi:type="dcterms:W3CDTF">2026-10-19T07:40:26Z</dcterms:modified>
</cp:coreProperties>
</file>