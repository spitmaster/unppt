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89798B-4156-518A-04CD-FCB0AA46E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07C7F01-BBF4-F579-61B0-54603CD9B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77E8D7-CF92-9C91-6451-A90884A20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5AD3E-44E7-46A7-9400-DEE8416924A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AFBEAF-8BD1-38BC-682E-288110F74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91ACB1-A346-AB5E-67F2-5ABAF8BC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6694-5560-4477-A0A5-365D351BB0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536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63E74-A135-2825-17AC-EF7157453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67652D-39D5-FA8D-A5DD-EB895DBBC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570CCC-D752-17E6-F96E-2302988CB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5AD3E-44E7-46A7-9400-DEE8416924A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79E0DE-77FF-D610-3267-5B84BD86A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D410FF-F84D-9D97-FD05-1D34A740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6694-5560-4477-A0A5-365D351BB0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182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05AFE-2E2E-E48E-D698-3A0B50D1E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7CB062-244D-8C5F-2BE0-F082D2735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492066-E70F-6614-8E30-1585029E1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5AD3E-44E7-46A7-9400-DEE8416924A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7A7044-F3D2-A98D-1871-619233E57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295E09-3962-467D-4B18-6E505460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6694-5560-4477-A0A5-365D351BB0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464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85C553-8889-88F5-34BD-27A724AA4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958440-051D-3349-2EFB-6F20CEEBA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91B465-0BA2-88C5-7BAD-951B98B6D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4C3304-0B75-E854-15C4-3146FEC78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5AD3E-44E7-46A7-9400-DEE8416924A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95E6C7-0180-F356-54E9-D235C55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112A58-F842-CC6E-1CB9-3630FB6BA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6694-5560-4477-A0A5-365D351BB0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287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3247AF-368E-CD7D-B092-23EBAE080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5F0E4F-706C-2451-8FE2-52FFE70FB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BB54EB-07CF-8DB5-0B2A-A336BF783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1CE317F-2119-6C6C-07B0-7732C112FD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73FE7F-4E3B-9225-28F9-014B1EB15C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76AEAF-E5DF-7E30-636E-95E595393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5AD3E-44E7-46A7-9400-DEE8416924A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2C77DE-D33A-7E3E-6323-60F0FAA52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6E413BE-A268-1454-19CD-756FA9358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6694-5560-4477-A0A5-365D351BB0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00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5D8363-B05D-F15D-234D-6C3E2BCF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1061B4-826E-6E7A-66BC-93EDE381B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5AD3E-44E7-46A7-9400-DEE8416924A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A56C3C9-11C2-577F-043A-8C709185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560881-67D7-0F2D-E863-DE7EDB7D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6694-5560-4477-A0A5-365D351BB0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322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2CBA2C-2C28-E1C6-D144-A080E41CC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5AD3E-44E7-46A7-9400-DEE8416924A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C0E839-1713-CEA3-C23B-E1F77AE8D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2B44A9-633F-8C17-4682-6FC37D31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6694-5560-4477-A0A5-365D351BB0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626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9961F7-4D80-0352-C4D9-CF144F80D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C7ACFF-4827-91EA-BDBA-42153B93B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B9679C-C1A0-DF55-0DC6-3F13FDFBD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6911CC-D85F-D7CC-38C9-45C9115A3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5AD3E-44E7-46A7-9400-DEE8416924A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238FC7-8276-086E-05AD-954CBBC0A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B68089-F3B7-CAEA-B0E8-479473AFF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6694-5560-4477-A0A5-365D351BB0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038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4ACAA-D110-D59B-4CC1-225D0C1FD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CCABAC6-B507-CC3B-8408-1DAD5E68AD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E8DC6D-BC19-B45E-9600-CC0B2D45E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A9A904-88E8-FEBE-4176-6DA00C68D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5AD3E-44E7-46A7-9400-DEE8416924A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DC81B9-1CED-844B-C70A-2F757456B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5D791D-D24F-4D04-A599-65ED2057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6694-5560-4477-A0A5-365D351BB0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43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ADF3B-4F3F-488B-6D50-0928E4B33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E32656-98C7-4460-F880-2E8236DA2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97AAA3-CC1F-6D0F-0EAE-3B94DD746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5AD3E-44E7-46A7-9400-DEE8416924A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A94960-EA1C-6F2A-4CE5-24112F2C7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3496D9-3CBD-A59A-24BA-A71E1D22F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6694-5560-4477-A0A5-365D351BB0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181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7E672F-FBB9-A2ED-5A39-D88D8D1B4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50952B-6F8D-DFB0-C0B2-7B114C776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1A8E7F-4A84-4C61-097A-F7BDEFB7B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5AD3E-44E7-46A7-9400-DEE8416924A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AE02F2-5FB7-5705-2C04-A5AED2979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CB06A4-4E2E-58C9-39AB-992E2C35D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6694-5560-4477-A0A5-365D351BB0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014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B490B3E-D963-19FB-3DF9-90E0E4D1E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6FD327-9E28-34CD-6149-389E865E8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16717E-D863-DED7-0608-123F9A9F25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F5AD3E-44E7-46A7-9400-DEE8416924A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116F5D-71D7-74A7-FF6F-76DEB94142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28347E-3756-4B60-16DB-59585A827F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6E6694-5560-4477-A0A5-365D351BB0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27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8145334-27A7-9A59-5332-ED8418507B3D}"/>
              </a:ext>
            </a:extLst>
          </p:cNvPr>
          <p:cNvSpPr txBox="1"/>
          <p:nvPr/>
        </p:nvSpPr>
        <p:spPr>
          <a:xfrm>
            <a:off x="254000" y="254000"/>
            <a:ext cx="3556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0">
              <a:buFont typeface="Helvetica"/>
              <a:buChar char="•"/>
            </a:pPr>
            <a:r>
              <a:rPr lang="zh-CN" altLang="en-US" sz="2000">
                <a:latin typeface="微软雅黑"/>
                <a:ea typeface="微软雅黑"/>
              </a:rPr>
              <a:t>ABC一二三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A1CF56-1880-3704-2283-4FED2B70E9F9}"/>
              </a:ext>
            </a:extLst>
          </p:cNvPr>
          <p:cNvSpPr txBox="1"/>
          <p:nvPr/>
        </p:nvSpPr>
        <p:spPr>
          <a:xfrm>
            <a:off x="254000" y="1333500"/>
            <a:ext cx="3556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0">
              <a:buFont typeface="NoSuchFontXyz"/>
              <a:buChar char="•"/>
            </a:pPr>
            <a:r>
              <a:rPr lang="zh-CN" altLang="en-US" sz="2000">
                <a:latin typeface="微软雅黑"/>
                <a:ea typeface="微软雅黑"/>
              </a:rPr>
              <a:t>ABC一二三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5EF779-D321-56AA-FBBC-3DF0AAB8CBDD}"/>
              </a:ext>
            </a:extLst>
          </p:cNvPr>
          <p:cNvSpPr txBox="1"/>
          <p:nvPr/>
        </p:nvSpPr>
        <p:spPr>
          <a:xfrm>
            <a:off x="254000" y="2413000"/>
            <a:ext cx="3556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0">
              <a:buFont typeface="NoSuchFontXyz" charset="-122"/>
              <a:buChar char="•"/>
            </a:pPr>
            <a:r>
              <a:rPr lang="zh-CN" altLang="en-US" sz="2000">
                <a:latin typeface="微软雅黑"/>
                <a:ea typeface="微软雅黑"/>
              </a:rPr>
              <a:t>ABC一二三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25DE8E-D835-9D4D-9AA8-F95F31E1351D}"/>
              </a:ext>
            </a:extLst>
          </p:cNvPr>
          <p:cNvSpPr txBox="1"/>
          <p:nvPr/>
        </p:nvSpPr>
        <p:spPr>
          <a:xfrm>
            <a:off x="254000" y="3492500"/>
            <a:ext cx="3556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0">
              <a:buFont typeface="NoSuchFontXyz" pitchFamily="34" charset="0"/>
              <a:buChar char="•"/>
            </a:pPr>
            <a:r>
              <a:rPr lang="zh-CN" altLang="en-US" sz="2000">
                <a:latin typeface="微软雅黑"/>
                <a:ea typeface="微软雅黑"/>
              </a:rPr>
              <a:t>ABC一二三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AEBF37-9692-0797-2789-7E85A6C9B69A}"/>
              </a:ext>
            </a:extLst>
          </p:cNvPr>
          <p:cNvSpPr txBox="1"/>
          <p:nvPr/>
        </p:nvSpPr>
        <p:spPr>
          <a:xfrm>
            <a:off x="254000" y="4572000"/>
            <a:ext cx="3556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0">
              <a:buFont typeface="Arial"/>
              <a:buChar char="•"/>
            </a:pPr>
            <a:r>
              <a:rPr lang="zh-CN" altLang="en-US" sz="2000">
                <a:latin typeface="微软雅黑"/>
                <a:ea typeface="微软雅黑"/>
              </a:rPr>
              <a:t>ABC一二三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310C7D-B829-C27B-5199-E21B4000AD2A}"/>
              </a:ext>
            </a:extLst>
          </p:cNvPr>
          <p:cNvSpPr txBox="1"/>
          <p:nvPr/>
        </p:nvSpPr>
        <p:spPr>
          <a:xfrm>
            <a:off x="254000" y="5651500"/>
            <a:ext cx="3556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0">
              <a:buFont typeface="Helvetica"/>
              <a:buChar char="•"/>
            </a:pPr>
            <a:r>
              <a:rPr lang="zh-CN" altLang="en-US" sz="2000">
                <a:latin typeface="Times New Roman"/>
                <a:ea typeface="Times New Roman"/>
              </a:rPr>
              <a:t>ABC一二三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D0B633-C6E3-3E27-0208-CB25676E7F02}"/>
              </a:ext>
            </a:extLst>
          </p:cNvPr>
          <p:cNvSpPr txBox="1"/>
          <p:nvPr/>
        </p:nvSpPr>
        <p:spPr>
          <a:xfrm>
            <a:off x="4191000" y="254000"/>
            <a:ext cx="3556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0">
              <a:buFont typeface="NoSuchFontXyz"/>
              <a:buChar char="•"/>
            </a:pPr>
            <a:r>
              <a:rPr lang="zh-CN" altLang="en-US" sz="2000">
                <a:latin typeface="Times New Roman"/>
                <a:ea typeface="Times New Roman"/>
              </a:rPr>
              <a:t>ABC一二三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E9079B-FBBF-AD5E-3596-60F52214D25E}"/>
              </a:ext>
            </a:extLst>
          </p:cNvPr>
          <p:cNvSpPr txBox="1"/>
          <p:nvPr/>
        </p:nvSpPr>
        <p:spPr>
          <a:xfrm>
            <a:off x="4191000" y="1333500"/>
            <a:ext cx="3556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0">
              <a:buFont typeface="NoSuchFontXyz" charset="-122"/>
              <a:buChar char="•"/>
            </a:pPr>
            <a:r>
              <a:rPr lang="zh-CN" altLang="en-US" sz="2000">
                <a:latin typeface="Times New Roman"/>
                <a:ea typeface="Times New Roman"/>
              </a:rPr>
              <a:t>ABC一二三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F27954-0120-5458-D40B-5E934D4451D8}"/>
              </a:ext>
            </a:extLst>
          </p:cNvPr>
          <p:cNvSpPr txBox="1"/>
          <p:nvPr/>
        </p:nvSpPr>
        <p:spPr>
          <a:xfrm>
            <a:off x="4191000" y="2413000"/>
            <a:ext cx="3556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0">
              <a:buFont typeface="NoSuchFontXyz" pitchFamily="34" charset="0"/>
              <a:buChar char="•"/>
            </a:pPr>
            <a:r>
              <a:rPr lang="zh-CN" altLang="en-US" sz="2000">
                <a:latin typeface="Times New Roman"/>
                <a:ea typeface="Times New Roman"/>
              </a:rPr>
              <a:t>ABC一二三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6F5794-578D-84F4-2D8D-409796D1E1A0}"/>
              </a:ext>
            </a:extLst>
          </p:cNvPr>
          <p:cNvSpPr txBox="1"/>
          <p:nvPr/>
        </p:nvSpPr>
        <p:spPr>
          <a:xfrm>
            <a:off x="4191000" y="3492500"/>
            <a:ext cx="3556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0">
              <a:buFont typeface="Arial"/>
              <a:buChar char="•"/>
            </a:pPr>
            <a:r>
              <a:rPr lang="zh-CN" altLang="en-US" sz="2000">
                <a:latin typeface="Times New Roman"/>
                <a:ea typeface="Times New Roman"/>
              </a:rPr>
              <a:t>ABC一二三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2B72E71-8ACA-82A1-FF58-6EB013F274F1}"/>
              </a:ext>
            </a:extLst>
          </p:cNvPr>
          <p:cNvSpPr txBox="1"/>
          <p:nvPr/>
        </p:nvSpPr>
        <p:spPr>
          <a:xfrm>
            <a:off x="4191000" y="4572000"/>
            <a:ext cx="3556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0">
              <a:buFont typeface="+mj-lt"/>
              <a:buAutoNum type="arabicPeriod" startAt="10"/>
            </a:pPr>
            <a:r>
              <a:rPr lang="zh-CN" altLang="en-US" sz="2000">
                <a:latin typeface="Arial"/>
                <a:ea typeface="宋体"/>
              </a:rPr>
              <a:t>ABC一二三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56E97F0-01E3-CA76-2B19-F28C8C81708D}"/>
              </a:ext>
            </a:extLst>
          </p:cNvPr>
          <p:cNvSpPr txBox="1"/>
          <p:nvPr/>
        </p:nvSpPr>
        <p:spPr>
          <a:xfrm>
            <a:off x="4191000" y="5651500"/>
            <a:ext cx="3556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0">
              <a:buFont typeface="Courier New"/>
              <a:buAutoNum type="arabicPeriod" startAt="10"/>
            </a:pPr>
            <a:r>
              <a:rPr lang="zh-CN" altLang="en-US" sz="2000">
                <a:latin typeface="Arial"/>
                <a:ea typeface="宋体"/>
              </a:rPr>
              <a:t>ABC一二三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D3E2B63-C4B6-FB37-F4BF-0C8A0E86FE1C}"/>
              </a:ext>
            </a:extLst>
          </p:cNvPr>
          <p:cNvSpPr txBox="1"/>
          <p:nvPr/>
        </p:nvSpPr>
        <p:spPr>
          <a:xfrm>
            <a:off x="8128000" y="254000"/>
            <a:ext cx="3556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0">
              <a:buFont typeface="宋体"/>
              <a:buAutoNum type="romanUcPeriod"/>
            </a:pPr>
            <a:r>
              <a:rPr lang="zh-CN" altLang="en-US" sz="2000">
                <a:latin typeface="Arial"/>
                <a:ea typeface="宋体"/>
              </a:rPr>
              <a:t>ABC一二三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BE4AFDA-5A76-294E-5EBC-0FE8872D8D50}"/>
              </a:ext>
            </a:extLst>
          </p:cNvPr>
          <p:cNvSpPr txBox="1"/>
          <p:nvPr/>
        </p:nvSpPr>
        <p:spPr>
          <a:xfrm>
            <a:off x="8128000" y="1333500"/>
            <a:ext cx="3556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0">
              <a:buFont typeface="+mj-lt"/>
              <a:buAutoNum type="ea1ChsPeriod"/>
            </a:pPr>
            <a:r>
              <a:rPr lang="zh-CN" altLang="en-US" sz="2000">
                <a:latin typeface="Arial"/>
                <a:ea typeface="宋体"/>
              </a:rPr>
              <a:t>ABC一二三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B19721F-183A-EB59-0C4B-9598F5E42974}"/>
              </a:ext>
            </a:extLst>
          </p:cNvPr>
          <p:cNvSpPr txBox="1"/>
          <p:nvPr/>
        </p:nvSpPr>
        <p:spPr>
          <a:xfrm>
            <a:off x="8128000" y="2413000"/>
            <a:ext cx="3556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0">
              <a:buFont typeface="Courier New"/>
              <a:buAutoNum type="alphaLcParenR"/>
            </a:pPr>
            <a:r>
              <a:rPr lang="zh-CN" altLang="en-US" sz="2000">
                <a:latin typeface="Arial"/>
                <a:ea typeface="宋体"/>
              </a:rPr>
              <a:t>ABC一二三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DD83CF5-DF49-4296-0C7B-705F4A4E9F8F}"/>
              </a:ext>
            </a:extLst>
          </p:cNvPr>
          <p:cNvSpPr txBox="1"/>
          <p:nvPr/>
        </p:nvSpPr>
        <p:spPr>
          <a:xfrm>
            <a:off x="8128000" y="3492500"/>
            <a:ext cx="3556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0">
              <a:buFont typeface="+mj-lt"/>
              <a:buAutoNum type="ea1ChsPeriod"/>
            </a:pPr>
            <a:r>
              <a:rPr lang="zh-CN" altLang="en-US" sz="2000">
                <a:latin typeface="Times New Roman"/>
                <a:ea typeface="楷体"/>
              </a:rPr>
              <a:t>ABC一二三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1277C88-6C65-E4AA-CBCB-1E355E7AA853}"/>
              </a:ext>
            </a:extLst>
          </p:cNvPr>
          <p:cNvSpPr txBox="1"/>
          <p:nvPr/>
        </p:nvSpPr>
        <p:spPr>
          <a:xfrm>
            <a:off x="8128000" y="4572000"/>
            <a:ext cx="3556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0">
              <a:buFont typeface="Arial"/>
              <a:buAutoNum type="arabicParenR"/>
            </a:pPr>
            <a:r>
              <a:rPr lang="zh-CN" altLang="en-US" sz="2000">
                <a:latin typeface="Times New Roman"/>
                <a:ea typeface="楷体"/>
              </a:rPr>
              <a:t>ABC一二三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B51CBD9-8412-FD99-6D7E-6E789C821F33}"/>
              </a:ext>
            </a:extLst>
          </p:cNvPr>
          <p:cNvSpPr txBox="1"/>
          <p:nvPr/>
        </p:nvSpPr>
        <p:spPr>
          <a:xfrm>
            <a:off x="8128000" y="5651500"/>
            <a:ext cx="3556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0">
              <a:buFont typeface="+mj-lt"/>
              <a:buAutoNum type="arabicPeriod" startAt="10"/>
            </a:pPr>
            <a:r>
              <a:rPr lang="zh-CN" altLang="en-US" sz="2000">
                <a:latin typeface="Times New Roman"/>
                <a:ea typeface="楷体"/>
              </a:rPr>
              <a:t>ABC一二三</a:t>
            </a:r>
          </a:p>
        </p:txBody>
      </p:sp>
    </p:spTree>
    <p:extLst>
      <p:ext uri="{BB962C8B-B14F-4D97-AF65-F5344CB8AC3E}">
        <p14:creationId xmlns:p14="http://schemas.microsoft.com/office/powerpoint/2010/main" val="3435804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自定义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2026-10-23T12:45:14Z</dcterms:created>
  <dcterms:modified xsi:type="dcterms:W3CDTF">2026-10-23T12:45:14Z</dcterms:modified>
</cp:coreProperties>
</file>