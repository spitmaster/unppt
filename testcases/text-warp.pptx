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1F96E6-52BD-02D2-16F2-A7AEEF1C7B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18C028B-D1AB-362B-96FB-5DC9F339BE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4BDC80-574D-5552-89A0-CC0BB62AF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FA47C-D02B-4B2E-8497-12C481615948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B96B665-8F61-0003-735E-728C6B91D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3AAB760-D1A2-59BE-1419-C14BF5C41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1B78D-2731-46AC-A721-EC6345DD56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16190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38E467-DE7A-ED8A-F09B-19F9392B2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241CDC3-D0C0-5754-BDA2-A76FC1F6B7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B46A3D9-7F2B-7842-4A88-1AD9974C8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FA47C-D02B-4B2E-8497-12C481615948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D1BAEFF-F508-D438-2A8F-1A8B21885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FAB856D-219C-4677-48A5-A20B1BE9D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1B78D-2731-46AC-A721-EC6345DD56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2549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B5C3EB-146F-4EF8-6E80-CB92214BA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03370E0-EA6A-220A-1455-760A1051E6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C17DA3-A328-8BEA-C508-375FFB5F5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FA47C-D02B-4B2E-8497-12C481615948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1C4CBC3-61B2-C01B-24CA-3B6A621AF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00E03A8-E093-6F0A-9FAD-E2151D92D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1B78D-2731-46AC-A721-EC6345DD56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29775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6E7D4D-4EB9-8501-1656-0FA6654B5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BF554E5-9C41-9B97-8A44-C175BF5113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893694B-25C6-DE39-5929-EC9FE385B5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22A6823-C431-387A-9F7A-872B94239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FA47C-D02B-4B2E-8497-12C481615948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6CF6D58-B22D-7211-AB31-CB004A16D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20517C7-1735-0B74-E465-433E59E86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1B78D-2731-46AC-A721-EC6345DD56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92826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73691F-40C5-0A3B-E9FC-F59E3B055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D3CDB76-2569-9CFB-415B-A7219A266F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C72BC7C-8BD9-206F-EC86-933C055348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5AB0CF5-29AA-6D74-72A8-249DA5E890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85C16F3-7976-55B4-BF32-E030157121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1BF9D8D-4909-8411-2273-595CB077B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FA47C-D02B-4B2E-8497-12C481615948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DE2FD05-D1A8-091B-3865-91E6DD36D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F3221FC-9913-D7F6-DA23-2229592BC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1B78D-2731-46AC-A721-EC6345DD56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25429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6FF579-25FF-EC2B-CEE4-2E2EBA62C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CF46D99-39F5-EE2C-3E43-8D0EF5200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FA47C-D02B-4B2E-8497-12C481615948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74D55AB-085C-55A9-C6A0-5671CE322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BFC76B6-6656-827A-431B-3FCE78597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1B78D-2731-46AC-A721-EC6345DD56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16713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16CCC82-6A56-4871-BA4C-1BE61CACE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FA47C-D02B-4B2E-8497-12C481615948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F385C1E-5E85-04C8-5A3B-7DBEE38EC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247ADC7-16CA-FD74-C3BA-268FA4ACE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1B78D-2731-46AC-A721-EC6345DD56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8199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8DF1AC-7ADE-7F9D-8660-F2FADA574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C9D0B30-A197-4F19-B810-308F93282B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A4335B5-F6AB-6BC5-7634-D38A05886D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BF66ECA-5AB4-DD3C-D272-BE2EB6BFA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FA47C-D02B-4B2E-8497-12C481615948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E76485E-D33F-EC08-F03E-7360FDFAC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720749A-FAAB-05B1-E85E-2F58C6AE4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1B78D-2731-46AC-A721-EC6345DD56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09772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448BDC-FA8C-F83A-D2B8-4D78D1C4B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E5939B7-2CC9-11CD-94C8-FEDBD18BC3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BDAF5B4-5711-8F12-1BB4-E1DE69A137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FC731A5-184C-6B69-EB10-4FCD7CED2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FA47C-D02B-4B2E-8497-12C481615948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1612DDC-05B8-D533-B67E-171BE426E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44CB4B9-1BBF-176C-9456-4F642F040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1B78D-2731-46AC-A721-EC6345DD56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74961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C871C0-5960-ED65-DEF9-0D7E3DCEA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4AC4332-1959-D9C0-F4DE-527E2FC58D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1B871D7-C228-F3DD-D54A-983D2FFDB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FA47C-D02B-4B2E-8497-12C481615948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3BDA43-DE14-8919-0526-DA7F64D06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F95B1C7-8120-E2D0-3436-50AA0014F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1B78D-2731-46AC-A721-EC6345DD56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84589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9D7EBF4-AD33-6141-D79A-8E1D12E02C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E60CA5D-E0D6-C5BB-5020-751B13CC3A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B2150A-76DA-78F9-15A3-886954F2A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FA47C-D02B-4B2E-8497-12C481615948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F30C168-9FBF-BFBE-A275-0944F1056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CBBD0EE-2694-C522-5CE4-2D3EFF19F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1B78D-2731-46AC-A721-EC6345DD56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0146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2905FFB-D997-FA08-0400-5AAD3F0E5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47DB02B-EF73-2CD8-49EF-CDB0A787E7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67EFA8C-84C6-066B-A1CE-E76B62E5E8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1FA47C-D02B-4B2E-8497-12C481615948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F445DFB-7DB2-489C-195A-95EA2DC8EC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7397BF6-208E-E0EF-FB29-AEB0E5A8C1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71B78D-2731-46AC-A721-EC6345DD56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1882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6523C57-334E-CB60-3FB7-75827C404E0F}"/>
              </a:ext>
            </a:extLst>
          </p:cNvPr>
          <p:cNvSpPr txBox="1"/>
          <p:nvPr/>
        </p:nvSpPr>
        <p:spPr>
          <a:xfrm>
            <a:off x="254000" y="190500"/>
            <a:ext cx="5588000" cy="2032000"/>
          </a:xfrm>
          <a:prstGeom prst="rect">
            <a:avLst/>
          </a:prstGeom>
          <a:noFill/>
        </p:spPr>
        <p:txBody>
          <a:bodyPr vert="horz" wrap="none" rtlCol="0">
            <a:prstTxWarp prst="textWave1">
              <a:avLst/>
            </a:prstTxWarp>
            <a:noAutofit/>
          </a:bodyPr>
          <a:lstStyle/>
          <a:p>
            <a:r>
              <a:rPr lang="zh-CN" altLang="en-US" sz="3600">
                <a:latin typeface="Arial" panose="020B0604020202020204" pitchFamily="34" charset="0"/>
                <a:ea typeface="Microsoft YaHei" panose="020B0503020204020204" pitchFamily="34" charset="-122"/>
              </a:rPr>
              <a:t>波形 </a:t>
            </a:r>
            <a:r>
              <a:rPr lang="en-US" altLang="zh-CN" sz="3600">
                <a:latin typeface="Arial" panose="020B0604020202020204" pitchFamily="34" charset="0"/>
                <a:ea typeface="Microsoft YaHei" panose="020B0503020204020204" pitchFamily="34" charset="-122"/>
              </a:rPr>
              <a:t>Wave </a:t>
            </a:r>
            <a:r>
              <a:rPr lang="zh-CN" altLang="en-US" sz="3600">
                <a:latin typeface="Arial" panose="020B0604020202020204" pitchFamily="34" charset="0"/>
                <a:ea typeface="Microsoft YaHei" panose="020B0503020204020204" pitchFamily="34" charset="-122"/>
              </a:rPr>
              <a:t>文字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AD7006A-2A60-991A-912B-DEFC6A0447B7}"/>
              </a:ext>
            </a:extLst>
          </p:cNvPr>
          <p:cNvSpPr txBox="1"/>
          <p:nvPr/>
        </p:nvSpPr>
        <p:spPr>
          <a:xfrm>
            <a:off x="6350000" y="190500"/>
            <a:ext cx="5588000" cy="2032000"/>
          </a:xfrm>
          <a:prstGeom prst="rect">
            <a:avLst/>
          </a:prstGeom>
          <a:noFill/>
        </p:spPr>
        <p:txBody>
          <a:bodyPr vert="horz" wrap="none" rtlCol="0">
            <a:prstTxWarp prst="textInflate">
              <a:avLst/>
            </a:prstTxWarp>
            <a:noAutofit/>
          </a:bodyPr>
          <a:lstStyle/>
          <a:p>
            <a:r>
              <a:rPr lang="zh-CN" altLang="en-US" sz="3600">
                <a:solidFill>
                  <a:srgbClr val="0070C0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膨胀 </a:t>
            </a:r>
            <a:r>
              <a:rPr lang="en-US" altLang="zh-CN" sz="3600">
                <a:solidFill>
                  <a:srgbClr val="0070C0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Inflate</a:t>
            </a:r>
            <a:endParaRPr lang="zh-CN" altLang="en-US" sz="3600">
              <a:solidFill>
                <a:srgbClr val="0070C0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57A03E5-8E48-4ACE-E7FF-07B7EE184503}"/>
              </a:ext>
            </a:extLst>
          </p:cNvPr>
          <p:cNvSpPr txBox="1"/>
          <p:nvPr/>
        </p:nvSpPr>
        <p:spPr>
          <a:xfrm>
            <a:off x="254000" y="2413000"/>
            <a:ext cx="5588000" cy="2032000"/>
          </a:xfrm>
          <a:prstGeom prst="rect">
            <a:avLst/>
          </a:prstGeom>
          <a:noFill/>
        </p:spPr>
        <p:txBody>
          <a:bodyPr vert="horz" wrap="none" rtlCol="0">
            <a:prstTxWarp prst="textTriangle">
              <a:avLst/>
            </a:prstTxWarp>
            <a:noAutofit/>
          </a:bodyPr>
          <a:lstStyle/>
          <a:p>
            <a:r>
              <a:rPr lang="zh-CN" altLang="en-US" sz="3600">
                <a:latin typeface="Arial" panose="020B0604020202020204" pitchFamily="34" charset="0"/>
                <a:ea typeface="Microsoft YaHei" panose="020B0503020204020204" pitchFamily="34" charset="-122"/>
              </a:rPr>
              <a:t>三角 </a:t>
            </a:r>
            <a:r>
              <a:rPr lang="en-US" altLang="zh-CN" sz="3600">
                <a:latin typeface="Arial" panose="020B0604020202020204" pitchFamily="34" charset="0"/>
                <a:ea typeface="Microsoft YaHei" panose="020B0503020204020204" pitchFamily="34" charset="-122"/>
              </a:rPr>
              <a:t>Triangle</a:t>
            </a:r>
            <a:endParaRPr lang="zh-CN" altLang="en-US" sz="3600"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6A9B344-3A56-EFEE-C624-AAD9B9E42AC1}"/>
              </a:ext>
            </a:extLst>
          </p:cNvPr>
          <p:cNvSpPr txBox="1"/>
          <p:nvPr/>
        </p:nvSpPr>
        <p:spPr>
          <a:xfrm>
            <a:off x="6350000" y="2413000"/>
            <a:ext cx="5588000" cy="2032000"/>
          </a:xfrm>
          <a:prstGeom prst="rect">
            <a:avLst/>
          </a:prstGeom>
          <a:noFill/>
        </p:spPr>
        <p:txBody>
          <a:bodyPr vert="horz" wrap="none" rtlCol="0">
            <a:prstTxWarp prst="textChevron">
              <a:avLst/>
            </a:prstTxWarp>
            <a:noAutofit/>
          </a:bodyPr>
          <a:lstStyle/>
          <a:p>
            <a:r>
              <a:rPr lang="en-US" altLang="zh-CN" sz="3600">
                <a:solidFill>
                  <a:srgbClr val="C00000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V </a:t>
            </a:r>
            <a:r>
              <a:rPr lang="zh-CN" altLang="en-US" sz="3600">
                <a:solidFill>
                  <a:srgbClr val="C00000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形 </a:t>
            </a:r>
            <a:r>
              <a:rPr lang="en-US" altLang="zh-CN" sz="3600">
                <a:solidFill>
                  <a:srgbClr val="C00000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Chevron</a:t>
            </a:r>
            <a:endParaRPr lang="zh-CN" altLang="en-US" sz="3600">
              <a:solidFill>
                <a:srgbClr val="C00000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6B9733D-EAB9-D648-471C-564D7C6E2FD3}"/>
              </a:ext>
            </a:extLst>
          </p:cNvPr>
          <p:cNvSpPr txBox="1"/>
          <p:nvPr/>
        </p:nvSpPr>
        <p:spPr>
          <a:xfrm>
            <a:off x="254000" y="4635500"/>
            <a:ext cx="5588000" cy="2032000"/>
          </a:xfrm>
          <a:prstGeom prst="rect">
            <a:avLst/>
          </a:prstGeom>
          <a:noFill/>
        </p:spPr>
        <p:txBody>
          <a:bodyPr vert="horz" wrap="none" rtlCol="0">
            <a:prstTxWarp prst="textCurveUp">
              <a:avLst/>
            </a:prstTxWarp>
            <a:noAutofit/>
          </a:bodyPr>
          <a:lstStyle/>
          <a:p>
            <a:r>
              <a:rPr lang="zh-CN" altLang="en-US" sz="3600">
                <a:latin typeface="Arial" panose="020B0604020202020204" pitchFamily="34" charset="0"/>
                <a:ea typeface="Microsoft YaHei" panose="020B0503020204020204" pitchFamily="34" charset="-122"/>
              </a:rPr>
              <a:t>上弯 </a:t>
            </a:r>
            <a:r>
              <a:rPr lang="en-US" altLang="zh-CN" sz="3600">
                <a:latin typeface="Arial" panose="020B0604020202020204" pitchFamily="34" charset="0"/>
                <a:ea typeface="Microsoft YaHei" panose="020B0503020204020204" pitchFamily="34" charset="-122"/>
              </a:rPr>
              <a:t>Curve Up</a:t>
            </a:r>
            <a:endParaRPr lang="zh-CN" altLang="en-US" sz="3600"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E123B55-217A-B67C-DDEB-7E71F6001A0D}"/>
              </a:ext>
            </a:extLst>
          </p:cNvPr>
          <p:cNvSpPr txBox="1"/>
          <p:nvPr/>
        </p:nvSpPr>
        <p:spPr>
          <a:xfrm>
            <a:off x="6350000" y="4635500"/>
            <a:ext cx="5588000" cy="2032000"/>
          </a:xfrm>
          <a:prstGeom prst="rect">
            <a:avLst/>
          </a:prstGeom>
          <a:noFill/>
        </p:spPr>
        <p:txBody>
          <a:bodyPr vert="horz" wrap="none" rtlCol="0">
            <a:prstTxWarp prst="textDeflateInflate">
              <a:avLst/>
            </a:prstTxWarp>
            <a:noAutofit/>
          </a:bodyPr>
          <a:lstStyle/>
          <a:p>
            <a:r>
              <a:rPr lang="zh-CN" altLang="en-US" sz="3600">
                <a:latin typeface="Arial" panose="020B0604020202020204" pitchFamily="34" charset="0"/>
                <a:ea typeface="Microsoft YaHei" panose="020B0503020204020204" pitchFamily="34" charset="-122"/>
              </a:rPr>
              <a:t>上半行</a:t>
            </a:r>
          </a:p>
          <a:p>
            <a:r>
              <a:rPr lang="zh-CN" altLang="en-US" sz="3600">
                <a:latin typeface="Arial" panose="020B0604020202020204" pitchFamily="34" charset="0"/>
                <a:ea typeface="Microsoft YaHei" panose="020B0503020204020204" pitchFamily="34" charset="-122"/>
              </a:rPr>
              <a:t>下半行 </a:t>
            </a:r>
            <a:r>
              <a:rPr lang="en-US" altLang="zh-CN" sz="3600">
                <a:latin typeface="Arial" panose="020B0604020202020204" pitchFamily="34" charset="0"/>
                <a:ea typeface="Microsoft YaHei" panose="020B0503020204020204" pitchFamily="34" charset="-122"/>
              </a:rPr>
              <a:t>Two</a:t>
            </a:r>
            <a:endParaRPr lang="zh-CN" altLang="en-US" sz="3600"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366565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DEFA585-2C87-0AE2-E6FE-84BA905BA4CB}"/>
              </a:ext>
            </a:extLst>
          </p:cNvPr>
          <p:cNvSpPr txBox="1"/>
          <p:nvPr/>
        </p:nvSpPr>
        <p:spPr>
          <a:xfrm>
            <a:off x="254000" y="190500"/>
            <a:ext cx="5588000" cy="2032000"/>
          </a:xfrm>
          <a:prstGeom prst="rect">
            <a:avLst/>
          </a:prstGeom>
          <a:noFill/>
        </p:spPr>
        <p:txBody>
          <a:bodyPr vert="horz" wrap="none" rtlCol="0">
            <a:prstTxWarp prst="textArchUp">
              <a:avLst/>
            </a:prstTxWarp>
            <a:noAutofit/>
          </a:bodyPr>
          <a:lstStyle/>
          <a:p>
            <a:r>
              <a:rPr lang="zh-CN" altLang="en-US" sz="3600">
                <a:latin typeface="Arial" panose="020B0604020202020204" pitchFamily="34" charset="0"/>
                <a:ea typeface="Microsoft YaHei" panose="020B0503020204020204" pitchFamily="34" charset="-122"/>
              </a:rPr>
              <a:t>拱形文字 </a:t>
            </a:r>
            <a:r>
              <a:rPr lang="en-US" altLang="zh-CN" sz="3600">
                <a:latin typeface="Arial" panose="020B0604020202020204" pitchFamily="34" charset="0"/>
                <a:ea typeface="Microsoft YaHei" panose="020B0503020204020204" pitchFamily="34" charset="-122"/>
              </a:rPr>
              <a:t>Arch Up</a:t>
            </a:r>
            <a:endParaRPr lang="zh-CN" altLang="en-US" sz="3600"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D76D186-BF79-1FA6-F478-628AA8238F3C}"/>
              </a:ext>
            </a:extLst>
          </p:cNvPr>
          <p:cNvSpPr txBox="1"/>
          <p:nvPr/>
        </p:nvSpPr>
        <p:spPr>
          <a:xfrm>
            <a:off x="6350000" y="190500"/>
            <a:ext cx="5588000" cy="2032000"/>
          </a:xfrm>
          <a:prstGeom prst="rect">
            <a:avLst/>
          </a:prstGeom>
          <a:noFill/>
        </p:spPr>
        <p:txBody>
          <a:bodyPr vert="horz" wrap="none" rtlCol="0">
            <a:prstTxWarp prst="textArchDown">
              <a:avLst/>
            </a:prstTxWarp>
            <a:noAutofit/>
          </a:bodyPr>
          <a:lstStyle/>
          <a:p>
            <a:r>
              <a:rPr lang="zh-CN" altLang="en-US" sz="3600">
                <a:latin typeface="Arial" panose="020B0604020202020204" pitchFamily="34" charset="0"/>
                <a:ea typeface="Microsoft YaHei" panose="020B0503020204020204" pitchFamily="34" charset="-122"/>
              </a:rPr>
              <a:t>下拱文字 </a:t>
            </a:r>
            <a:r>
              <a:rPr lang="en-US" altLang="zh-CN" sz="3600">
                <a:latin typeface="Arial" panose="020B0604020202020204" pitchFamily="34" charset="0"/>
                <a:ea typeface="Microsoft YaHei" panose="020B0503020204020204" pitchFamily="34" charset="-122"/>
              </a:rPr>
              <a:t>Arch Down</a:t>
            </a:r>
            <a:endParaRPr lang="zh-CN" altLang="en-US" sz="3600"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8F69AF5-70B0-D347-9AF5-62008817339A}"/>
              </a:ext>
            </a:extLst>
          </p:cNvPr>
          <p:cNvSpPr txBox="1"/>
          <p:nvPr/>
        </p:nvSpPr>
        <p:spPr>
          <a:xfrm>
            <a:off x="254000" y="2413000"/>
            <a:ext cx="5588000" cy="2032000"/>
          </a:xfrm>
          <a:prstGeom prst="rect">
            <a:avLst/>
          </a:prstGeom>
          <a:noFill/>
        </p:spPr>
        <p:txBody>
          <a:bodyPr vert="horz" wrap="none" rtlCol="0">
            <a:prstTxWarp prst="textCircle">
              <a:avLst/>
            </a:prstTxWarp>
            <a:noAutofit/>
          </a:bodyPr>
          <a:lstStyle/>
          <a:p>
            <a:r>
              <a:rPr lang="zh-CN" altLang="en-US" sz="2800">
                <a:latin typeface="Arial" panose="020B0604020202020204" pitchFamily="34" charset="0"/>
                <a:ea typeface="Microsoft YaHei" panose="020B0503020204020204" pitchFamily="34" charset="-122"/>
              </a:rPr>
              <a:t>圆形排列的文字 </a:t>
            </a:r>
            <a:r>
              <a:rPr lang="en-US" altLang="zh-CN" sz="2800">
                <a:latin typeface="Arial" panose="020B0604020202020204" pitchFamily="34" charset="0"/>
                <a:ea typeface="Microsoft YaHei" panose="020B0503020204020204" pitchFamily="34" charset="-122"/>
              </a:rPr>
              <a:t>Circle Text </a:t>
            </a:r>
            <a:r>
              <a:rPr lang="zh-CN" altLang="en-US" sz="2800">
                <a:latin typeface="Arial" panose="020B0604020202020204" pitchFamily="34" charset="0"/>
                <a:ea typeface="Microsoft YaHei" panose="020B0503020204020204" pitchFamily="34" charset="-122"/>
              </a:rPr>
              <a:t>环绕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1F090FF-0CF0-0D8E-1048-30776DCF34EF}"/>
              </a:ext>
            </a:extLst>
          </p:cNvPr>
          <p:cNvSpPr txBox="1"/>
          <p:nvPr/>
        </p:nvSpPr>
        <p:spPr>
          <a:xfrm>
            <a:off x="6350000" y="2413000"/>
            <a:ext cx="5588000" cy="2032000"/>
          </a:xfrm>
          <a:prstGeom prst="rect">
            <a:avLst/>
          </a:prstGeom>
          <a:noFill/>
        </p:spPr>
        <p:txBody>
          <a:bodyPr vert="horz" wrap="none" rtlCol="0">
            <a:prstTxWarp prst="textButton">
              <a:avLst/>
            </a:prstTxWarp>
            <a:noAutofit/>
          </a:bodyPr>
          <a:lstStyle/>
          <a:p>
            <a:r>
              <a:rPr lang="zh-CN" altLang="en-US" sz="3600">
                <a:latin typeface="Arial" panose="020B0604020202020204" pitchFamily="34" charset="0"/>
                <a:ea typeface="Microsoft YaHei" panose="020B0503020204020204" pitchFamily="34" charset="-122"/>
              </a:rPr>
              <a:t>按钮 </a:t>
            </a:r>
            <a:r>
              <a:rPr lang="en-US" altLang="zh-CN" sz="3600">
                <a:latin typeface="Arial" panose="020B0604020202020204" pitchFamily="34" charset="0"/>
                <a:ea typeface="Microsoft YaHei" panose="020B0503020204020204" pitchFamily="34" charset="-122"/>
              </a:rPr>
              <a:t>Button</a:t>
            </a:r>
            <a:endParaRPr lang="zh-CN" altLang="en-US" sz="3600"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0EB9E4F-BD61-3688-FC5B-A1B7E747C798}"/>
              </a:ext>
            </a:extLst>
          </p:cNvPr>
          <p:cNvSpPr txBox="1"/>
          <p:nvPr/>
        </p:nvSpPr>
        <p:spPr>
          <a:xfrm>
            <a:off x="254000" y="4635500"/>
            <a:ext cx="5588000" cy="2032000"/>
          </a:xfrm>
          <a:prstGeom prst="rect">
            <a:avLst/>
          </a:prstGeom>
          <a:noFill/>
        </p:spPr>
        <p:txBody>
          <a:bodyPr vert="horz" wrap="none" rtlCol="0">
            <a:prstTxWarp prst="textArchUpPour">
              <a:avLst/>
            </a:prstTxWarp>
            <a:noAutofit/>
          </a:bodyPr>
          <a:lstStyle/>
          <a:p>
            <a:r>
              <a:rPr lang="zh-CN" altLang="en-US" sz="3600">
                <a:latin typeface="Arial" panose="020B0604020202020204" pitchFamily="34" charset="0"/>
                <a:ea typeface="Microsoft YaHei" panose="020B0503020204020204" pitchFamily="34" charset="-122"/>
              </a:rPr>
              <a:t>拱形倾泻</a:t>
            </a:r>
          </a:p>
          <a:p>
            <a:r>
              <a:rPr lang="en-US" altLang="zh-CN" sz="3600">
                <a:latin typeface="Arial" panose="020B0604020202020204" pitchFamily="34" charset="0"/>
                <a:ea typeface="Microsoft YaHei" panose="020B0503020204020204" pitchFamily="34" charset="-122"/>
              </a:rPr>
              <a:t>Arch Pour</a:t>
            </a:r>
            <a:endParaRPr lang="zh-CN" altLang="en-US" sz="3600"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FAF7B49-2270-B5B8-BDAC-F48F9CE5FFB8}"/>
              </a:ext>
            </a:extLst>
          </p:cNvPr>
          <p:cNvSpPr txBox="1"/>
          <p:nvPr/>
        </p:nvSpPr>
        <p:spPr>
          <a:xfrm>
            <a:off x="6350000" y="4635500"/>
            <a:ext cx="5588000" cy="2032000"/>
          </a:xfrm>
          <a:prstGeom prst="rect">
            <a:avLst/>
          </a:prstGeom>
          <a:noFill/>
        </p:spPr>
        <p:txBody>
          <a:bodyPr vert="horz" wrap="none" rtlCol="0">
            <a:prstTxWarp prst="textCanUp">
              <a:avLst/>
            </a:prstTxWarp>
            <a:noAutofit/>
          </a:bodyPr>
          <a:lstStyle/>
          <a:p>
            <a:r>
              <a:rPr lang="zh-CN" altLang="en-US" sz="3600">
                <a:solidFill>
                  <a:srgbClr val="008000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罐形 </a:t>
            </a:r>
            <a:r>
              <a:rPr lang="en-US" altLang="zh-CN" sz="3600">
                <a:solidFill>
                  <a:srgbClr val="008000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Can Up</a:t>
            </a:r>
            <a:endParaRPr lang="zh-CN" altLang="en-US" sz="3600">
              <a:solidFill>
                <a:srgbClr val="008000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36881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</Words>
  <Application>Microsoft Office PowerPoint</Application>
  <PresentationFormat>自定义</PresentationFormat>
  <Paragraphs>14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2026-10-13T06:39:48Z</dcterms:created>
  <dcterms:modified xsi:type="dcterms:W3CDTF">2026-10-13T06:39:48Z</dcterms:modified>
</cp:coreProperties>
</file>