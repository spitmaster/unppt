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409FBF-B632-AA51-022F-09E6EF0D66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2C2F2F0-AE32-7BFE-D463-0CC692DD79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832DF6E-519D-310F-D5C0-4F812C6D3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CC70E-AD4C-41BD-98E2-438ABFC62D3B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6693AB1-62AE-D7F0-0FCF-19EACF9A8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F248549-9841-91E8-8031-EF8C7263F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A8ECF-A29C-4C7A-85AF-7ED92F1C02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4111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3496AE-9333-A5AC-7490-13DE4E60A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BC542D-59F6-83DE-2338-A12E179059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727C8D-4EF9-4446-F57D-BAA1943CC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CC70E-AD4C-41BD-98E2-438ABFC62D3B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85EFAB-3EE8-726F-2BDD-E7994F30F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6DEF254-AAC5-3072-AA96-626B8772E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A8ECF-A29C-4C7A-85AF-7ED92F1C02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3229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7DF0B9-7711-F455-B7C3-EA78C0B71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CEDDC8D-D74E-E221-D413-0BC21468B2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95A90E6-DE2E-C554-CC47-FA59D2D38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CC70E-AD4C-41BD-98E2-438ABFC62D3B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4E1BAB-157C-8CBD-0B6A-19A9B8776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4D41F2-CAF8-F4FB-C459-9438F5FB6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A8ECF-A29C-4C7A-85AF-7ED92F1C02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57003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7EDDAA-C5F2-A6B3-00A0-4CB02ADCB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087B2EC-77FA-CFFC-F4E4-4B12E52546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D25A756-2706-91C3-D72F-E187755AA4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03D29DF-B0CA-DF4E-1BE4-A3F037683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CC70E-AD4C-41BD-98E2-438ABFC62D3B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636E33-3460-3683-D368-7C72C6AAD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53E3B13-2A59-214D-B066-5F0949B45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A8ECF-A29C-4C7A-85AF-7ED92F1C02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3310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EDD650-5FB7-A6EC-4181-77CBF4270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CEC3189-9113-177A-9689-AEEE501955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428C352-6270-3241-6D41-D2B4177377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23B2A42-1C6C-E17D-C463-AEA15123D0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549C4B5-AE31-5ED0-9017-D5D7458498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F63689C-411A-E04B-F554-E4EBDD7D0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CC70E-AD4C-41BD-98E2-438ABFC62D3B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77E8157-4DD2-2567-98D7-2144DDC52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6C93CBE-BF03-6E70-6899-896B9A012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A8ECF-A29C-4C7A-85AF-7ED92F1C02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66265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6E4A70-0604-9EB3-5C75-D56BC8D89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2370B1F-CAA6-5D86-0DAB-91D3FEAB0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CC70E-AD4C-41BD-98E2-438ABFC62D3B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ACADC75-3EC0-FB5B-26F9-B96149693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DBFD0CF-5311-FAB3-70DC-C40651366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A8ECF-A29C-4C7A-85AF-7ED92F1C02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12967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9539EAB-B533-9713-BAE8-E290466AB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CC70E-AD4C-41BD-98E2-438ABFC62D3B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6664296-05BE-DC53-D1FF-E523F4427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A683750-D51A-BA81-66AC-D897C647D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A8ECF-A29C-4C7A-85AF-7ED92F1C02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837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FA58A2-8E2D-AB4D-64FC-ED90AD153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6D6013-287C-14A4-B0B0-2A7EC622B7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9315EE5-E533-1F0F-8A80-EDD7E2E07F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8C0EDFC-07A1-55AB-AA69-1B27616F7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CC70E-AD4C-41BD-98E2-438ABFC62D3B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A13BA78-C6F3-B8BE-3E54-4093EC6BA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B7E314F-C1CE-341F-4C12-BB9FA8E24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A8ECF-A29C-4C7A-85AF-7ED92F1C02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9512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A35B0A-7324-4273-702A-0E8D52DF9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7115385-6033-A9DC-3652-037C920423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34B98F8-A17B-F513-82DA-6193433000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07ACB2F-F77D-C07E-6D45-633E3D5B7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CC70E-AD4C-41BD-98E2-438ABFC62D3B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14EDB5C-9A2F-5C38-BEAA-7F0F30983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E0E2852-30EF-70AF-8436-F92653AD9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A8ECF-A29C-4C7A-85AF-7ED92F1C02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8170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0BB70D-4DBA-CDBD-ED72-43ED149A9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0CC11F5-12FA-521F-A524-A7CB1EB7D3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E1B0B37-196A-567E-C715-C5F09F40D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CC70E-AD4C-41BD-98E2-438ABFC62D3B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5342456-AC60-BA86-4186-B2C346F5C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8924C2-9B96-6E09-06F8-7D6D42F79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A8ECF-A29C-4C7A-85AF-7ED92F1C02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3562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05321D4-B3AD-B274-5C06-067F8A075E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D02F914-904E-97A0-F444-E45B2BF03F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A57806-30DA-2588-AAC4-EAFE0DEA2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CC70E-AD4C-41BD-98E2-438ABFC62D3B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2473BF8-F927-DEE2-4528-93A724746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268008A-F286-0ADE-B4D7-8F20848F2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A8ECF-A29C-4C7A-85AF-7ED92F1C02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8695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FC094BD-BE0B-3431-EE82-3B6BFF062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4E70120-039D-A828-1C0F-27A6664E55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F1F4D17-4F04-DF39-6450-4F8DBC3817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FCC70E-AD4C-41BD-98E2-438ABFC62D3B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26B0B34-AEF4-7DC1-F33B-671A91AC04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2806CE-33F1-BC98-EA70-4393EFA125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6A8ECF-A29C-4C7A-85AF-7ED92F1C02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2908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8AECC50-B1D5-0326-D390-415B366F126C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0"/>
            <a:ext cx="11430000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5007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2026-10-17T01:27:36Z</dcterms:created>
  <dcterms:modified xsi:type="dcterms:W3CDTF">2026-10-17T01:27:36Z</dcterms:modified>
</cp:coreProperties>
</file>