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CBD79-8733-0F95-ECB2-5A90E0D8E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5D6377-7882-F45A-4ECE-464EFE15D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C0B96E-3C3A-6A6B-A366-B5FF0C42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05596-C37B-D04E-7022-50A7A8F73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72B52A-68E0-456E-608B-0B3AB78E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69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A7761-83F3-39AB-8492-2BA095F1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9B71B-DDD0-2888-439A-46C152DF7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3DBFD0-BC6C-F559-9607-B4C843F9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67FAF3-800D-5854-F981-E9143440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2AF1C-C5D7-2D8B-3DC4-1B014162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CEE93-4EBA-F274-E41F-C10E06AF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09F192-9A7D-FC0B-4DCB-B77D02FFC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9BED5-E0D5-8ABC-1739-B6293E71E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4EEAF0-1DDD-0BB8-03D5-BA1137CE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9CE79F-E2AB-6D70-8F21-84E3742F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045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F1B1E-79D8-5DC3-370C-69E2485C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E2E89-5793-CA08-F129-1C354333A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217280-0DF3-265D-EB30-45DF4E759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3411BB-A268-9AE6-16A9-B718F62B3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F080D0-DB21-4259-7B62-347592A6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49983A-550A-2477-6DD3-0538108B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0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B2558-A5EB-2BD9-389C-9B636D64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3BCF78-1177-D354-3B31-F18871EFA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1AB8F1-6AD6-D964-B9FA-C9C2D8B7F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2B2FD9-761F-8A2B-A970-80900359E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383507-73E5-84C9-1D6F-F5A5C1F03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A395FD-4608-7C45-B04E-60117A00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59C0D2-66EF-C3CB-A6C2-42354EB28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2F83F6-B85C-D41C-ADC7-250B89B2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0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EFC48-E11C-AA9A-EFED-B9269BB4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2F0230-9DB5-4AA9-EAC8-04F60376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A48AAF-0E84-E371-5EEB-BBF88D5A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3432DB-9F26-73FE-7D5E-0B2B72C8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45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6EAD76-653D-E514-0893-1304B4D0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BF18D6-4464-DD41-BF87-A6217C79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05A234-B717-2EB7-88D2-12DF3318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35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53795-3541-7E71-5D06-72A916FB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84D10-24A4-1AF2-0CEC-E87C7B701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9C0EA5-CB23-81C0-70C6-2AB04DBB1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9A7DEC-EE4E-0A6B-5E58-3DFC493C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4B45EF-2D3C-9A4C-6C59-B0C5F5E2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4C06D7-CDEE-C6B9-738F-BE2FDB5F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61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EC2EB-8286-BE6E-F6EE-865710A6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976841-1EF2-5775-F0BD-204246672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254C8-7DF7-AE86-0B22-B2B4B8DC3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99CF86-069F-8DD8-6B44-8293F1E4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58B696-AC70-C1BE-B08D-0009B97E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9AF448-703A-229A-EDBB-FDBBC417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56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1A40C-6789-644E-B53F-F06DDFC5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87B118-3924-851F-5AD8-623EA6BE0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B55F7-2F09-A7C4-6051-1406A239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8ADEE-34C3-D3F9-1729-AAF49F53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C81ED-6D34-2294-9D88-EE2370C0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157148-6E75-9031-4C3F-240BF3715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3287A5-AB1A-50FC-BE30-57BC4348C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238239-5566-0F5D-77A1-992D143E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113D81-CD36-B450-6222-721E7D6A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E3326-3599-2796-DF88-1DF57EB7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09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F96EB3-75EE-382D-758E-DF14BF8CC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2C74F4-C24D-0109-43B1-7AA937200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E6EDD-8771-15F4-0A3E-42B836184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9EA8F-5B5A-4E62-9C5A-D012C5BD630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23518-7209-05D6-C836-63A590F30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CB568-0195-A227-04F3-A30737A4A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49DFB-2C3A-4FAB-A330-D07DFB172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28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21D677-5876-043E-A44E-63B0C5348C03}"/>
              </a:ext>
            </a:extLst>
          </p:cNvPr>
          <p:cNvSpPr/>
          <p:nvPr/>
        </p:nvSpPr>
        <p:spPr>
          <a:xfrm>
            <a:off x="762000" y="2540000"/>
            <a:ext cx="1778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重复 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DD3899-8FCD-8674-295B-4ADE7A45AD40}"/>
              </a:ext>
            </a:extLst>
          </p:cNvPr>
          <p:cNvSpPr/>
          <p:nvPr/>
        </p:nvSpPr>
        <p:spPr>
          <a:xfrm>
            <a:off x="3556000" y="2540000"/>
            <a:ext cx="1778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重复 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C8FD04-1B48-BFDF-7B5A-25562C794D35}"/>
              </a:ext>
            </a:extLst>
          </p:cNvPr>
          <p:cNvSpPr/>
          <p:nvPr/>
        </p:nvSpPr>
        <p:spPr>
          <a:xfrm>
            <a:off x="6350000" y="2540000"/>
            <a:ext cx="1778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重复 </a:t>
            </a:r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3029113-E531-0D82-95E9-563BD4B6BEA6}"/>
              </a:ext>
            </a:extLst>
          </p:cNvPr>
          <p:cNvSpPr/>
          <p:nvPr/>
        </p:nvSpPr>
        <p:spPr>
          <a:xfrm>
            <a:off x="9144000" y="2540000"/>
            <a:ext cx="1778000" cy="177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1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2026-10-13T06:46:36Z</dcterms:created>
  <dcterms:modified xsi:type="dcterms:W3CDTF">2026-10-13T06:46:36Z</dcterms:modified>
</cp:coreProperties>
</file>