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894A58-A70B-A592-5FD5-48069DE60D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15194C4-A23A-03E1-72BA-C64F3692D7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888FA0-EBA7-34B3-889C-4FD507812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221C6-BB57-4F71-86EB-AE7BC502B351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359421-4D39-4097-DDB9-764110C29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A864DDD-6B81-149B-CA96-06F7BF558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B6963-FD26-465A-A039-071A93EF6E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045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D2E72F-3497-B022-8CA2-A7826EFA2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0BB816-1E71-FEA8-0FCA-BC789BE978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010C38-E8A0-A0C9-06A6-E367C3F89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221C6-BB57-4F71-86EB-AE7BC502B351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FEFE2D-7777-4D56-96C9-FD29A8967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D11BF3-AACF-041C-3523-C2A64E7EF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B6963-FD26-465A-A039-071A93EF6E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6889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6CBE0B-D405-09AB-1903-321B5173D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9919A41-F364-6882-092E-9A2D37C1AD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052E74-384C-824A-FD28-12F8C6E63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221C6-BB57-4F71-86EB-AE7BC502B351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01CC01-7CAD-6F17-290C-6467889B0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54E7D7-E507-117B-BFFF-94840AE53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B6963-FD26-465A-A039-071A93EF6E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7833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FC7938-266B-CB9E-8DC2-CF1B526D8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ADE744-A699-5056-4D9D-733CB370D6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4C237D3-322B-5723-8DE4-9863013E53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4B48E27-D251-E367-2C30-6E7F9FE6B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221C6-BB57-4F71-86EB-AE7BC502B351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A9A923E-85A4-8376-AE11-76BCC2391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4693C90-19BC-AC99-BA43-8C77ED93B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B6963-FD26-465A-A039-071A93EF6E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8245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A635A7-A18E-5DB7-0A7B-C307481CA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CD780D9-D418-5F1A-4F5C-B2259BFAF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1A7B3AE-65CB-120E-4949-EA48B52BA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6D75784-CC49-6D9F-8640-1B10965729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004DE9C-AA6E-8CB6-9914-9688BAB10E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79052C0-E94C-F227-7A73-6DAF956CD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221C6-BB57-4F71-86EB-AE7BC502B351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DC4C033-C940-4E29-BFD1-ABA4EEB4B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7D9E32B-A1A5-492F-775C-582966D8D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B6963-FD26-465A-A039-071A93EF6E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7705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59C402-7713-A8D5-937A-2A1F97569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CFF8133-5476-6536-5951-64610221D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221C6-BB57-4F71-86EB-AE7BC502B351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BC5EDEA-BD94-90A2-F350-902065243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06370A9-EB72-D5CC-421C-89969208D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B6963-FD26-465A-A039-071A93EF6E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5977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CD33841-0924-D5B4-4424-FF672584D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221C6-BB57-4F71-86EB-AE7BC502B351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88FFCC3-6AAB-8902-DFF8-2F76B9614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EC19EB-3D9B-7AF2-5914-15FABD424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B6963-FD26-465A-A039-071A93EF6E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5603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780C32-A0AF-600A-2563-131CBD4A0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C5D0C8-BF29-46C9-76AA-AA3E281222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355F038-A3E4-8707-C100-8C720F981B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BFBFF16-BD13-31C4-FDA6-7ED55B52A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221C6-BB57-4F71-86EB-AE7BC502B351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B9F532A-A2A5-DF93-FD9B-E61986542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1298F43-0735-0CB4-CFFB-A58403B21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B6963-FD26-465A-A039-071A93EF6E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2429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DE7461-EA52-FB21-CF29-D9381783C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C299BFE-D442-92B4-2D87-1ED82C3F6F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6AF63FD-55A9-9C6F-97B6-5A13E78C77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842E385-E0C3-C995-16B5-F0A568621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221C6-BB57-4F71-86EB-AE7BC502B351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5829032-432F-E305-81FF-B18DE40D8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1DA5C51-8EBC-A54D-EBE1-A95826735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B6963-FD26-465A-A039-071A93EF6E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5685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5D4756-175F-9D08-91AD-E4CDC0108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840E3A0-9E7B-3E61-8487-495ECA35F0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832F690-DB69-AA06-3CF0-D8CE3113E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221C6-BB57-4F71-86EB-AE7BC502B351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A6BD19-FF80-8D74-4245-8F281D990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41DB42-01BF-F4F5-A1EA-FD190127F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B6963-FD26-465A-A039-071A93EF6E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6796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C2DE6D2-D7BD-464D-EF62-862CD54D97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D888B20-E41A-5A1E-74CF-7485879780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A11E84-5C99-0795-44C2-017D26374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221C6-BB57-4F71-86EB-AE7BC502B351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F83684-8A54-7249-805F-0C8E16CCF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EBE8C3-3E6F-A31A-F0E3-E17DE3EAE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B6963-FD26-465A-A039-071A93EF6E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0203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DF5CBDE-E8C2-8462-9419-B5E62B167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5D37044-DCBD-7C10-4D4B-A0A193E7AA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B179BA-D6E3-B194-1738-4DBF3D0ADF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A221C6-BB57-4F71-86EB-AE7BC502B351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23C1BD-B4FE-15FD-4DA5-78D56852FD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5219AB-EA00-4421-76A7-2D30AC8B2D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AB6963-FD26-465A-A039-071A93EF6E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2994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hyperlink" Target="https://example.com/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&#35828;&#26126;&#25991;&#26723;.docx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F675751-2252-6175-42ED-14A9D734EB9D}"/>
              </a:ext>
            </a:extLst>
          </p:cNvPr>
          <p:cNvSpPr txBox="1"/>
          <p:nvPr/>
        </p:nvSpPr>
        <p:spPr>
          <a:xfrm>
            <a:off x="508000" y="381000"/>
            <a:ext cx="1016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>
                <a:hlinkClick r:id="rId2"/>
              </a:rPr>
              <a:t>链接文字 </a:t>
            </a:r>
            <a:r>
              <a:rPr lang="en-US" altLang="zh-CN" sz="2400">
                <a:hlinkClick r:id="rId2"/>
              </a:rPr>
              <a:t>Link 1</a:t>
            </a:r>
            <a:endParaRPr lang="zh-CN" altLang="en-US" sz="240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3A9CA08-BA59-EA8E-88E5-E169FE43F5CF}"/>
              </a:ext>
            </a:extLst>
          </p:cNvPr>
          <p:cNvSpPr txBox="1"/>
          <p:nvPr/>
        </p:nvSpPr>
        <p:spPr>
          <a:xfrm>
            <a:off x="508000" y="1333500"/>
            <a:ext cx="1016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>
                <a:hlinkClick r:id="rId3" action="ppaction://hlinksldjump"/>
              </a:rPr>
              <a:t>链接文字 </a:t>
            </a:r>
            <a:r>
              <a:rPr lang="en-US" altLang="zh-CN" sz="2400">
                <a:hlinkClick r:id="rId3" action="ppaction://hlinksldjump"/>
              </a:rPr>
              <a:t>Link 2</a:t>
            </a:r>
            <a:endParaRPr lang="zh-CN" altLang="en-US" sz="240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5B4DEDC-8BEC-1697-9A73-5F39B9ABC628}"/>
              </a:ext>
            </a:extLst>
          </p:cNvPr>
          <p:cNvSpPr txBox="1"/>
          <p:nvPr/>
        </p:nvSpPr>
        <p:spPr>
          <a:xfrm>
            <a:off x="508000" y="2286000"/>
            <a:ext cx="1016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>
                <a:hlinkClick r:id="" action="ppaction://hlinkshowjump?jump=nextslide"/>
              </a:rPr>
              <a:t>链接文字 </a:t>
            </a:r>
            <a:r>
              <a:rPr lang="en-US" altLang="zh-CN" sz="2400">
                <a:hlinkClick r:id="" action="ppaction://hlinkshowjump?jump=nextslide"/>
              </a:rPr>
              <a:t>Link 3</a:t>
            </a:r>
            <a:endParaRPr lang="zh-CN" altLang="en-US" sz="240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353ECAC-196C-56A4-C101-82CF473EFB73}"/>
              </a:ext>
            </a:extLst>
          </p:cNvPr>
          <p:cNvSpPr txBox="1"/>
          <p:nvPr/>
        </p:nvSpPr>
        <p:spPr>
          <a:xfrm>
            <a:off x="508000" y="3238500"/>
            <a:ext cx="1016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>
                <a:hlinkClick r:id="rId4"/>
              </a:rPr>
              <a:t>链接文字 </a:t>
            </a:r>
            <a:r>
              <a:rPr lang="en-US" altLang="zh-CN" sz="2400">
                <a:hlinkClick r:id="rId4"/>
              </a:rPr>
              <a:t>Link 4</a:t>
            </a:r>
            <a:endParaRPr lang="zh-CN" altLang="en-US" sz="2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B85AC55-BF35-B382-EFC4-D43491A46E4D}"/>
              </a:ext>
            </a:extLst>
          </p:cNvPr>
          <p:cNvSpPr txBox="1"/>
          <p:nvPr/>
        </p:nvSpPr>
        <p:spPr>
          <a:xfrm>
            <a:off x="508000" y="4191000"/>
            <a:ext cx="1016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>
                <a:hlinkClick r:id="" action="ppaction://hlinkshowjump?jump=endshow"/>
              </a:rPr>
              <a:t>链接文字 </a:t>
            </a:r>
            <a:r>
              <a:rPr lang="en-US" altLang="zh-CN" sz="2400">
                <a:hlinkClick r:id="" action="ppaction://hlinkshowjump?jump=endshow"/>
              </a:rPr>
              <a:t>Link 5</a:t>
            </a:r>
            <a:endParaRPr lang="zh-CN" altLang="en-US" sz="240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60C9DC4-D2D2-0419-5271-19ABD48E6AFB}"/>
              </a:ext>
            </a:extLst>
          </p:cNvPr>
          <p:cNvSpPr txBox="1"/>
          <p:nvPr/>
        </p:nvSpPr>
        <p:spPr>
          <a:xfrm>
            <a:off x="508000" y="5143500"/>
            <a:ext cx="1016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400"/>
              <a:t>链接文字 </a:t>
            </a:r>
            <a:r>
              <a:rPr lang="en-US" altLang="zh-CN" sz="2400"/>
              <a:t>Link 6</a:t>
            </a: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2603353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1880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</Words>
  <Application>Microsoft Office PowerPoint</Application>
  <PresentationFormat>自定义</PresentationFormat>
  <Paragraphs>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2026-10-19T05:11:07Z</dcterms:created>
  <dcterms:modified xsi:type="dcterms:W3CDTF">2026-10-19T05:11:07Z</dcterms:modified>
</cp:coreProperties>
</file>