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9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第一类别</c:v>
                </c:pt>
                <c:pt idx="1">
                  <c:v>第二类别</c:v>
                </c:pt>
                <c:pt idx="2">
                  <c:v>第三类别</c:v>
                </c:pt>
                <c:pt idx="3">
                  <c:v>第四类别</c:v>
                </c:pt>
                <c:pt idx="4">
                  <c:v>第五类别</c:v>
                </c:pt>
                <c:pt idx="5">
                  <c:v>第六类别</c:v>
                </c:pt>
                <c:pt idx="6">
                  <c:v>第七类别</c:v>
                </c:pt>
                <c:pt idx="7">
                  <c:v>第八类别</c:v>
                </c:pt>
                <c:pt idx="8">
                  <c:v>第九类别</c:v>
                </c:pt>
                <c:pt idx="9">
                  <c:v>第十类别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A8-4D6B-BAEC-AD3C972459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56423983"/>
        <c:axId val="1856418703"/>
      </c:barChart>
      <c:catAx>
        <c:axId val="18564239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6418703"/>
        <c:crosses val="autoZero"/>
        <c:auto val="1"/>
        <c:lblAlgn val="ctr"/>
        <c:lblOffset val="100"/>
        <c:noMultiLvlLbl val="0"/>
      </c:catAx>
      <c:valAx>
        <c:axId val="1856418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6423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Alpha one</c:v>
                </c:pt>
                <c:pt idx="1">
                  <c:v>Beta two</c:v>
                </c:pt>
                <c:pt idx="2">
                  <c:v>Gamma three</c:v>
                </c:pt>
                <c:pt idx="3">
                  <c:v>Delta four</c:v>
                </c:pt>
                <c:pt idx="4">
                  <c:v>Epsilon five</c:v>
                </c:pt>
                <c:pt idx="5">
                  <c:v>Zeta six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9D-4FAC-B41A-48F1529C63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56445247"/>
        <c:axId val="1856449567"/>
      </c:barChart>
      <c:catAx>
        <c:axId val="1856445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6449567"/>
        <c:crosses val="autoZero"/>
        <c:auto val="1"/>
        <c:lblAlgn val="ctr"/>
        <c:lblOffset val="100"/>
        <c:noMultiLvlLbl val="0"/>
      </c:catAx>
      <c:valAx>
        <c:axId val="18564495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56445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2019年第一季度</c:v>
                </c:pt>
                <c:pt idx="1">
                  <c:v>2019年第二季度</c:v>
                </c:pt>
                <c:pt idx="2">
                  <c:v>2019年第三季度</c:v>
                </c:pt>
                <c:pt idx="3">
                  <c:v>2019年第四季度</c:v>
                </c:pt>
                <c:pt idx="4">
                  <c:v>2020年第一季度</c:v>
                </c:pt>
                <c:pt idx="5">
                  <c:v>2020年第二季度</c:v>
                </c:pt>
                <c:pt idx="6">
                  <c:v>2020年第三季度</c:v>
                </c:pt>
                <c:pt idx="7">
                  <c:v>2020年第四季度</c:v>
                </c:pt>
                <c:pt idx="8">
                  <c:v>2021年第一季度</c:v>
                </c:pt>
                <c:pt idx="9">
                  <c:v>2021年第二季度</c:v>
                </c:pt>
                <c:pt idx="10">
                  <c:v>2021年第三季度</c:v>
                </c:pt>
                <c:pt idx="11">
                  <c:v>2021年第四季度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85-4215-A299-E6283CC84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2019年第一季度</c:v>
                </c:pt>
                <c:pt idx="1">
                  <c:v>2019年第二季度</c:v>
                </c:pt>
                <c:pt idx="2">
                  <c:v>2019年第三季度</c:v>
                </c:pt>
                <c:pt idx="3">
                  <c:v>2019年第四季度</c:v>
                </c:pt>
                <c:pt idx="4">
                  <c:v>2020年第一季度</c:v>
                </c:pt>
                <c:pt idx="5">
                  <c:v>2020年第二季度</c:v>
                </c:pt>
                <c:pt idx="6">
                  <c:v>2020年第三季度</c:v>
                </c:pt>
                <c:pt idx="7">
                  <c:v>2020年第四季度</c:v>
                </c:pt>
                <c:pt idx="8">
                  <c:v>2021年第一季度</c:v>
                </c:pt>
                <c:pt idx="9">
                  <c:v>2021年第二季度</c:v>
                </c:pt>
                <c:pt idx="10">
                  <c:v>2021年第三季度</c:v>
                </c:pt>
                <c:pt idx="11">
                  <c:v>2021年第四季度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E85-4215-A299-E6283CC84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2019年第一季度</c:v>
                </c:pt>
                <c:pt idx="1">
                  <c:v>2019年第二季度</c:v>
                </c:pt>
                <c:pt idx="2">
                  <c:v>2019年第三季度</c:v>
                </c:pt>
                <c:pt idx="3">
                  <c:v>2019年第四季度</c:v>
                </c:pt>
                <c:pt idx="4">
                  <c:v>2020年第一季度</c:v>
                </c:pt>
                <c:pt idx="5">
                  <c:v>2020年第二季度</c:v>
                </c:pt>
                <c:pt idx="6">
                  <c:v>2020年第三季度</c:v>
                </c:pt>
                <c:pt idx="7">
                  <c:v>2020年第四季度</c:v>
                </c:pt>
                <c:pt idx="8">
                  <c:v>2021年第一季度</c:v>
                </c:pt>
                <c:pt idx="9">
                  <c:v>2021年第二季度</c:v>
                </c:pt>
                <c:pt idx="10">
                  <c:v>2021年第三季度</c:v>
                </c:pt>
                <c:pt idx="11">
                  <c:v>2021年第四季度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E85-4215-A299-E6283CC84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05967743"/>
        <c:axId val="505964863"/>
      </c:lineChart>
      <c:catAx>
        <c:axId val="505967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5964863"/>
        <c:crosses val="autoZero"/>
        <c:auto val="1"/>
        <c:lblAlgn val="ctr"/>
        <c:lblOffset val="100"/>
        <c:noMultiLvlLbl val="0"/>
      </c:catAx>
      <c:valAx>
        <c:axId val="505964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59677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第一类别</c:v>
                </c:pt>
                <c:pt idx="1">
                  <c:v>第二类别</c:v>
                </c:pt>
                <c:pt idx="2">
                  <c:v>第三类别</c:v>
                </c:pt>
                <c:pt idx="3">
                  <c:v>第四类别</c:v>
                </c:pt>
                <c:pt idx="4">
                  <c:v>第五类别</c:v>
                </c:pt>
                <c:pt idx="5">
                  <c:v>第六类别</c:v>
                </c:pt>
                <c:pt idx="6">
                  <c:v>第七类别</c:v>
                </c:pt>
                <c:pt idx="7">
                  <c:v>第八类别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8C-4731-8EC8-B645DEF4F8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5969183"/>
        <c:axId val="505956223"/>
      </c:barChart>
      <c:catAx>
        <c:axId val="505969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5956223"/>
        <c:crosses val="autoZero"/>
        <c:auto val="1"/>
        <c:lblAlgn val="ctr"/>
        <c:lblOffset val="100"/>
        <c:noMultiLvlLbl val="0"/>
      </c:catAx>
      <c:valAx>
        <c:axId val="505956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5969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第一类别</c:v>
                </c:pt>
                <c:pt idx="1">
                  <c:v>第二类别</c:v>
                </c:pt>
                <c:pt idx="2">
                  <c:v>第三类别</c:v>
                </c:pt>
                <c:pt idx="3">
                  <c:v>第四类别</c:v>
                </c:pt>
                <c:pt idx="4">
                  <c:v>第五类别</c:v>
                </c:pt>
                <c:pt idx="5">
                  <c:v>第六类别</c:v>
                </c:pt>
                <c:pt idx="6">
                  <c:v>第七类别</c:v>
                </c:pt>
                <c:pt idx="7">
                  <c:v>第八类别</c:v>
                </c:pt>
                <c:pt idx="8">
                  <c:v>第九类别</c:v>
                </c:pt>
                <c:pt idx="9">
                  <c:v>第十类别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85-49F8-8CF5-80B20148E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5958623"/>
        <c:axId val="505959103"/>
      </c:barChart>
      <c:catAx>
        <c:axId val="505958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5959103"/>
        <c:crosses val="autoZero"/>
        <c:auto val="1"/>
        <c:lblAlgn val="ctr"/>
        <c:lblOffset val="100"/>
        <c:noMultiLvlLbl val="0"/>
      </c:catAx>
      <c:valAx>
        <c:axId val="50595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5958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Sheet1!$A$2:$A$11</c:f>
              <c:strCache>
                <c:ptCount val="10"/>
                <c:pt idx="0">
                  <c:v>第一类别</c:v>
                </c:pt>
                <c:pt idx="1">
                  <c:v>第二类别</c:v>
                </c:pt>
                <c:pt idx="2">
                  <c:v>第三类别</c:v>
                </c:pt>
                <c:pt idx="3">
                  <c:v>第四类别</c:v>
                </c:pt>
                <c:pt idx="4">
                  <c:v>第五类别</c:v>
                </c:pt>
                <c:pt idx="5">
                  <c:v>第六类别</c:v>
                </c:pt>
                <c:pt idx="6">
                  <c:v>第七类别</c:v>
                </c:pt>
                <c:pt idx="7">
                  <c:v>第八类别</c:v>
                </c:pt>
                <c:pt idx="8">
                  <c:v>第九类别</c:v>
                </c:pt>
                <c:pt idx="9">
                  <c:v>第十类别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CC-436C-83C5-CF6B0DED0F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07208319"/>
        <c:axId val="507205919"/>
      </c:areaChart>
      <c:catAx>
        <c:axId val="50720831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7205919"/>
        <c:crosses val="autoZero"/>
        <c:auto val="1"/>
        <c:lblAlgn val="ctr"/>
        <c:lblOffset val="100"/>
        <c:noMultiLvlLbl val="0"/>
      </c:catAx>
      <c:valAx>
        <c:axId val="5072059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0720831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2D29F-3CB9-03BB-E2E6-70B5D8CF7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892896-0590-33ED-1BA8-44B1CF388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34760B-3EBE-F46B-2FBE-9E1853F1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4FC542-9A57-198A-9AA4-CBACE29BA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9EB25C-B2D7-A4AE-95A1-C55855A35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51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C1849-8542-4F00-ED28-DCE3A25AA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466FF7-E4BD-ED58-12E4-8B5B2FC61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98F7DC-A81F-C30F-67B8-E373AACF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6BB23-A187-2951-21B1-B6F188BC6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398990-6C14-75BD-E0A3-30C60AD69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740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7D93F-DC5A-6DFA-691C-5FE48BD1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009DBE-B6FC-EB32-9AD4-92BA4E164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8F96AC-17D6-CE66-EA92-D39D12A7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7017CD-3E39-2734-79E0-DC051C936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A182B-F24E-01FE-D790-AD71FE88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923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B1F4A-BF90-6A82-A9CF-7EF60434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719740-5F1B-B6BE-37EF-953F25952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C562CA-29A4-F975-0800-81B54AAF5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B1235C-EE73-D1D2-F9BA-F4ADCC10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A534AD-42FC-BCAA-ED22-00BC83A0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09D3F1-70D1-219C-D796-B305DBB8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62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DDEF40-502B-3484-3D5E-00D25337D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89D78C-C15E-041C-7FE1-569B1CD3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635170-A0E2-A672-C76E-898E85829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3DF8E23-DC92-BF91-DB0E-35C6E6DBE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FFA34B-72D0-B4EB-2C50-DAD1B610D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09ABAB3-B4F3-FA2A-C16C-89BA1C6AA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B71C7D-2502-C7C3-5AAC-8998FFA3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59796D-0C8D-EA66-DAEB-87F059EB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766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2489B-8C26-D73B-A6E5-B974C1C2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BB65B1-ED0F-05AF-93B6-FEFA9CF85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5D62AF-4A99-BF6E-A862-9EBDCD6DB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9306DD-EF3B-60BC-A03E-06A82546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434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2AA0A8C-1EE2-3B1B-BE5B-E6F0CF52F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BFDB32-2E73-45CB-FF4C-091CEABDF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AF8423-F8B7-2E94-555D-FE39F182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08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7F989-0EDD-D8CE-12D4-03EFD96AD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A5D28-AC91-0F8C-3186-D07966F3E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B293CE-9B33-04B4-C66B-12CCB7D4A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990F78-7BA6-C863-27EC-B98384435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5E28E4-9833-7832-5F13-E8B7FD1C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7934F7-489E-337E-D54F-2CADE248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36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655E6-D1B9-3C4E-C7FE-5EB62D5A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FD0A75-0211-C509-D60F-CDB484E7BF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8E31CD-E229-5C8A-968E-BDFBC1232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C5EC61-3233-9AAE-0058-1AB01ADC5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4EF9E2-C543-1E5A-F505-92457F458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E5B174-7151-174C-427E-3D55C430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598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DFA7A8-51F8-4EBA-414B-B5C2179F3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42806E-0A28-B5FA-9108-2BBDFB346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289CB0-5AEF-6A99-E3E1-4402952F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16F172-6DCE-4E93-32F9-B80BDD52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5B9638-A888-E035-A6F9-1D12008D2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89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86C7E2-DA6C-E75B-03FC-EB22C626CF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BE84E8-50CA-B90A-CFD1-D0F1E61FF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974351-563B-5D07-D2AC-DCB3A3796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2D451D-36A9-F8E8-D955-4B9DBE393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E79723-4725-6024-2507-5F6AEB085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261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E15311-D32B-817B-9C60-366AEBCDF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084FAF-B98E-21EC-5DF2-A043D906E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391468-4D06-AD94-C05F-421E29154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60A0B-649F-4B6E-ADBE-279B5C2365A1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23115-7E12-58A9-3E74-2467CED4E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BCBB79-64D0-2BEE-B7BB-1C0ED4293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E482B6-7066-4363-AE96-20E74B5C3B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3078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BD3F91F-6258-6399-8927-031484BBD5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124811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BB42CDAE-81ED-0A02-C125-F335D8B6C8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3139298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12399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A0E55A46-94BD-AAF8-DC3E-633BA13987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4020753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F84DF728-76C2-6E00-CD32-12116B460C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1646489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04903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6117AA1-2616-8010-77A6-B592A4E3B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8048106"/>
              </p:ext>
            </p:extLst>
          </p:nvPr>
        </p:nvGraphicFramePr>
        <p:xfrm>
          <a:off x="254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1EF6B1E8-8133-494E-A280-681F9C37D2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2796629"/>
              </p:ext>
            </p:extLst>
          </p:nvPr>
        </p:nvGraphicFramePr>
        <p:xfrm>
          <a:off x="6223000" y="508000"/>
          <a:ext cx="5715000" cy="558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76189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自定义</PresentationFormat>
  <Paragraphs>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2026-10-14T04:53:59Z</dcterms:created>
  <dcterms:modified xsi:type="dcterms:W3CDTF">2026-10-14T04:53:59Z</dcterms:modified>
</cp:coreProperties>
</file>