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b="1" 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05CB70-0280-485E-2B29-3976EFDB1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4B7620-F0CB-58E8-C9C1-85180F1D1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DA844-806F-5325-7B3A-E4DC4F79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5E5FF8-37F8-C794-04DD-03F3C19F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1F1977-C412-4EEF-46E8-4506530F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91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97E31-DF97-A246-88EF-E43DD4412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1FEAA9-B173-12C7-832E-8070756A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1A460-AEAA-212F-06AD-EB253196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8DDBB8-A39E-843F-F24F-4AA4A5BB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71EE6-DAD1-8A42-6333-785DA3F2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43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F7A7C-AE67-F3D9-42AE-81A7BC8AD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2D1065-0393-727F-060D-B2A9BEF71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2484B1-4871-A595-F925-28285EFF8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3935CB-1B35-68B9-C10B-0A1C31D8B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B0F5DD-8274-4E70-B3A3-94BEA4AC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447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F0399-67BC-0292-D4C2-8BE51298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8E85EE-6648-65E8-257E-9B3E18786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47596B-A920-ED43-F5F7-8FDEF5C30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771C8A-6126-539B-A599-15A11751A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127D50-9039-991D-4E37-AC6B763C1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52B1F8-25A6-37EF-CDBD-38C5AD56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704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05A8D2-7B56-55A9-98F1-277AE2074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B775F3-EAFF-9F66-2575-41A442D99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28CD7C-281A-BB58-D41B-4D57DF0B9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510302-E60E-0E47-F34C-AF1BF3D2B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3D4A66-810D-9A1B-1FE8-C6A773EDC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D64577-A383-9F52-93FA-F8C96672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5DB570-1542-1FAD-70D7-181F94DB9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FC679B-28CF-7508-AE49-B961E8A1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68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32FD3-9A9A-AB31-AF40-F7EDB37BD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5CFCFA-1689-8FD0-6498-DD211FDD1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364685-03B3-84C4-7BEB-1EA0084F8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8C12F2-1531-FF52-25AB-DEA2C1CB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427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0ACADA-3647-DFD7-D462-526DFB86C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943F02-7D0E-1444-CF68-E5354988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BE16B9-7362-FC3F-8627-20BEC837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59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7B3E32-027D-4F45-91FB-B4BABEB3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244145-8794-295D-11A5-742B46B6D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32207A-C0DF-BFCA-E03C-9270C57AF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82E6E9-D1BB-0407-76AE-98CC8AAB1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CE75FC-E1BA-815A-B272-8C4FC1FC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B2CACF-D22D-8DEA-98CA-605DB66CD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058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7EF9B-8906-CA7B-5AF9-BF0AE7F8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1DBD5B5-D964-8E4B-A1F1-71364557A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F635AC-855E-1EBD-E375-82E1A0ED9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4A38BC-6D3E-11F4-B285-CC11813A1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0C10C4-A4D6-E45C-0A3E-4BB61CF90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92846E-C4CC-84F1-5E7C-3EC98DC4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57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5A8387-DB00-A2FE-B939-83702396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D267F8-2BD3-0C23-BBA6-2CFB62016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AD419D-6BA4-4B9D-6C39-14179D292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39C12-762B-3090-4AE1-D15352CBE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9ACB0-223E-C6CC-297A-DCEB70E8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A6EB74-5A23-1A49-A471-69F99345B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B38952-5718-4D88-834F-607386312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010FB2-F836-7D9A-3375-AEB7A3C7B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985A7F-1EF0-543E-CDD3-39C5A5CF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F5C899-734C-C384-2AFA-090A71B15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714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45C60F-3D96-33F8-04DE-1AE380EA7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731A89-2FAC-B71D-88CB-543D8268D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444B31-A581-178D-F4C8-897077EC3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F7B37-AB1A-401D-84A0-87B9BA8973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7553B-7894-235E-AD7A-C0D35CE51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4FA05D-D9ED-9A10-4122-14782D12B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0F47A-6B1E-4781-8CE9-0437F57D8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4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FDEB558-074F-193A-81E0-62853EDBF75F}"/>
              </a:ext>
            </a:extLst>
          </p:cNvPr>
          <p:cNvSpPr txBox="1"/>
          <p:nvPr/>
        </p:nvSpPr>
        <p:spPr>
          <a:xfrm>
            <a:off x="508000" y="508000"/>
            <a:ext cx="1092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文本框 </a:t>
            </a:r>
            <a:r>
              <a:rPr lang="en-US" altLang="zh-CN"/>
              <a:t>Text Box 2021.1.12</a:t>
            </a:r>
            <a:endParaRPr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3A0D493-DBB6-B7BD-58CB-EDA957B34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675381"/>
              </p:ext>
            </p:extLst>
          </p:nvPr>
        </p:nvGraphicFramePr>
        <p:xfrm>
          <a:off x="508000" y="2032000"/>
          <a:ext cx="5334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19057195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733153849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Cell11 2021.1.1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Cell12 2021.1.2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40932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Cell21 2021.2.1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Cell22 2021.2.2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9931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C090034-54BE-01DD-B983-1C0F524CA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444518"/>
              </p:ext>
            </p:extLst>
          </p:nvPr>
        </p:nvGraphicFramePr>
        <p:xfrm>
          <a:off x="6223000" y="2032000"/>
          <a:ext cx="533400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03610395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7723582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Cell11 2021.1.1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Cell12 2021.1.2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21448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Cell21 2021.2.1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Cell22 2021.2.2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478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739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自定义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2026-10-17T08:24:17Z</dcterms:created>
  <dcterms:modified xsi:type="dcterms:W3CDTF">2026-10-17T08:24:17Z</dcterms:modified>
</cp:coreProperties>
</file>