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2182BF-5A7E-A8D6-99EB-E62BB6289D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65E0A4B-5A3E-2507-BF57-F2AAAA29A4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5C87E2B-9001-1DE7-07D2-6388518C4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14874-AE0B-49F8-B3A0-F5D3EA5C01F9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9E1890D-73EF-DD67-0F72-0E4F5DC96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E1BB6A3-7461-B576-C2CB-2A2BFC8A8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AE110-D8BC-4B92-AFFE-4BB773AA49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43150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AA4638-6E65-AAA1-6A92-D970CD8E3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7F9CB1-3F29-1883-8E33-AD445FF5F6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F264D08-E3AF-8A62-4629-107C5BA2C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14874-AE0B-49F8-B3A0-F5D3EA5C01F9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D285E04-D462-EF84-2E32-253A58F77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073383C-F7C4-96E3-7467-9366F7E59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AE110-D8BC-4B92-AFFE-4BB773AA49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3738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1BDA06-EF44-7FBC-C994-559983638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25DFFA7-825A-DDC8-8DD1-B2AEC813BD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3736FE5-C2EB-5DEF-5AAA-82FC5EA17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14874-AE0B-49F8-B3A0-F5D3EA5C01F9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DF6437B-BDED-7F28-6BD0-C6E950FE3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C5A9D0-C945-ABEC-647D-AC3F404B9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AE110-D8BC-4B92-AFFE-4BB773AA49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34292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C50330-DFA6-1A04-0EFB-ABEE188DE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D80AC0E-5EC2-BD8C-29E1-4968670123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53E7758-5D7A-6A19-B30E-850B3AA60F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406BCA4-BDEB-1A3E-CDFE-4E955B3A9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14874-AE0B-49F8-B3A0-F5D3EA5C01F9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F96D12F-AF24-AB2D-B0FC-D3811ED53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52E1AB7-10F3-78AB-C6A6-B0F9FDC92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AE110-D8BC-4B92-AFFE-4BB773AA49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66106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70FC4B-E479-6514-885B-9B9E60C00E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7C9E93A-199B-CCB2-435A-C246D58374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D659509-1D75-B46C-9605-79A104E24F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D3E78D1-5FEF-ED39-936E-225260178C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3E7D629-E06C-B4E0-88B0-74F10A8834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B471CE4-D077-AA62-5728-2A44C4C330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14874-AE0B-49F8-B3A0-F5D3EA5C01F9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96442A5-95C9-5218-6BA9-404CE0DED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F4DB67E-DA0C-CB37-0B3A-1454DABDA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AE110-D8BC-4B92-AFFE-4BB773AA49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62919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4D7F9D-F809-A4C2-007E-D2091B88F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5058A23-ECDF-CB70-EE47-14CD727B5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14874-AE0B-49F8-B3A0-F5D3EA5C01F9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78FFC56-3FEF-E225-8E24-139FA80F4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E3ACC2B-07BF-AFEE-F384-9EB784996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AE110-D8BC-4B92-AFFE-4BB773AA49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98339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CA1F950-0CB7-2931-F6B2-54EA1FA42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14874-AE0B-49F8-B3A0-F5D3EA5C01F9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7CED246-6F4D-4EBF-8E8C-62B7D0038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D3A3D1B-E810-037C-67E6-2547B2A47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AE110-D8BC-4B92-AFFE-4BB773AA49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54636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020319-5A86-6F1E-31D4-717D09DAB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CE940FD-F2D9-464E-274B-9414189390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D67F41D-DCB0-70FE-DED6-2757C58A3B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7B39776-5DE9-D891-13C9-133E4600E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14874-AE0B-49F8-B3A0-F5D3EA5C01F9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AEBF487-170C-A427-8B2A-B8E51BEF0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44B349C-B681-057E-C063-EC4B52A2F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AE110-D8BC-4B92-AFFE-4BB773AA49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54721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1D85BB-5EB9-62E3-6C09-F1E875614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6D11BAB-B320-90F1-E574-AE67C5D9F1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312D10F-1061-B0F9-DC88-A7F58FF198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49EDC6B-BFC4-DB45-4A38-4AA8C40B9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14874-AE0B-49F8-B3A0-F5D3EA5C01F9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BE63D37-D455-F85C-6840-63390DDD5D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072D51E-0CB6-0E76-7E9C-4ADF577CF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AE110-D8BC-4B92-AFFE-4BB773AA49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10759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2E6CAC-1A8F-C419-C778-541DA5ED5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795CDBF-1BFF-0306-970E-53D695AAB3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8A388BA-9287-8A97-8ABE-1E0B92CF3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14874-AE0B-49F8-B3A0-F5D3EA5C01F9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9D8D4D7-0754-FB9B-777C-67773BEFA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2230A38-A320-88A8-C71E-192C84A11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AE110-D8BC-4B92-AFFE-4BB773AA49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86254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2D12A5C-167D-2F6B-3FEC-768C546AF2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0B09D6A-9BCD-E6BB-2C60-9AA3510B75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71868F5-F2F1-9C6B-C91E-6EC8CF628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14874-AE0B-49F8-B3A0-F5D3EA5C01F9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9CCF189-F130-F784-C635-76D75CDD0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D108E9D-AFE5-9252-BBB8-0979B712B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AE110-D8BC-4B92-AFFE-4BB773AA49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38639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49012BF-F623-6C51-0DF2-7CAE8263A1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9BE9CFE-C270-17C1-736B-F0EAF138E1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0A12072-3645-C89F-85B6-2C6EE0FF9A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814874-AE0B-49F8-B3A0-F5D3EA5C01F9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14C43B3-B982-44CC-5F0F-3DD9659F10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0474D6B-3B8B-4D3C-998A-4F6D472A62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AAE110-D8BC-4B92-AFFE-4BB773AA49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8390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B4C8F34-2D6C-944B-52E5-993A3AEA28DE}"/>
              </a:ext>
            </a:extLst>
          </p:cNvPr>
          <p:cNvSpPr/>
          <p:nvPr/>
        </p:nvSpPr>
        <p:spPr>
          <a:xfrm rot="1800000">
            <a:off x="635000" y="635000"/>
            <a:ext cx="2794000" cy="2032000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174230F-99BD-56E4-8081-CEC8ACD1120B}"/>
              </a:ext>
            </a:extLst>
          </p:cNvPr>
          <p:cNvSpPr/>
          <p:nvPr/>
        </p:nvSpPr>
        <p:spPr>
          <a:xfrm rot="1800000">
            <a:off x="4572000" y="635000"/>
            <a:ext cx="2794000" cy="2032000"/>
          </a:xfrm>
          <a:prstGeom prst="rect">
            <a:avLst/>
          </a:prstGeom>
          <a:blipFill dpi="0" rotWithShape="0">
            <a:blip r:embed="rId2"/>
            <a:srcRect/>
            <a:stretch>
              <a:fillRect/>
            </a:stretch>
          </a:blip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B19716C-2CA1-486A-E441-5BE796C80DCD}"/>
              </a:ext>
            </a:extLst>
          </p:cNvPr>
          <p:cNvSpPr/>
          <p:nvPr/>
        </p:nvSpPr>
        <p:spPr>
          <a:xfrm rot="5400000">
            <a:off x="8509000" y="635000"/>
            <a:ext cx="3048000" cy="1524000"/>
          </a:xfrm>
          <a:prstGeom prst="rect">
            <a:avLst/>
          </a:prstGeom>
          <a:blipFill dpi="0" rotWithShape="0">
            <a:blip r:embed="rId2"/>
            <a:srcRect/>
            <a:stretch>
              <a:fillRect/>
            </a:stretch>
          </a:blip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1DB5B21-8EE1-A5B8-9250-127B8E5BAB6D}"/>
              </a:ext>
            </a:extLst>
          </p:cNvPr>
          <p:cNvSpPr/>
          <p:nvPr/>
        </p:nvSpPr>
        <p:spPr>
          <a:xfrm rot="1800000">
            <a:off x="635000" y="3810000"/>
            <a:ext cx="2794000" cy="2032000"/>
          </a:xfrm>
          <a:prstGeom prst="rect">
            <a:avLst/>
          </a:prstGeom>
          <a:gradFill flip="none" rotWithShape="1">
            <a:gsLst>
              <a:gs pos="0">
                <a:srgbClr val="1E50C8"/>
              </a:gs>
              <a:gs pos="100000">
                <a:srgbClr val="FADC28"/>
              </a:gs>
            </a:gsLst>
            <a:lin ang="0" scaled="1"/>
            <a:tileRect/>
          </a:gra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3A71687-F44C-9A9D-606F-DFD476C6416C}"/>
              </a:ext>
            </a:extLst>
          </p:cNvPr>
          <p:cNvSpPr/>
          <p:nvPr/>
        </p:nvSpPr>
        <p:spPr>
          <a:xfrm rot="1800000">
            <a:off x="4572000" y="3810000"/>
            <a:ext cx="2794000" cy="2032000"/>
          </a:xfrm>
          <a:prstGeom prst="rect">
            <a:avLst/>
          </a:prstGeom>
          <a:gradFill flip="none" rotWithShape="0">
            <a:gsLst>
              <a:gs pos="0">
                <a:srgbClr val="1E50C8"/>
              </a:gs>
              <a:gs pos="100000">
                <a:srgbClr val="FADC28"/>
              </a:gs>
            </a:gsLst>
            <a:lin ang="0" scaled="1"/>
            <a:tileRect/>
          </a:gra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FC37445-8F2F-208C-CDF0-F46F17B46A7C}"/>
              </a:ext>
            </a:extLst>
          </p:cNvPr>
          <p:cNvSpPr/>
          <p:nvPr/>
        </p:nvSpPr>
        <p:spPr>
          <a:xfrm rot="5400000">
            <a:off x="8509000" y="3810000"/>
            <a:ext cx="3048000" cy="1524000"/>
          </a:xfrm>
          <a:prstGeom prst="rect">
            <a:avLst/>
          </a:prstGeom>
          <a:gradFill flip="none" rotWithShape="0">
            <a:gsLst>
              <a:gs pos="0">
                <a:srgbClr val="1E50C8"/>
              </a:gs>
              <a:gs pos="100000">
                <a:srgbClr val="FADC28"/>
              </a:gs>
            </a:gsLst>
            <a:lin ang="0" scaled="1"/>
            <a:tileRect/>
          </a:gra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86297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自定义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2026-10-17T02:15:29Z</dcterms:created>
  <dcterms:modified xsi:type="dcterms:W3CDTF">2026-10-17T02:15:29Z</dcterms:modified>
</cp:coreProperties>
</file>