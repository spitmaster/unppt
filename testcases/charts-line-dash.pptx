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none"/>
          </c:marker>
          <c: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89-41E0-BFBD-8514B9FF83EF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508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1</c:v>
                </c:pt>
                <c:pt idx="4">
                  <c:v>8</c:v>
                </c:pt>
                <c:pt idx="5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89-41E0-BFBD-8514B9FF83EF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12</c:v>
                </c:pt>
                <c:pt idx="3">
                  <c:v>22</c:v>
                </c:pt>
                <c:pt idx="4">
                  <c:v>12</c:v>
                </c:pt>
                <c:pt idx="5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89-41E0-BFBD-8514B9FF83EF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50800" cap="rnd">
              <a:solidFill>
                <a:schemeClr val="accent4"/>
              </a:solidFill>
              <a:prstDash val="dashDot"/>
              <a:round/>
            </a:ln>
            <a:effectLst/>
          </c:spPr>
          <c:marker>
            <c:symbol val="none"/>
          </c:marker>
          <c: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37</c:v>
                </c:pt>
                <c:pt idx="2">
                  <c:v>30</c:v>
                </c:pt>
                <c:pt idx="3">
                  <c:v>43</c:v>
                </c:pt>
                <c:pt idx="4">
                  <c:v>36</c:v>
                </c:pt>
                <c:pt idx="5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A89-41E0-BFBD-8514B9FF83EF}"/>
            </c:ext>
          </c:extLst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lgDash"/>
              <a:round/>
            </a:ln>
            <a:effectLst/>
          </c:spPr>
          <c:marker>
            <c:symbol val="none"/>
          </c:marker>
          <c:val>
            <c:numRef>
              <c:f>Sheet1!$E$2:$E$7</c:f>
              <c:numCache>
                <c:formatCode>General</c:formatCode>
                <c:ptCount val="6"/>
                <c:pt idx="0">
                  <c:v>36</c:v>
                </c:pt>
                <c:pt idx="1">
                  <c:v>52</c:v>
                </c:pt>
                <c:pt idx="2">
                  <c:v>48</c:v>
                </c:pt>
                <c:pt idx="3">
                  <c:v>44</c:v>
                </c:pt>
                <c:pt idx="4">
                  <c:v>40</c:v>
                </c:pt>
                <c:pt idx="5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A89-41E0-BFBD-8514B9FF83EF}"/>
            </c:ext>
          </c:extLst>
        </c:ser>
        <c:ser>
          <c:idx val="5"/>
          <c:order val="5"/>
          <c:tx>
            <c:strRef>
              <c:f>Sheet1!$F$1</c:f>
              <c:strCache>
                <c:ptCount val="1"/>
                <c:pt idx="0">
                  <c:v>系列 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Sheet1!$F$2:$F$7</c:f>
              <c:numCache>
                <c:formatCode>General</c:formatCode>
                <c:ptCount val="6"/>
                <c:pt idx="0">
                  <c:v>48</c:v>
                </c:pt>
                <c:pt idx="1">
                  <c:v>67</c:v>
                </c:pt>
                <c:pt idx="2">
                  <c:v>66</c:v>
                </c:pt>
                <c:pt idx="3">
                  <c:v>65</c:v>
                </c:pt>
                <c:pt idx="4">
                  <c:v>64</c:v>
                </c:pt>
                <c:pt idx="5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A89-41E0-BFBD-8514B9FF8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1701631"/>
        <c:axId val="1911702111"/>
      </c:lineChart>
      <c:catAx>
        <c:axId val="1911701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1702111"/>
        <c:crosses val="autoZero"/>
        <c:auto val="1"/>
        <c:lblAlgn val="ctr"/>
        <c:lblOffset val="100"/>
        <c:noMultiLvlLbl val="0"/>
      </c:catAx>
      <c:valAx>
        <c:axId val="1911702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1701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28575">
                <a:solidFill>
                  <a:schemeClr val="accent1"/>
                </a:solidFill>
                <a:prstDash val="sysDot"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7</c:v>
                </c:pt>
                <c:pt idx="2">
                  <c:v>14</c:v>
                </c:pt>
                <c:pt idx="3">
                  <c:v>1</c:v>
                </c:pt>
                <c:pt idx="4">
                  <c:v>8</c:v>
                </c:pt>
                <c:pt idx="5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9FB-48E2-8F78-5EF5E83CF7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508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50800">
                <a:solidFill>
                  <a:schemeClr val="accent2"/>
                </a:solidFill>
                <a:prstDash val="sysDash"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12</c:v>
                </c:pt>
                <c:pt idx="3">
                  <c:v>22</c:v>
                </c:pt>
                <c:pt idx="4">
                  <c:v>12</c:v>
                </c:pt>
                <c:pt idx="5">
                  <c:v>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9FB-48E2-8F78-5EF5E83CF7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28575">
                <a:solidFill>
                  <a:schemeClr val="accent3"/>
                </a:solidFill>
                <a:prstDash val="dash"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37</c:v>
                </c:pt>
                <c:pt idx="2">
                  <c:v>30</c:v>
                </c:pt>
                <c:pt idx="3">
                  <c:v>43</c:v>
                </c:pt>
                <c:pt idx="4">
                  <c:v>36</c:v>
                </c:pt>
                <c:pt idx="5">
                  <c:v>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9FB-48E2-8F78-5EF5E83CF7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ln w="50800" cap="rnd">
              <a:solidFill>
                <a:schemeClr val="accent4"/>
              </a:solidFill>
              <a:prstDash val="dashDot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50800">
                <a:solidFill>
                  <a:schemeClr val="accent4"/>
                </a:solidFill>
                <a:prstDash val="dashDot"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36</c:v>
                </c:pt>
                <c:pt idx="1">
                  <c:v>52</c:v>
                </c:pt>
                <c:pt idx="2">
                  <c:v>48</c:v>
                </c:pt>
                <c:pt idx="3">
                  <c:v>44</c:v>
                </c:pt>
                <c:pt idx="4">
                  <c:v>40</c:v>
                </c:pt>
                <c:pt idx="5">
                  <c:v>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9FB-48E2-8F78-5EF5E83CF7B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系列 5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lgDash"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28575">
                <a:solidFill>
                  <a:schemeClr val="accent5"/>
                </a:solidFill>
                <a:prstDash val="lgDash"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Sheet1!$F$2:$F$7</c:f>
              <c:numCache>
                <c:formatCode>General</c:formatCode>
                <c:ptCount val="6"/>
                <c:pt idx="0">
                  <c:v>48</c:v>
                </c:pt>
                <c:pt idx="1">
                  <c:v>67</c:v>
                </c:pt>
                <c:pt idx="2">
                  <c:v>66</c:v>
                </c:pt>
                <c:pt idx="3">
                  <c:v>65</c:v>
                </c:pt>
                <c:pt idx="4">
                  <c:v>64</c:v>
                </c:pt>
                <c:pt idx="5">
                  <c:v>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9FB-48E2-8F78-5EF5E83CF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698864"/>
        <c:axId val="52707024"/>
      </c:scatterChart>
      <c:valAx>
        <c:axId val="52698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707024"/>
        <c:crosses val="autoZero"/>
        <c:crossBetween val="midCat"/>
      </c:valAx>
      <c:valAx>
        <c:axId val="5270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26988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64DCF-121C-ABDD-0875-01BE6DE04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7FE6A-4707-B70C-4846-81DAE0A23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ECAA8-DD20-484F-D887-DFADB58C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70E1D-B4C5-0E95-C55F-33AA8F91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D064B-2562-F5F9-D7A9-67A7E284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6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2543C-B95F-942B-85B6-56A0C799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46732-C0A7-C9FD-AFAC-9F30EB9FA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A25829-01BD-8A31-6E4F-2420C6A3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0E596-D147-977C-57F7-D7C759D9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FBD1A-4E8D-D699-4821-F0015201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8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9242F-7A3F-4758-374C-B8EC51C4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EA4063-70F3-2E7C-8C0C-73341B117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87C17D-BC5E-25CE-EFE5-7AB13699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AA1828-924F-A3C0-A723-6E02BE40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BA10A-558D-0262-83BF-233A455B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95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3A0B2-797B-78CD-5BD4-DE8D9D28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85ACC-F8DB-3BE2-66F2-C45686C46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B00E7-7620-202C-7F47-CDF6BDC45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8A5C95-4BAD-18BD-16E5-750F8FF7A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3F24E-A33B-336A-6ACF-E8F904FE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861DD0-4F79-8830-0144-7AD77959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7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A0339-CB07-7594-A5E6-FFD60671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C19DE-102D-CBF9-A609-040E9CAC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1488E3-0C11-BC0A-299C-61D432C5B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52883A-E4E2-0171-D115-12086238D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38DD1C-DC65-F220-259E-6FFCE30CB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78437C-E5DF-7204-38EB-F84E9F8A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2922BD-EAC6-E09F-9022-E97AA271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C7A948-3C15-248D-B9D2-72067308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24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95ED0-BF9D-F6CB-BE6D-A32083E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D14EB9-C267-C7CB-2201-B338DB0A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189227-20E6-C40D-DC27-FFAB8CA7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6CB3EA-0010-CD78-E93A-81FAD12E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31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FE9EEF-24B8-5E8D-62D0-C93BD3C5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E61A41-A99F-79AE-E7F7-2936C439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3C1640-248B-447B-B97F-E4BF2C9A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746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C461F-BE64-BDD5-A970-A0F63232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1CC8B-0D2A-351C-E302-D9915D51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901EC8-D66D-E8BE-E6A4-44E526A31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9F40F6-DAF8-1AB9-0659-39A557E3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EF6B1-C1A6-01CD-2EAE-4A1EBDA2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30AD5-A789-1916-95B6-8E68D37C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16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9C06A-0590-D596-934F-A3179E40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994F15-F900-6A64-2186-887FF99B7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188013-AB5A-F021-AC04-13E077C78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553F37-3147-65A4-0F01-401AAAC0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073093-08C3-EBD6-86FF-EB9F57F5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FFB798-2BB9-F448-E174-A0A5270E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36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1E7CE-6EA2-9D60-7EE1-4125CB21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293F39-9AB4-D0A2-1A03-3BA45E468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A5A2A7-1F6C-1CD1-1371-BF11070C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D322B6-963E-7C89-EA9C-098C06BF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7A07E7-DFF3-2004-7D47-95AA7082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00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9C811B-E268-B526-35EB-B8A721A76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9AF4E9-12B0-FE6D-9EEE-3FB6940B9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ECDC70-68DB-3099-E870-DB6F875E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2B959-B086-CC31-EA09-0E9D7317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E6F9B2-3BAF-2702-536B-AC9D3903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9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F53A99-AD6F-58B1-FE3F-FBD79230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8399CA-0BA8-26C6-B362-5A1F5B6B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0B766-669A-2CA5-CE75-2E9D15CB6B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F1CE4-6ABC-451B-B185-5448C8EF285C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83710-AF59-02AE-9CD5-69BEBC74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F4097-13FC-ACAC-007E-59E72835B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40370-5FBF-412B-8958-EA0DC175D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7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C84C635-9A69-340A-E778-A0FCA6AD7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8638768"/>
              </p:ext>
            </p:extLst>
          </p:nvPr>
        </p:nvGraphicFramePr>
        <p:xfrm>
          <a:off x="127000" y="508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8B68AEE-87C1-9B66-187A-F53DC3669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973024"/>
              </p:ext>
            </p:extLst>
          </p:nvPr>
        </p:nvGraphicFramePr>
        <p:xfrm>
          <a:off x="6096000" y="508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6071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2026-10-19T01:52:20Z</dcterms:created>
  <dcterms:modified xsi:type="dcterms:W3CDTF">2026-10-19T01:52:20Z</dcterms:modified>
</cp:coreProperties>
</file>