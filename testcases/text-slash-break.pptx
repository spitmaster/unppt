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AE7F4-BC68-E3B2-2774-A68E504D1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B449AA-C7B3-C54E-40CC-8D7E4991B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41F7F5-26CC-66D5-9058-DEE89570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0521A-090C-6650-70ED-50E4568A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3DBB0-AE09-F163-6B07-9785563B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3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9D0C2-8674-0770-8892-279967D5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88DA19-FAF3-F143-0B09-A6920A3B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E9685-FA8A-F015-0012-672AA11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76836-891B-4C3F-61EC-B28301B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87640-67E7-B5F8-F344-8238ACC8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74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DF54C-59FC-A92F-DD7C-59DDEF63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7559C8-C9F9-690D-FF1F-5D233B0FD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643CA3-4378-763C-8781-66845D2E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79102-32DE-BED6-996E-5A4892D5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150FA-FED9-2026-2000-7ACD737B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84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81B87-C6AC-3387-E5FA-B85E4410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4EA11-9617-CE45-28DC-2B0400288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57F77C-D490-A181-238C-6D2CE4BB6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5CED85-2AC3-5F8C-4D1F-4E64FDCC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D6D70E-2F00-AB21-56B9-DDB1B581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8A8CC9-F2CF-2629-E1E7-18B1A950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80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446E5-9361-F8EE-94B2-B938D101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4C64AF-DAA4-2195-F529-261110AA2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485B20-5C30-835F-FDA6-BEAD641DA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49DF7A-676F-CEB3-1900-9D7206A26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CE012F-813E-92C2-A7A3-FD4A2E8F7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069B83-834F-E17B-FB9B-EA1C14297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22505E-56ED-155A-E1AD-CF5A78DC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CDFA80-DA61-6FD8-DED3-0847CA06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52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2C600-42B4-34E8-1635-E6AAE43C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D9FFD1-47BA-2D3E-B6CD-A9E46D05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DAED6C-D844-8DBE-6A10-FB97558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94508F-D9C9-0ECC-FA0D-C641ACC6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2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2EF847-02CB-17D4-2DC0-324C11B4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EFA62B-E6FB-0F3C-21A3-463C23E9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30B44-BA21-AAE1-2728-2977F54D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8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A9D41-1944-2A12-93FA-A3E19F1B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DD407-3046-7D9B-2E7C-04197617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64584E-5339-8AF2-CF46-EB69118B9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6DC719-5FF9-4C52-844C-CCE70B8E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3F3457-980E-8416-DCD4-8C9A0AD0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02150B-751F-545E-2FEF-DDFABBF9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98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F47C3-709F-F1FB-6FC9-1DB3FD27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8CAF59-4870-9E2A-C3AF-C7D115E3F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F492FA-A0F4-5417-B89C-BE4446E51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B9F4E2-79DF-4806-6160-E1CEB0E5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C8DCB8-80A6-C9F8-4151-B2AE6D2E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91808F-A386-4282-A037-23F14D36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5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7C432-010F-5182-EAF3-2416D1A0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81FC65-3E5A-CF30-517E-6188BB6F4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D95C9-ABDA-1C04-0C89-5F1245EE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78ADE-2BD6-9333-1C7A-30440AB3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B2871-CC04-F659-52DC-86A9B1F6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0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63BF99-7DD7-A6D0-D0D2-F8D4857B4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92CFE-F0FF-FBBF-B33D-6A98EA420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F4919-B871-6649-28F5-8D52555C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7368B-DA01-A1BB-A2E3-2A6ACC85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A4B05-3BAA-95AE-DA2C-ABB284DE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53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DBA057-5D3E-81AD-37DC-03002041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4AD35D-CE31-916E-923A-0CACBBE1E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A14CD6-7F88-CE81-A6B6-C0477C2A4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80937-AAD9-44BC-85F0-F3199CFA26D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93D5A-EF0E-30A8-EC52-5E40B5434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1AA45-AB32-325F-ED05-C56E50605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07043-207D-4804-8215-755022DB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37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CB1B10-DF6B-4FD9-D3D9-5A79638C6799}"/>
              </a:ext>
            </a:extLst>
          </p:cNvPr>
          <p:cNvSpPr txBox="1"/>
          <p:nvPr/>
        </p:nvSpPr>
        <p:spPr>
          <a:xfrm>
            <a:off x="381000" y="25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short/longerword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8C2246-38C2-7B07-A3F1-9C03A1E2F5C8}"/>
              </a:ext>
            </a:extLst>
          </p:cNvPr>
          <p:cNvSpPr txBox="1"/>
          <p:nvPr/>
        </p:nvSpPr>
        <p:spPr>
          <a:xfrm>
            <a:off x="4191000" y="25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</a:rPr>
              <a:t>short/longerword</a:t>
            </a:r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C2529B-6458-EF9F-CB94-22881E7E1ED8}"/>
              </a:ext>
            </a:extLst>
          </p:cNvPr>
          <p:cNvSpPr txBox="1"/>
          <p:nvPr/>
        </p:nvSpPr>
        <p:spPr>
          <a:xfrm>
            <a:off x="381000" y="152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http://example.com/abcdefghijklmnopqrstuvwxyz0123456789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E9EA2B-78BE-A903-9D6A-93B58DF60233}"/>
              </a:ext>
            </a:extLst>
          </p:cNvPr>
          <p:cNvSpPr txBox="1"/>
          <p:nvPr/>
        </p:nvSpPr>
        <p:spPr>
          <a:xfrm>
            <a:off x="4191000" y="152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</a:rPr>
              <a:t>http://example.com/abcdefghijklmnopqrstuvwxyz0123456789</a:t>
            </a:r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E70ACD-4B12-4A4F-420D-B7B6DABBACD5}"/>
              </a:ext>
            </a:extLst>
          </p:cNvPr>
          <p:cNvSpPr txBox="1"/>
          <p:nvPr/>
        </p:nvSpPr>
        <p:spPr>
          <a:xfrm>
            <a:off x="381000" y="279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中文内容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/English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BD8FBA-9E7B-48E0-996D-A322119E5412}"/>
              </a:ext>
            </a:extLst>
          </p:cNvPr>
          <p:cNvSpPr txBox="1"/>
          <p:nvPr/>
        </p:nvSpPr>
        <p:spPr>
          <a:xfrm>
            <a:off x="4191000" y="279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Calibri" panose="020F0502020204030204" pitchFamily="34" charset="0"/>
              </a:rPr>
              <a:t>中文内容</a:t>
            </a:r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</a:rPr>
              <a:t>/English</a:t>
            </a:r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3ED7CC-EBBB-2BD6-681C-5E23721D3AAF}"/>
              </a:ext>
            </a:extLst>
          </p:cNvPr>
          <p:cNvSpPr txBox="1"/>
          <p:nvPr/>
        </p:nvSpPr>
        <p:spPr>
          <a:xfrm>
            <a:off x="381000" y="406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abcde-fghijklmnop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404302-5E4B-C442-DD75-1D15DE02587F}"/>
              </a:ext>
            </a:extLst>
          </p:cNvPr>
          <p:cNvSpPr txBox="1"/>
          <p:nvPr/>
        </p:nvSpPr>
        <p:spPr>
          <a:xfrm>
            <a:off x="4191000" y="406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</a:rPr>
              <a:t>abcde-fghijklmnop</a:t>
            </a:r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4C220B-DB81-CF24-FE28-F647BE5EDF80}"/>
              </a:ext>
            </a:extLst>
          </p:cNvPr>
          <p:cNvSpPr txBox="1"/>
          <p:nvPr/>
        </p:nvSpPr>
        <p:spPr>
          <a:xfrm>
            <a:off x="381000" y="533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aaa bbbbbb/cccccc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AA8811-E554-824B-832D-2194CFD2F2B8}"/>
              </a:ext>
            </a:extLst>
          </p:cNvPr>
          <p:cNvSpPr txBox="1"/>
          <p:nvPr/>
        </p:nvSpPr>
        <p:spPr>
          <a:xfrm>
            <a:off x="4191000" y="5334000"/>
            <a:ext cx="1651000" cy="1143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</a:rPr>
              <a:t>aaa bbbbbb/cccccc</a:t>
            </a:r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450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2026-10-17T05:49:20Z</dcterms:created>
  <dcterms:modified xsi:type="dcterms:W3CDTF">2026-10-17T05:49:20Z</dcterms:modified>
</cp:coreProperties>
</file>