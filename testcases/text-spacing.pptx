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3BDC7-9141-36B9-C251-254932307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8543ED-0C34-0970-5124-D34FEF8B0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E0455F-FC9F-FA46-CFC4-167CFEF3F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890F-F7B8-4F68-81E5-01F2E9BC20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FD3522-715B-9AC7-B3EB-D0A912AE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BA62E6-764D-7178-D40A-B88DBC1B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F51E-5258-417F-9916-C20173C97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40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B8A6BD-78EC-BC51-3BC6-57CE95F4A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38280-737F-8A5B-7274-1AE9F48DF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516B66-FA40-5106-3EB4-B26C20651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890F-F7B8-4F68-81E5-01F2E9BC20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B2A0C2-AA7E-95D0-D0AB-A10F091BB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627050-1C4C-7EC0-9E25-0819693E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F51E-5258-417F-9916-C20173C97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088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1FCA29-35C7-12D1-B291-2F6ED4FF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889EE8-0EE9-0017-35A3-8C39FC5A8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35FD1F-ED72-3F76-5117-79ABE0C2A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890F-F7B8-4F68-81E5-01F2E9BC20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74321D-AFF6-36F2-66C9-D94BA6C2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B248CB-876D-D0D0-FDC2-A39EB2FEE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F51E-5258-417F-9916-C20173C97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03AA0-57F2-A05C-A520-EC01955E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BE9A1F-5B19-A5C7-FFD6-58717D241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514A6A-7A3F-076D-1AF8-F7A6B9E1D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C6FD45-D857-053E-D3D7-702143AF8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890F-F7B8-4F68-81E5-01F2E9BC20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14DEF3-26A9-4CCD-8E3E-B4981EE8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52A389-299B-061F-2703-C02B8A5D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F51E-5258-417F-9916-C20173C97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800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DF99BD-8123-CE82-14A0-753A01CD4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550BBE-646B-9BAA-5308-507A8BA83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4CC457-B73C-26A5-71B1-BEBFDA8EB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0A7FDF-16FF-C389-1AE5-95D89D7A0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710364-AEF7-F8FE-154B-8E2720AB6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EEAE133-A074-AB37-0F35-5D5F1575F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890F-F7B8-4F68-81E5-01F2E9BC20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CDBB85-88D7-E6A1-DEAB-E700210DA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16C3C35-CAB3-C671-5D0E-A29CC119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F51E-5258-417F-9916-C20173C97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594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48F05-9785-C70A-2871-5F967ED6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3AC669-7CCD-440A-FE23-3A32A61B1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890F-F7B8-4F68-81E5-01F2E9BC20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28EAEF-71F9-AE9D-D736-16D73A508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C82F88-D3E3-E3D9-1C6A-CC98CADD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F51E-5258-417F-9916-C20173C97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820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06CE63-8A35-3FD5-DBAF-1D60BC5E4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890F-F7B8-4F68-81E5-01F2E9BC20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BEE200-C8C4-A74B-47D4-A11AFD77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F68E74-49F5-2132-D05A-78375BFE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F51E-5258-417F-9916-C20173C97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564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35109-858B-E04F-A39D-09EBC9F15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228C5C-685A-44D2-6650-811924685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4B731D-4DDB-701E-96E7-A9022527C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6156E0-1BEE-50A5-DC1E-6ADF45C15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890F-F7B8-4F68-81E5-01F2E9BC20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DBC936-9635-BC4F-91BF-E137016E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6621CF-78C1-539B-7FD1-CE2AE702D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F51E-5258-417F-9916-C20173C97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396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E8535A-D5A5-E599-09F4-142BC58E1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64601C-AD48-8116-1D0B-FC2DB9FF7F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456C85-8CC5-6629-F89D-9C4C9A92E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01C279-18E9-E891-0281-C224B0C8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890F-F7B8-4F68-81E5-01F2E9BC20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B3E856-C15C-3065-269E-E0BC7508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48ACF4-BE4F-DB94-AB4C-3DE3DECA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F51E-5258-417F-9916-C20173C97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859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E3A9F-E67A-C289-68AF-431C857AE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351549-5EA1-7ADF-B4A6-12D01803C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D01331-C478-A08B-7AE7-E466C0021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890F-F7B8-4F68-81E5-01F2E9BC20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564FF6-DEFD-18A5-D5E5-FCECEEFF1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1A5FD7-D4A3-533B-1E65-97FC7D2F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F51E-5258-417F-9916-C20173C97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53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AF9AD1-2465-F88F-684D-29F60BDB7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2DF522-D6FC-8380-8ED3-072239E9D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8BC9B2-1DB8-FE5E-0035-AE3E7E33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890F-F7B8-4F68-81E5-01F2E9BC20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5CADFC-271A-25C9-16F3-14D23363E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002534-441E-54D7-ACD5-A671CC03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F51E-5258-417F-9916-C20173C97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35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6A2382-FB4C-EDB1-7D33-CF0228B6D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2E8B54-6847-54C4-1922-25C824685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FAA921-51A7-A837-B5D7-A5EC84371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1890F-F7B8-4F68-81E5-01F2E9BC20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B4E8C2-0268-BC57-F134-3CF5F8901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904291-2F5A-0B1D-F6A9-6DF2A34F5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F2F51E-5258-417F-9916-C20173C97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12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4856C55-6E00-3AD6-825E-B2157518B8BA}"/>
              </a:ext>
            </a:extLst>
          </p:cNvPr>
          <p:cNvSpPr txBox="1"/>
          <p:nvPr/>
        </p:nvSpPr>
        <p:spPr>
          <a:xfrm>
            <a:off x="254000" y="254000"/>
            <a:ext cx="3683000" cy="3810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行距测试第一段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第二段文字较长需要换行显示出来看看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497077-AEF4-B982-4D0F-FBA10CB53936}"/>
              </a:ext>
            </a:extLst>
          </p:cNvPr>
          <p:cNvSpPr txBox="1"/>
          <p:nvPr/>
        </p:nvSpPr>
        <p:spPr>
          <a:xfrm>
            <a:off x="4191000" y="254000"/>
            <a:ext cx="3683000" cy="3810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行距测试第一段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第二段文字较长需要换行显示出来看看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99D18B-220A-1278-5354-12EEAAC0FBD8}"/>
              </a:ext>
            </a:extLst>
          </p:cNvPr>
          <p:cNvSpPr txBox="1"/>
          <p:nvPr/>
        </p:nvSpPr>
        <p:spPr>
          <a:xfrm>
            <a:off x="8128000" y="254000"/>
            <a:ext cx="3683000" cy="3810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行距测试第一段</a:t>
            </a:r>
          </a:p>
          <a:p>
            <a:pPr>
              <a:lnSpc>
                <a:spcPct val="200000"/>
              </a:lnSpc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第二段文字较长需要换行显示出来看看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E314B0-5F99-005E-B2AA-4DD7CECB4849}"/>
              </a:ext>
            </a:extLst>
          </p:cNvPr>
          <p:cNvSpPr txBox="1"/>
          <p:nvPr/>
        </p:nvSpPr>
        <p:spPr>
          <a:xfrm>
            <a:off x="254000" y="4318000"/>
            <a:ext cx="3683000" cy="2286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ts val="3000"/>
              </a:lnSpc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固定行距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30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磅</a:t>
            </a:r>
          </a:p>
          <a:p>
            <a:pPr>
              <a:lnSpc>
                <a:spcPts val="3000"/>
              </a:lnSpc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第二段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E5C13A-3CEF-8C27-C929-59AB6CA76EE5}"/>
              </a:ext>
            </a:extLst>
          </p:cNvPr>
          <p:cNvSpPr txBox="1"/>
          <p:nvPr/>
        </p:nvSpPr>
        <p:spPr>
          <a:xfrm>
            <a:off x="4191000" y="4318000"/>
            <a:ext cx="3683000" cy="2286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段前 </a:t>
            </a:r>
            <a:r>
              <a:rPr lang="en-US" altLang="zh-CN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12 </a:t>
            </a:r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磅段后 </a:t>
            </a:r>
            <a:r>
              <a:rPr lang="en-US" altLang="zh-CN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磅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第二段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第三段</a:t>
            </a:r>
          </a:p>
        </p:txBody>
      </p:sp>
    </p:spTree>
    <p:extLst>
      <p:ext uri="{BB962C8B-B14F-4D97-AF65-F5344CB8AC3E}">
        <p14:creationId xmlns:p14="http://schemas.microsoft.com/office/powerpoint/2010/main" val="3915682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2026-10-12T11:45:56Z</dcterms:created>
  <dcterms:modified xsi:type="dcterms:W3CDTF">2026-10-12T11:45:56Z</dcterms:modified>
</cp:coreProperties>
</file>