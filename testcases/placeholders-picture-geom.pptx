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1FEE7-9499-8A47-7D6E-0E9F2DE35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1FC5C6-C4CE-873C-8F2B-20D4463D1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C708BF-D1C0-99E0-E324-5B3039E5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4C07-1AF1-4EA9-A0FD-EB4E6739621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EF9804-39C5-2A39-1379-2904D0D0C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4A42DE-01FF-4DF4-89BB-06AD66A94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4A71-EF08-4D48-9965-E1A656986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214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7E7D3-0632-3F25-C7F5-49F4E687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9DDB40-FEE7-21AB-AFEF-2A5D82816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A6F204-D6E9-A79F-F38A-C028AB960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4C07-1AF1-4EA9-A0FD-EB4E6739621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D29CE-F4BA-0220-54FD-EDCEC390A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E48352-3224-E82B-7257-1CB1922E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4A71-EF08-4D48-9965-E1A656986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02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5A3871-4F5D-BF28-E94C-745894A5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663331-BB6D-2603-0569-1B4C72477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347F3A-6852-0790-EDE4-4B66F64DF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4C07-1AF1-4EA9-A0FD-EB4E6739621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9F69EE-4672-D3C8-1D31-EEF4A164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9C92C1-3117-90E3-8AB7-5533BC58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4A71-EF08-4D48-9965-E1A656986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12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DDFA26-D8AD-0D58-42C5-0F3F8678F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F69040-5174-864C-3B30-3376381956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7CF075-0C0C-E479-3FBD-55121500E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E9159F-967F-D142-CCA4-2B0210A33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4C07-1AF1-4EA9-A0FD-EB4E6739621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04F87F-DD33-B7D6-B64B-6B37D060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5CCAAA-974C-6843-3075-082131B1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4A71-EF08-4D48-9965-E1A656986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3E147-237A-59C1-ACF9-BDC9EA02E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B11C4E-7090-046C-C578-504E0BEF7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1C63E8-FEA7-F6E6-2116-4C313AEB4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4F9FE2-7EBC-1585-4A97-7ECC85D2BB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351F46-67BD-36DB-3288-0B5EFADD1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D70F9A-4EAA-EE0D-297C-C51FCF3C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4C07-1AF1-4EA9-A0FD-EB4E6739621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AE60A16-7B83-9E73-2232-77EFE8A11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9E2BD6-F2BD-25F9-7D08-32777E3B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4A71-EF08-4D48-9965-E1A656986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97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18876-85DF-6B9C-F2D4-6141A041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CC4353-FB81-B906-E30F-A959C686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4C07-1AF1-4EA9-A0FD-EB4E6739621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3B9782-24AC-1256-8130-E5EE8E55D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0983C9-0579-0693-AC49-0A6494E64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4A71-EF08-4D48-9965-E1A656986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058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A0C634-DA15-BB8C-75EB-E69B7709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4C07-1AF1-4EA9-A0FD-EB4E6739621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59E765-8E6C-2553-16F6-0088B521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0759BF-0305-E1E4-CF12-5B5E272DD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4A71-EF08-4D48-9965-E1A656986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11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1ADC5-91AC-934F-F6F9-FB070FE40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4843E5-ACDF-71E6-7A73-97BFDAD65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588A26-BD94-8380-3D31-2EEFE0711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38336A-1564-3549-7DDD-965374E26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4C07-1AF1-4EA9-A0FD-EB4E6739621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6B2E67-4A0B-9F1F-D057-F5DB0722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CBA45B-56F8-8184-3D9A-274EAD36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4A71-EF08-4D48-9965-E1A656986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05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6567D3-5299-A89D-7DB7-9E70C4807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FB905C-A4E2-7E05-650A-8E468C4F9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0"/>
                </a:moveTo>
                <a:lnTo>
                  <a:pt x="100" y="0"/>
                </a:lnTo>
                <a:lnTo>
                  <a:pt x="100" y="60"/>
                </a:lnTo>
                <a:lnTo>
                  <a:pt x="50" y="100"/>
                </a:lnTo>
                <a:lnTo>
                  <a:pt x="0" y="6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977" name="图片占位符 2">
            <a:extLst>
              <a:ext uri="{FF2B5EF4-FFF2-40B4-BE49-F238E27FC236}">
                <a16:creationId xmlns:a16="http://schemas.microsoft.com/office/drawing/2014/main" id="{2FFB905C-A4E2-7E05-650A-8E468C4F9243}"/>
              </a:ext>
            </a:extLst>
          </p:cNvPr>
          <p:cNvSpPr>
            <a:spLocks noGrp="1"/>
          </p:cNvSpPr>
          <p:nvPr>
            <p:ph type="pic" idx="77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36EF70-AC37-E451-4946-4F50889DD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428CB8-B415-C6D2-055A-9B17C5F5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4C07-1AF1-4EA9-A0FD-EB4E6739621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62E5D9-B1FF-50C2-FA37-AA7B4CBFC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A13846-6AC9-22B8-CCA2-6A8144C3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4A71-EF08-4D48-9965-E1A656986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369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89DE4-3F7A-340E-B120-00FBA76C0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E573DE-CB19-6633-094E-D635A20A5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1A0DD9-F1EA-5289-2032-F407FAC4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4C07-1AF1-4EA9-A0FD-EB4E6739621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F3EED0-EBB8-533B-9AD3-1431A55F7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27CB4A-E019-FCE4-6B07-A99F6EFC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4A71-EF08-4D48-9965-E1A656986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039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E313DD-61B4-1B88-F4FD-7BECA0484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AD695F-8CC1-8DCC-1E2B-AF20549D1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DCB406-0668-8720-F1F4-04D366A0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4C07-1AF1-4EA9-A0FD-EB4E6739621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23051-8030-2BF3-370B-09E26032B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6CC035-CBFA-3CEA-75FF-FCEA3A3C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4A71-EF08-4D48-9965-E1A656986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270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6697D78-C7D7-F963-A86D-9289FC31A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CAC294-FF5A-5A46-C055-4BE4264BA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85CD3F-E848-323E-CD19-7972BEE7E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04C07-1AF1-4EA9-A0FD-EB4E6739621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6FC4C7-A0B6-A103-F5B9-2918235B6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3D9598-82E2-A8E2-706B-85B847416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DC4A71-EF08-4D48-9965-E1A656986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42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67A9D-5CF2-9F37-91BE-ED275E7D6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 </a:t>
            </a:r>
            <a:r>
              <a:rPr lang="zh-CN" altLang="en-US"/>
              <a:t>形图片占位符</a:t>
            </a:r>
          </a:p>
        </p:txBody>
      </p:sp>
      <p:pic>
        <p:nvPicPr>
          <p:cNvPr id="6" name="PhPic0">
            <a:extLst>
              <a:ext uri="{FF2B5EF4-FFF2-40B4-BE49-F238E27FC236}">
                <a16:creationId xmlns:a16="http://schemas.microsoft.com/office/drawing/2014/main" id="{1877D32C-F310-56F8-261F-754958728F93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>
            <a:fillRect/>
          </a:stretch>
        </p:blipFill>
        <p:spPr/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F6F437-FBC9-E334-6CA6-752C82733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213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97D19-73C9-4D0B-D452-F0103F5A8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没有形状的图片占位符</a:t>
            </a:r>
          </a:p>
        </p:txBody>
      </p:sp>
      <p:pic>
        <p:nvPicPr>
          <p:cNvPr id="6" name="PhPic1">
            <a:extLst>
              <a:ext uri="{FF2B5EF4-FFF2-40B4-BE49-F238E27FC236}">
                <a16:creationId xmlns:a16="http://schemas.microsoft.com/office/drawing/2014/main" id="{5EAB1B47-EE28-36E1-6F49-8ED3543D74BB}"/>
              </a:ext>
            </a:extLst>
          </p:cNvPr>
          <p:cNvPicPr>
            <a:picLocks noGrp="1"/>
          </p:cNvPicPr>
          <p:nvPr>
            <p:ph type="pic" idx="7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>
            <a:fillRect/>
          </a:stretch>
        </p:blipFill>
        <p:spPr/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81A437-A010-E95B-7569-C58ADE56B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991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自定义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V 形图片占位符</vt:lpstr>
      <vt:lpstr>没有形状的图片占位符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2026-10-15T17:30:57Z</dcterms:created>
  <dcterms:modified xsi:type="dcterms:W3CDTF">2026-10-15T17:30:57Z</dcterms:modified>
</cp:coreProperties>
</file>