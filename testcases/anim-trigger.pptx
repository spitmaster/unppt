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5BEE3C-1ED3-D25F-819F-2FE9E58EA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9BFEB76-2274-CF3A-5D16-9C34FB47C4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5F48EF-A344-7443-9E41-5AFBEC135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498AD-D617-434E-B72B-1BD08B497DA7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47A289-61DF-1085-48CC-C176F0FA3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9F843B-0556-C9E0-55E7-970C2A03B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4B4AB-1F8A-47E0-BA7B-EF6FD89640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4651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770CB7-489B-B960-C5CB-63B9493A7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C85366-CD9A-3DA5-96AC-4CEDB7F06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6B2F60-3E0F-FD6E-C098-8300B4DF1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498AD-D617-434E-B72B-1BD08B497DA7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78ABCD-9DC2-951B-6EB1-837CD7646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E61A45-F4F6-9557-6563-C8AA5288D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4B4AB-1F8A-47E0-BA7B-EF6FD89640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4112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9B1FBF-6692-A5BA-0967-A1732CB0C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58C6C1-D68F-7325-FE06-0F10D00FD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329DF2-42F9-8F1F-91E0-21D04D081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498AD-D617-434E-B72B-1BD08B497DA7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FF053C-4C31-5830-C9B5-F2A7742A9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DEC7BE-F9F9-A3A0-5B50-A11EC908A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4B4AB-1F8A-47E0-BA7B-EF6FD89640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8528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F07950-1C8C-D14E-6691-BEFD9FB7E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40D088-4440-CDE5-EA81-5D0D31BC1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D52928D-B01D-5568-CC24-1E043F9510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F03AEB-B3B7-6E9D-18B2-FFAEE4893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498AD-D617-434E-B72B-1BD08B497DA7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EFD70B-D4E2-A08E-8B14-DA9DC062A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9FC9A6-982B-B864-6E99-57082C6CC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4B4AB-1F8A-47E0-BA7B-EF6FD89640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9567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A9E7EF-FBBD-B79A-18DA-16C4D4214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47CC9F-5326-5FAE-F37D-8E1E6408D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D19863-4093-A8C3-F565-C1470E4B64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BB0A1E3-0B12-3C6A-932C-948FD9B785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E18400F-E521-3F2F-81E0-7B12E96194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0B3B587-CD8F-E7B8-854A-C789B5FE5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498AD-D617-434E-B72B-1BD08B497DA7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B24BC3B-CC0E-2B19-EB47-110073608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E97EAC0-970E-3B1B-2E1A-182F7858E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4B4AB-1F8A-47E0-BA7B-EF6FD89640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5731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7BF937-EB48-2F4D-EF3D-7D542A50F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CC44B52-996B-A48F-FADD-624C7E2BA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498AD-D617-434E-B72B-1BD08B497DA7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2FE9079-5F4D-FCDF-7FD0-9E29B670A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00E016B-D92A-82AA-D982-A049ECD76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4B4AB-1F8A-47E0-BA7B-EF6FD89640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883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C5CF9DF-C2CC-9DCA-8483-0BAEF9481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498AD-D617-434E-B72B-1BD08B497DA7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71E92B3-8CD5-E517-4840-2D0311997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B9E70A-8687-89F9-5178-23A3C9F8F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4B4AB-1F8A-47E0-BA7B-EF6FD89640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160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2CF9D-BF89-EF15-6C7A-6CF4E5C7F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72C86C-093D-C773-3C11-2991A1C79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4307FD-89C8-CD73-19BB-24F38CDB1A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733822-C81B-09D0-5864-303F12511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498AD-D617-434E-B72B-1BD08B497DA7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C3A817-767D-E76F-FBF1-9523BAA5F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73C247-3130-7415-5721-ED77F0824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4B4AB-1F8A-47E0-BA7B-EF6FD89640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266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047A54-C8BB-FC39-016B-337B337A9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7FE69F0-BE16-6C29-D3A8-5B859B6BBF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2C33C22-DFF3-7114-F6C9-EAEF1BD06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FD1FBE-F4A5-EB21-B249-63DA8EE9F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498AD-D617-434E-B72B-1BD08B497DA7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8202B2-6FBA-58E1-A3E3-45EE49372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96AE7D-EFA7-0529-4782-3251D7335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4B4AB-1F8A-47E0-BA7B-EF6FD89640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911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BB9C7C-0C4E-DB3B-9EC3-670FC4FA4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FE1E417-A0EA-B43B-CA56-4BAE99034B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7FC7A9-557F-97CF-24FC-8BFE643AF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498AD-D617-434E-B72B-1BD08B497DA7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84A1AA-42CD-ADE6-8888-F8CF934A0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CCABBD-5559-10BE-0DC6-45CB17DB2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4B4AB-1F8A-47E0-BA7B-EF6FD89640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6101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B93B599-5224-C8FF-7465-C915E59BC4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AB0E380-828B-35E1-65E9-8A3D1664D0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1A8CA4-108A-0064-5881-18D8329EF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498AD-D617-434E-B72B-1BD08B497DA7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346243-F15D-26C5-A44B-2DCDEC181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B92360-70AF-96B8-F5AC-2E1CDF59D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4B4AB-1F8A-47E0-BA7B-EF6FD89640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2793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FEECF40-4678-3FCE-FD55-12AE02A0E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679A08-3E31-B598-4CCD-921A5C856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C11CEB-5679-1231-D370-6B73C86558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0498AD-D617-434E-B72B-1BD08B497DA7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26FF4E-0CE4-F6FB-4AE1-810811F6A0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8BDD17-F2BE-BF08-D374-43EF5D2D59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64B4AB-1F8A-47E0-BA7B-EF6FD89640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672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7DD2FF7-3F8B-62DB-FB1E-6AEF08EEEE30}"/>
              </a:ext>
            </a:extLst>
          </p:cNvPr>
          <p:cNvSpPr txBox="1"/>
          <p:nvPr/>
        </p:nvSpPr>
        <p:spPr>
          <a:xfrm>
            <a:off x="762000" y="762000"/>
            <a:ext cx="8890000" cy="76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问题：一加一等于几？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2328ACE-7EEF-5DD8-0928-6DF2410820D8}"/>
              </a:ext>
            </a:extLst>
          </p:cNvPr>
          <p:cNvSpPr/>
          <p:nvPr/>
        </p:nvSpPr>
        <p:spPr>
          <a:xfrm>
            <a:off x="762000" y="2540000"/>
            <a:ext cx="2540000" cy="889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显示答案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CD0068B-D82D-30B6-57C8-02D209EACD7E}"/>
              </a:ext>
            </a:extLst>
          </p:cNvPr>
          <p:cNvSpPr txBox="1"/>
          <p:nvPr/>
        </p:nvSpPr>
        <p:spPr>
          <a:xfrm>
            <a:off x="4064000" y="2540000"/>
            <a:ext cx="5080000" cy="889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答案：二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4FA0BE6-DBCA-D2EA-4332-6F737F8CB318}"/>
              </a:ext>
            </a:extLst>
          </p:cNvPr>
          <p:cNvSpPr/>
          <p:nvPr/>
        </p:nvSpPr>
        <p:spPr>
          <a:xfrm>
            <a:off x="9652000" y="3810000"/>
            <a:ext cx="1524000" cy="152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2821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Office PowerPoint</Application>
  <PresentationFormat>自定义</PresentationFormat>
  <Paragraphs>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2026-10-12T14:00:41Z</dcterms:created>
  <dcterms:modified xsi:type="dcterms:W3CDTF">2026-10-12T14:00:41Z</dcterms:modified>
</cp:coreProperties>
</file>