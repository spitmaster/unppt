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CFC825-E705-4F20-BFD2-6FB514D8FA6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48C4BEB-4637-4174-944B-CAB7ADC456B5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1</a:t>
          </a:r>
          <a:endParaRPr lang="zh-CN" altLang="en-US"/>
        </a:p>
      </dgm:t>
    </dgm:pt>
    <dgm:pt modelId="{59825842-6B56-4F74-8910-1BD52608B28A}" type="parTrans" cxnId="{0B4A74A2-46C4-4D9C-AE68-43D8DF92580A}">
      <dgm:prSet/>
      <dgm:spPr/>
      <dgm:t>
        <a:bodyPr/>
        <a:lstStyle/>
        <a:p>
          <a:endParaRPr lang="zh-CN" altLang="en-US"/>
        </a:p>
      </dgm:t>
    </dgm:pt>
    <dgm:pt modelId="{B4057F5E-5D11-4EEB-8A0A-11B6A39CF6E8}" type="sibTrans" cxnId="{0B4A74A2-46C4-4D9C-AE68-43D8DF92580A}">
      <dgm:prSet/>
      <dgm:spPr/>
      <dgm:t>
        <a:bodyPr/>
        <a:lstStyle/>
        <a:p>
          <a:endParaRPr lang="zh-CN" altLang="en-US"/>
        </a:p>
      </dgm:t>
    </dgm:pt>
    <dgm:pt modelId="{B7883F14-08ED-451B-8615-1E2B99F5713C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2</a:t>
          </a:r>
          <a:endParaRPr lang="zh-CN" altLang="en-US"/>
        </a:p>
      </dgm:t>
    </dgm:pt>
    <dgm:pt modelId="{1EE86A5E-2353-4FD9-8789-6C5AD43B1265}" type="parTrans" cxnId="{C9590BB5-1CEA-4476-8997-11260840DBD4}">
      <dgm:prSet/>
      <dgm:spPr/>
      <dgm:t>
        <a:bodyPr/>
        <a:lstStyle/>
        <a:p>
          <a:endParaRPr lang="zh-CN" altLang="en-US"/>
        </a:p>
      </dgm:t>
    </dgm:pt>
    <dgm:pt modelId="{ECC466CD-7765-4949-98E8-89E241453B72}" type="sibTrans" cxnId="{C9590BB5-1CEA-4476-8997-11260840DBD4}">
      <dgm:prSet/>
      <dgm:spPr/>
      <dgm:t>
        <a:bodyPr/>
        <a:lstStyle/>
        <a:p>
          <a:endParaRPr lang="zh-CN" altLang="en-US"/>
        </a:p>
      </dgm:t>
    </dgm:pt>
    <dgm:pt modelId="{F54200E9-6210-4ECF-BD13-CC8FB266624E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3</a:t>
          </a:r>
          <a:endParaRPr lang="zh-CN" altLang="en-US"/>
        </a:p>
      </dgm:t>
    </dgm:pt>
    <dgm:pt modelId="{F09518F1-F343-49BE-9B67-BB201E6B1963}" type="parTrans" cxnId="{833F0B9B-FD0D-4DF5-930D-6EEF36CFFC84}">
      <dgm:prSet/>
      <dgm:spPr/>
      <dgm:t>
        <a:bodyPr/>
        <a:lstStyle/>
        <a:p>
          <a:endParaRPr lang="zh-CN" altLang="en-US"/>
        </a:p>
      </dgm:t>
    </dgm:pt>
    <dgm:pt modelId="{57BF8F37-9B36-4422-953B-088C3BC84AB6}" type="sibTrans" cxnId="{833F0B9B-FD0D-4DF5-930D-6EEF36CFFC84}">
      <dgm:prSet/>
      <dgm:spPr/>
      <dgm:t>
        <a:bodyPr/>
        <a:lstStyle/>
        <a:p>
          <a:endParaRPr lang="zh-CN" altLang="en-US"/>
        </a:p>
      </dgm:t>
    </dgm:pt>
    <dgm:pt modelId="{D05D6CEF-7F99-4207-9B3B-54F4EF9CF9AB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4</a:t>
          </a:r>
          <a:endParaRPr lang="zh-CN" altLang="en-US"/>
        </a:p>
      </dgm:t>
    </dgm:pt>
    <dgm:pt modelId="{D3ECFFEF-CA59-4EA3-987D-B731EF56A698}" type="parTrans" cxnId="{1A58851C-C694-4D40-A23C-35B205F4FC06}">
      <dgm:prSet/>
      <dgm:spPr/>
      <dgm:t>
        <a:bodyPr/>
        <a:lstStyle/>
        <a:p>
          <a:endParaRPr lang="zh-CN" altLang="en-US"/>
        </a:p>
      </dgm:t>
    </dgm:pt>
    <dgm:pt modelId="{2E80434D-4265-4FB2-BAF2-AF67CE2A5559}" type="sibTrans" cxnId="{1A58851C-C694-4D40-A23C-35B205F4FC06}">
      <dgm:prSet/>
      <dgm:spPr/>
      <dgm:t>
        <a:bodyPr/>
        <a:lstStyle/>
        <a:p>
          <a:endParaRPr lang="zh-CN" altLang="en-US"/>
        </a:p>
      </dgm:t>
    </dgm:pt>
    <dgm:pt modelId="{E72EE4DF-25CD-4DFD-8E0F-D58AD4DCDE81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5</a:t>
          </a:r>
          <a:endParaRPr lang="zh-CN" altLang="en-US"/>
        </a:p>
      </dgm:t>
    </dgm:pt>
    <dgm:pt modelId="{D01B11DD-C3F6-4212-BF32-7EBED96EA4A8}" type="parTrans" cxnId="{1742638C-59AB-450F-B801-6F4F17A20910}">
      <dgm:prSet/>
      <dgm:spPr/>
      <dgm:t>
        <a:bodyPr/>
        <a:lstStyle/>
        <a:p>
          <a:endParaRPr lang="zh-CN" altLang="en-US"/>
        </a:p>
      </dgm:t>
    </dgm:pt>
    <dgm:pt modelId="{E6AF13B2-3C93-45DA-BB96-A5F71B962545}" type="sibTrans" cxnId="{1742638C-59AB-450F-B801-6F4F17A20910}">
      <dgm:prSet/>
      <dgm:spPr/>
      <dgm:t>
        <a:bodyPr/>
        <a:lstStyle/>
        <a:p>
          <a:endParaRPr lang="zh-CN" altLang="en-US"/>
        </a:p>
      </dgm:t>
    </dgm:pt>
    <dgm:pt modelId="{F6AE484D-9286-4BCB-8E98-D6A68E16359F}" type="pres">
      <dgm:prSet presAssocID="{A0CFC825-E705-4F20-BFD2-6FB514D8FA68}" presName="diagram" presStyleCnt="0">
        <dgm:presLayoutVars>
          <dgm:dir/>
          <dgm:resizeHandles val="exact"/>
        </dgm:presLayoutVars>
      </dgm:prSet>
      <dgm:spPr/>
    </dgm:pt>
    <dgm:pt modelId="{71C27B98-96BD-43D8-9493-0B8E2610639C}" type="pres">
      <dgm:prSet presAssocID="{D48C4BEB-4637-4174-944B-CAB7ADC456B5}" presName="node" presStyleLbl="node1" presStyleIdx="0" presStyleCnt="5">
        <dgm:presLayoutVars>
          <dgm:bulletEnabled val="1"/>
        </dgm:presLayoutVars>
      </dgm:prSet>
      <dgm:spPr/>
    </dgm:pt>
    <dgm:pt modelId="{D242165A-4FB7-442C-9BA3-5719E15A92CA}" type="pres">
      <dgm:prSet presAssocID="{B4057F5E-5D11-4EEB-8A0A-11B6A39CF6E8}" presName="sibTrans" presStyleCnt="0"/>
      <dgm:spPr/>
    </dgm:pt>
    <dgm:pt modelId="{03345839-D159-487B-ACB3-45B14BC59C28}" type="pres">
      <dgm:prSet presAssocID="{B7883F14-08ED-451B-8615-1E2B99F5713C}" presName="node" presStyleLbl="node1" presStyleIdx="1" presStyleCnt="5">
        <dgm:presLayoutVars>
          <dgm:bulletEnabled val="1"/>
        </dgm:presLayoutVars>
      </dgm:prSet>
      <dgm:spPr/>
    </dgm:pt>
    <dgm:pt modelId="{025865AE-0ABE-442C-953C-CADCEA3CDCF9}" type="pres">
      <dgm:prSet presAssocID="{ECC466CD-7765-4949-98E8-89E241453B72}" presName="sibTrans" presStyleCnt="0"/>
      <dgm:spPr/>
    </dgm:pt>
    <dgm:pt modelId="{86037EB5-337A-4C3E-8293-0E6E275EB80F}" type="pres">
      <dgm:prSet presAssocID="{F54200E9-6210-4ECF-BD13-CC8FB266624E}" presName="node" presStyleLbl="node1" presStyleIdx="2" presStyleCnt="5">
        <dgm:presLayoutVars>
          <dgm:bulletEnabled val="1"/>
        </dgm:presLayoutVars>
      </dgm:prSet>
      <dgm:spPr/>
    </dgm:pt>
    <dgm:pt modelId="{A1B2CE3F-8523-4609-93A2-C2C646B83745}" type="pres">
      <dgm:prSet presAssocID="{57BF8F37-9B36-4422-953B-088C3BC84AB6}" presName="sibTrans" presStyleCnt="0"/>
      <dgm:spPr/>
    </dgm:pt>
    <dgm:pt modelId="{0E99B55C-03A9-4CDB-8DFC-33667A2C2505}" type="pres">
      <dgm:prSet presAssocID="{D05D6CEF-7F99-4207-9B3B-54F4EF9CF9AB}" presName="node" presStyleLbl="node1" presStyleIdx="3" presStyleCnt="5">
        <dgm:presLayoutVars>
          <dgm:bulletEnabled val="1"/>
        </dgm:presLayoutVars>
      </dgm:prSet>
      <dgm:spPr/>
    </dgm:pt>
    <dgm:pt modelId="{46A7E75C-663F-42D0-952F-EB0C9769E3C8}" type="pres">
      <dgm:prSet presAssocID="{2E80434D-4265-4FB2-BAF2-AF67CE2A5559}" presName="sibTrans" presStyleCnt="0"/>
      <dgm:spPr/>
    </dgm:pt>
    <dgm:pt modelId="{200D7EF9-C0DF-4F2A-8551-522D25DFEDC9}" type="pres">
      <dgm:prSet presAssocID="{E72EE4DF-25CD-4DFD-8E0F-D58AD4DCDE81}" presName="node" presStyleLbl="node1" presStyleIdx="4" presStyleCnt="5">
        <dgm:presLayoutVars>
          <dgm:bulletEnabled val="1"/>
        </dgm:presLayoutVars>
      </dgm:prSet>
      <dgm:spPr/>
    </dgm:pt>
  </dgm:ptLst>
  <dgm:cxnLst>
    <dgm:cxn modelId="{6ACCC401-6FA7-4C99-82F7-A0FDD61F2444}" type="presOf" srcId="{A0CFC825-E705-4F20-BFD2-6FB514D8FA68}" destId="{F6AE484D-9286-4BCB-8E98-D6A68E16359F}" srcOrd="0" destOrd="0" presId="urn:microsoft.com/office/officeart/2005/8/layout/default"/>
    <dgm:cxn modelId="{2A67E308-9E63-40B4-8226-6D80E4C2F0D5}" type="presOf" srcId="{E72EE4DF-25CD-4DFD-8E0F-D58AD4DCDE81}" destId="{200D7EF9-C0DF-4F2A-8551-522D25DFEDC9}" srcOrd="0" destOrd="0" presId="urn:microsoft.com/office/officeart/2005/8/layout/default"/>
    <dgm:cxn modelId="{1A58851C-C694-4D40-A23C-35B205F4FC06}" srcId="{A0CFC825-E705-4F20-BFD2-6FB514D8FA68}" destId="{D05D6CEF-7F99-4207-9B3B-54F4EF9CF9AB}" srcOrd="3" destOrd="0" parTransId="{D3ECFFEF-CA59-4EA3-987D-B731EF56A698}" sibTransId="{2E80434D-4265-4FB2-BAF2-AF67CE2A5559}"/>
    <dgm:cxn modelId="{1742638C-59AB-450F-B801-6F4F17A20910}" srcId="{A0CFC825-E705-4F20-BFD2-6FB514D8FA68}" destId="{E72EE4DF-25CD-4DFD-8E0F-D58AD4DCDE81}" srcOrd="4" destOrd="0" parTransId="{D01B11DD-C3F6-4212-BF32-7EBED96EA4A8}" sibTransId="{E6AF13B2-3C93-45DA-BB96-A5F71B962545}"/>
    <dgm:cxn modelId="{833F0B9B-FD0D-4DF5-930D-6EEF36CFFC84}" srcId="{A0CFC825-E705-4F20-BFD2-6FB514D8FA68}" destId="{F54200E9-6210-4ECF-BD13-CC8FB266624E}" srcOrd="2" destOrd="0" parTransId="{F09518F1-F343-49BE-9B67-BB201E6B1963}" sibTransId="{57BF8F37-9B36-4422-953B-088C3BC84AB6}"/>
    <dgm:cxn modelId="{66A6409E-DC35-46C9-8D5A-EECBA0B4BD77}" type="presOf" srcId="{F54200E9-6210-4ECF-BD13-CC8FB266624E}" destId="{86037EB5-337A-4C3E-8293-0E6E275EB80F}" srcOrd="0" destOrd="0" presId="urn:microsoft.com/office/officeart/2005/8/layout/default"/>
    <dgm:cxn modelId="{0B4A74A2-46C4-4D9C-AE68-43D8DF92580A}" srcId="{A0CFC825-E705-4F20-BFD2-6FB514D8FA68}" destId="{D48C4BEB-4637-4174-944B-CAB7ADC456B5}" srcOrd="0" destOrd="0" parTransId="{59825842-6B56-4F74-8910-1BD52608B28A}" sibTransId="{B4057F5E-5D11-4EEB-8A0A-11B6A39CF6E8}"/>
    <dgm:cxn modelId="{C9590BB5-1CEA-4476-8997-11260840DBD4}" srcId="{A0CFC825-E705-4F20-BFD2-6FB514D8FA68}" destId="{B7883F14-08ED-451B-8615-1E2B99F5713C}" srcOrd="1" destOrd="0" parTransId="{1EE86A5E-2353-4FD9-8789-6C5AD43B1265}" sibTransId="{ECC466CD-7765-4949-98E8-89E241453B72}"/>
    <dgm:cxn modelId="{D28388C3-AB9A-4ACE-8CA7-3C19EA092650}" type="presOf" srcId="{D48C4BEB-4637-4174-944B-CAB7ADC456B5}" destId="{71C27B98-96BD-43D8-9493-0B8E2610639C}" srcOrd="0" destOrd="0" presId="urn:microsoft.com/office/officeart/2005/8/layout/default"/>
    <dgm:cxn modelId="{3C56B6EC-9713-442E-AFCB-F97473AD41C3}" type="presOf" srcId="{D05D6CEF-7F99-4207-9B3B-54F4EF9CF9AB}" destId="{0E99B55C-03A9-4CDB-8DFC-33667A2C2505}" srcOrd="0" destOrd="0" presId="urn:microsoft.com/office/officeart/2005/8/layout/default"/>
    <dgm:cxn modelId="{800FACF5-82EC-4A7E-982E-CC0A8FE49DF7}" type="presOf" srcId="{B7883F14-08ED-451B-8615-1E2B99F5713C}" destId="{03345839-D159-487B-ACB3-45B14BC59C28}" srcOrd="0" destOrd="0" presId="urn:microsoft.com/office/officeart/2005/8/layout/default"/>
    <dgm:cxn modelId="{EA548ABF-9551-4E2F-8116-ACEC65AD1D91}" type="presParOf" srcId="{F6AE484D-9286-4BCB-8E98-D6A68E16359F}" destId="{71C27B98-96BD-43D8-9493-0B8E2610639C}" srcOrd="0" destOrd="0" presId="urn:microsoft.com/office/officeart/2005/8/layout/default"/>
    <dgm:cxn modelId="{88B0EB9F-A6C4-4424-B68D-F4C4E47BE735}" type="presParOf" srcId="{F6AE484D-9286-4BCB-8E98-D6A68E16359F}" destId="{D242165A-4FB7-442C-9BA3-5719E15A92CA}" srcOrd="1" destOrd="0" presId="urn:microsoft.com/office/officeart/2005/8/layout/default"/>
    <dgm:cxn modelId="{2F1425F3-D42D-4580-963E-B0711AF43C8C}" type="presParOf" srcId="{F6AE484D-9286-4BCB-8E98-D6A68E16359F}" destId="{03345839-D159-487B-ACB3-45B14BC59C28}" srcOrd="2" destOrd="0" presId="urn:microsoft.com/office/officeart/2005/8/layout/default"/>
    <dgm:cxn modelId="{5B0017C8-A59B-4CCC-B36B-C25D7BBF6D02}" type="presParOf" srcId="{F6AE484D-9286-4BCB-8E98-D6A68E16359F}" destId="{025865AE-0ABE-442C-953C-CADCEA3CDCF9}" srcOrd="3" destOrd="0" presId="urn:microsoft.com/office/officeart/2005/8/layout/default"/>
    <dgm:cxn modelId="{447A6022-09E1-4EF0-8586-054448CBEF2C}" type="presParOf" srcId="{F6AE484D-9286-4BCB-8E98-D6A68E16359F}" destId="{86037EB5-337A-4C3E-8293-0E6E275EB80F}" srcOrd="4" destOrd="0" presId="urn:microsoft.com/office/officeart/2005/8/layout/default"/>
    <dgm:cxn modelId="{26BC2F89-79E1-447B-A97B-886BA8AB0241}" type="presParOf" srcId="{F6AE484D-9286-4BCB-8E98-D6A68E16359F}" destId="{A1B2CE3F-8523-4609-93A2-C2C646B83745}" srcOrd="5" destOrd="0" presId="urn:microsoft.com/office/officeart/2005/8/layout/default"/>
    <dgm:cxn modelId="{5A646DF4-0696-418B-BDE0-049A00A3645C}" type="presParOf" srcId="{F6AE484D-9286-4BCB-8E98-D6A68E16359F}" destId="{0E99B55C-03A9-4CDB-8DFC-33667A2C2505}" srcOrd="6" destOrd="0" presId="urn:microsoft.com/office/officeart/2005/8/layout/default"/>
    <dgm:cxn modelId="{193AA508-DD15-473A-8C79-45523FC91D4C}" type="presParOf" srcId="{F6AE484D-9286-4BCB-8E98-D6A68E16359F}" destId="{46A7E75C-663F-42D0-952F-EB0C9769E3C8}" srcOrd="7" destOrd="0" presId="urn:microsoft.com/office/officeart/2005/8/layout/default"/>
    <dgm:cxn modelId="{C015B4D9-E9E1-4355-8C69-B16F87EAB946}" type="presParOf" srcId="{F6AE484D-9286-4BCB-8E98-D6A68E16359F}" destId="{200D7EF9-C0DF-4F2A-8551-522D25DFEDC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347E35-D546-4450-979F-0D6F4140966A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0634B6A-F598-4444-A07B-120A89F2C573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1</a:t>
          </a:r>
          <a:endParaRPr lang="zh-CN" altLang="en-US"/>
        </a:p>
      </dgm:t>
    </dgm:pt>
    <dgm:pt modelId="{F6C047A8-2508-425C-AD9E-DAA8666EAF88}" type="parTrans" cxnId="{A80235C2-F094-4F0B-A956-87350688B079}">
      <dgm:prSet/>
      <dgm:spPr/>
      <dgm:t>
        <a:bodyPr/>
        <a:lstStyle/>
        <a:p>
          <a:endParaRPr lang="zh-CN" altLang="en-US"/>
        </a:p>
      </dgm:t>
    </dgm:pt>
    <dgm:pt modelId="{97F47E18-EE45-4CF9-8B9C-F2C4E924BE7A}" type="sibTrans" cxnId="{A80235C2-F094-4F0B-A956-87350688B079}">
      <dgm:prSet/>
      <dgm:spPr/>
      <dgm:t>
        <a:bodyPr/>
        <a:lstStyle/>
        <a:p>
          <a:endParaRPr lang="zh-CN" altLang="en-US"/>
        </a:p>
      </dgm:t>
    </dgm:pt>
    <dgm:pt modelId="{A0620373-616A-4FA6-8F63-CDD63AEBB5FE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2</a:t>
          </a:r>
          <a:endParaRPr lang="zh-CN" altLang="en-US"/>
        </a:p>
      </dgm:t>
    </dgm:pt>
    <dgm:pt modelId="{603B011F-DB65-4B3B-B66E-7400E141E1B7}" type="parTrans" cxnId="{584CE18A-5AD8-43FF-A500-AF642168A408}">
      <dgm:prSet/>
      <dgm:spPr/>
      <dgm:t>
        <a:bodyPr/>
        <a:lstStyle/>
        <a:p>
          <a:endParaRPr lang="zh-CN" altLang="en-US"/>
        </a:p>
      </dgm:t>
    </dgm:pt>
    <dgm:pt modelId="{DEE3A92C-5CA1-4963-83CE-6AE2E5A521EB}" type="sibTrans" cxnId="{584CE18A-5AD8-43FF-A500-AF642168A408}">
      <dgm:prSet/>
      <dgm:spPr/>
      <dgm:t>
        <a:bodyPr/>
        <a:lstStyle/>
        <a:p>
          <a:endParaRPr lang="zh-CN" altLang="en-US"/>
        </a:p>
      </dgm:t>
    </dgm:pt>
    <dgm:pt modelId="{7A0B45B0-DC25-4F53-9B8D-127145A0C1FA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3</a:t>
          </a:r>
          <a:endParaRPr lang="zh-CN" altLang="en-US"/>
        </a:p>
      </dgm:t>
    </dgm:pt>
    <dgm:pt modelId="{4A46C9F2-4CBE-4535-AE00-6F1DF93F66C5}" type="parTrans" cxnId="{A34BF8C6-E99C-4655-927E-2F3B7C6B4BCA}">
      <dgm:prSet/>
      <dgm:spPr/>
      <dgm:t>
        <a:bodyPr/>
        <a:lstStyle/>
        <a:p>
          <a:endParaRPr lang="zh-CN" altLang="en-US"/>
        </a:p>
      </dgm:t>
    </dgm:pt>
    <dgm:pt modelId="{5C5240B7-8F7C-43CA-AB09-AD28080344A0}" type="sibTrans" cxnId="{A34BF8C6-E99C-4655-927E-2F3B7C6B4BCA}">
      <dgm:prSet/>
      <dgm:spPr/>
      <dgm:t>
        <a:bodyPr/>
        <a:lstStyle/>
        <a:p>
          <a:endParaRPr lang="zh-CN" altLang="en-US"/>
        </a:p>
      </dgm:t>
    </dgm:pt>
    <dgm:pt modelId="{FEDA1E39-E73F-4D6C-A06C-66673F07EB9E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4</a:t>
          </a:r>
          <a:endParaRPr lang="zh-CN" altLang="en-US"/>
        </a:p>
      </dgm:t>
    </dgm:pt>
    <dgm:pt modelId="{0056E542-8477-4197-B5C4-5B1828BEEDF2}" type="parTrans" cxnId="{2C9D9719-8BAB-4BC4-B7C9-D5538480B482}">
      <dgm:prSet/>
      <dgm:spPr/>
      <dgm:t>
        <a:bodyPr/>
        <a:lstStyle/>
        <a:p>
          <a:endParaRPr lang="zh-CN" altLang="en-US"/>
        </a:p>
      </dgm:t>
    </dgm:pt>
    <dgm:pt modelId="{8ED6CA1B-A824-4DEF-A6DF-DF27B52299B7}" type="sibTrans" cxnId="{2C9D9719-8BAB-4BC4-B7C9-D5538480B482}">
      <dgm:prSet/>
      <dgm:spPr/>
      <dgm:t>
        <a:bodyPr/>
        <a:lstStyle/>
        <a:p>
          <a:endParaRPr lang="zh-CN" altLang="en-US"/>
        </a:p>
      </dgm:t>
    </dgm:pt>
    <dgm:pt modelId="{A9B11461-7D73-435A-BEDD-FA6643E33CF0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5</a:t>
          </a:r>
          <a:endParaRPr lang="zh-CN" altLang="en-US"/>
        </a:p>
      </dgm:t>
    </dgm:pt>
    <dgm:pt modelId="{C8C7F8CE-2CFB-400F-A1F8-22FE0917FFB4}" type="parTrans" cxnId="{897212A9-2136-4CA0-A580-F06936687783}">
      <dgm:prSet/>
      <dgm:spPr/>
      <dgm:t>
        <a:bodyPr/>
        <a:lstStyle/>
        <a:p>
          <a:endParaRPr lang="zh-CN" altLang="en-US"/>
        </a:p>
      </dgm:t>
    </dgm:pt>
    <dgm:pt modelId="{4B147C69-1879-44BC-AFCB-674BA2C22781}" type="sibTrans" cxnId="{897212A9-2136-4CA0-A580-F06936687783}">
      <dgm:prSet/>
      <dgm:spPr/>
      <dgm:t>
        <a:bodyPr/>
        <a:lstStyle/>
        <a:p>
          <a:endParaRPr lang="zh-CN" altLang="en-US"/>
        </a:p>
      </dgm:t>
    </dgm:pt>
    <dgm:pt modelId="{F0E6C7A8-80E1-4270-BF0F-E4063ADC0969}">
      <dgm:prSet phldrT="[文本]" phldr="1"/>
      <dgm:spPr/>
      <dgm:t>
        <a:bodyPr/>
        <a:lstStyle/>
        <a:p>
          <a:endParaRPr lang="zh-CN" altLang="en-US"/>
        </a:p>
      </dgm:t>
    </dgm:pt>
    <dgm:pt modelId="{C34F8F9B-49FE-40C2-BAD0-512059EDD76D}" type="parTrans" cxnId="{50A35022-E46B-47B5-9773-06469F2007EE}">
      <dgm:prSet/>
      <dgm:spPr/>
      <dgm:t>
        <a:bodyPr/>
        <a:lstStyle/>
        <a:p>
          <a:endParaRPr lang="zh-CN" altLang="en-US"/>
        </a:p>
      </dgm:t>
    </dgm:pt>
    <dgm:pt modelId="{A495D7C5-969B-462B-81FC-546009CC15ED}" type="sibTrans" cxnId="{50A35022-E46B-47B5-9773-06469F2007EE}">
      <dgm:prSet/>
      <dgm:spPr/>
      <dgm:t>
        <a:bodyPr/>
        <a:lstStyle/>
        <a:p>
          <a:endParaRPr lang="zh-CN" altLang="en-US"/>
        </a:p>
      </dgm:t>
    </dgm:pt>
    <dgm:pt modelId="{9958B6C0-EAEC-43A3-9E88-EF6A050F0B1A}" type="pres">
      <dgm:prSet presAssocID="{09347E35-D546-4450-979F-0D6F4140966A}" presName="Name0" presStyleCnt="0">
        <dgm:presLayoutVars>
          <dgm:chMax/>
          <dgm:chPref/>
          <dgm:dir/>
          <dgm:animLvl val="lvl"/>
        </dgm:presLayoutVars>
      </dgm:prSet>
      <dgm:spPr/>
    </dgm:pt>
    <dgm:pt modelId="{508BFB85-A750-4364-B494-936CF5A89B86}" type="pres">
      <dgm:prSet presAssocID="{00634B6A-F598-4444-A07B-120A89F2C573}" presName="composite" presStyleCnt="0"/>
      <dgm:spPr/>
    </dgm:pt>
    <dgm:pt modelId="{97DFF042-2B40-4210-8F57-89C75080511A}" type="pres">
      <dgm:prSet presAssocID="{00634B6A-F598-4444-A07B-120A89F2C573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4063530E-73DB-4C27-AA0C-0D92E5054DED}" type="pres">
      <dgm:prSet presAssocID="{00634B6A-F598-4444-A07B-120A89F2C573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2342EFB-9005-4E87-841D-318DABA65314}" type="pres">
      <dgm:prSet presAssocID="{00634B6A-F598-4444-A07B-120A89F2C573}" presName="BalanceSpacing" presStyleCnt="0"/>
      <dgm:spPr/>
    </dgm:pt>
    <dgm:pt modelId="{406BEFD2-869A-4FCB-8AAB-2464CB760E58}" type="pres">
      <dgm:prSet presAssocID="{00634B6A-F598-4444-A07B-120A89F2C573}" presName="BalanceSpacing1" presStyleCnt="0"/>
      <dgm:spPr/>
    </dgm:pt>
    <dgm:pt modelId="{A9900DB7-BB72-4A04-8945-D9D1FD00AA59}" type="pres">
      <dgm:prSet presAssocID="{97F47E18-EE45-4CF9-8B9C-F2C4E924BE7A}" presName="Accent1Text" presStyleLbl="node1" presStyleIdx="1" presStyleCnt="6"/>
      <dgm:spPr/>
    </dgm:pt>
    <dgm:pt modelId="{227981ED-3707-49F5-9866-C4E1CBB0EB34}" type="pres">
      <dgm:prSet presAssocID="{97F47E18-EE45-4CF9-8B9C-F2C4E924BE7A}" presName="spaceBetweenRectangles" presStyleCnt="0"/>
      <dgm:spPr/>
    </dgm:pt>
    <dgm:pt modelId="{A2FDAC08-7918-43D3-8687-DE96D82F931B}" type="pres">
      <dgm:prSet presAssocID="{7A0B45B0-DC25-4F53-9B8D-127145A0C1FA}" presName="composite" presStyleCnt="0"/>
      <dgm:spPr/>
    </dgm:pt>
    <dgm:pt modelId="{024D7BB8-974C-4A2F-BA80-B991DE77167A}" type="pres">
      <dgm:prSet presAssocID="{7A0B45B0-DC25-4F53-9B8D-127145A0C1FA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2853CDE4-25AD-4F36-9EAC-5358165E2F20}" type="pres">
      <dgm:prSet presAssocID="{7A0B45B0-DC25-4F53-9B8D-127145A0C1FA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335F84AF-5726-4199-8AF6-048655999479}" type="pres">
      <dgm:prSet presAssocID="{7A0B45B0-DC25-4F53-9B8D-127145A0C1FA}" presName="BalanceSpacing" presStyleCnt="0"/>
      <dgm:spPr/>
    </dgm:pt>
    <dgm:pt modelId="{9C67C12C-AE42-47BE-B402-10F508680106}" type="pres">
      <dgm:prSet presAssocID="{7A0B45B0-DC25-4F53-9B8D-127145A0C1FA}" presName="BalanceSpacing1" presStyleCnt="0"/>
      <dgm:spPr/>
    </dgm:pt>
    <dgm:pt modelId="{4192BE6C-D3D4-4868-B027-CA37DC1174E4}" type="pres">
      <dgm:prSet presAssocID="{5C5240B7-8F7C-43CA-AB09-AD28080344A0}" presName="Accent1Text" presStyleLbl="node1" presStyleIdx="3" presStyleCnt="6"/>
      <dgm:spPr/>
    </dgm:pt>
    <dgm:pt modelId="{F97FA948-7E78-4FCE-AF91-43DBA34F177C}" type="pres">
      <dgm:prSet presAssocID="{5C5240B7-8F7C-43CA-AB09-AD28080344A0}" presName="spaceBetweenRectangles" presStyleCnt="0"/>
      <dgm:spPr/>
    </dgm:pt>
    <dgm:pt modelId="{22094BCF-52AE-4A69-9B87-5282439293BD}" type="pres">
      <dgm:prSet presAssocID="{A9B11461-7D73-435A-BEDD-FA6643E33CF0}" presName="composite" presStyleCnt="0"/>
      <dgm:spPr/>
    </dgm:pt>
    <dgm:pt modelId="{3C3BB0C6-CA2F-4F91-AE8D-3ACBC81FE4AC}" type="pres">
      <dgm:prSet presAssocID="{A9B11461-7D73-435A-BEDD-FA6643E33CF0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38491878-5092-4298-AC6C-5B5885BFA6F3}" type="pres">
      <dgm:prSet presAssocID="{A9B11461-7D73-435A-BEDD-FA6643E33CF0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A498D12D-BF11-4627-885A-A7B81284E848}" type="pres">
      <dgm:prSet presAssocID="{A9B11461-7D73-435A-BEDD-FA6643E33CF0}" presName="BalanceSpacing" presStyleCnt="0"/>
      <dgm:spPr/>
    </dgm:pt>
    <dgm:pt modelId="{67427C28-5748-4AA5-8838-82F3DE00DFFB}" type="pres">
      <dgm:prSet presAssocID="{A9B11461-7D73-435A-BEDD-FA6643E33CF0}" presName="BalanceSpacing1" presStyleCnt="0"/>
      <dgm:spPr/>
    </dgm:pt>
    <dgm:pt modelId="{0FD36FA4-E25C-40EC-971C-B161A368D041}" type="pres">
      <dgm:prSet presAssocID="{4B147C69-1879-44BC-AFCB-674BA2C22781}" presName="Accent1Text" presStyleLbl="node1" presStyleIdx="5" presStyleCnt="6"/>
      <dgm:spPr/>
    </dgm:pt>
  </dgm:ptLst>
  <dgm:cxnLst>
    <dgm:cxn modelId="{2C9D9719-8BAB-4BC4-B7C9-D5538480B482}" srcId="{7A0B45B0-DC25-4F53-9B8D-127145A0C1FA}" destId="{FEDA1E39-E73F-4D6C-A06C-66673F07EB9E}" srcOrd="0" destOrd="0" parTransId="{0056E542-8477-4197-B5C4-5B1828BEEDF2}" sibTransId="{8ED6CA1B-A824-4DEF-A6DF-DF27B52299B7}"/>
    <dgm:cxn modelId="{50A35022-E46B-47B5-9773-06469F2007EE}" srcId="{A9B11461-7D73-435A-BEDD-FA6643E33CF0}" destId="{F0E6C7A8-80E1-4270-BF0F-E4063ADC0969}" srcOrd="0" destOrd="0" parTransId="{C34F8F9B-49FE-40C2-BAD0-512059EDD76D}" sibTransId="{A495D7C5-969B-462B-81FC-546009CC15ED}"/>
    <dgm:cxn modelId="{86E37133-BF73-4202-B5AC-58426CC93BCD}" type="presOf" srcId="{00634B6A-F598-4444-A07B-120A89F2C573}" destId="{97DFF042-2B40-4210-8F57-89C75080511A}" srcOrd="0" destOrd="0" presId="urn:microsoft.com/office/officeart/2008/layout/AlternatingHexagons"/>
    <dgm:cxn modelId="{99AECE74-D632-41DB-9DE5-7CEF3D8382C4}" type="presOf" srcId="{A0620373-616A-4FA6-8F63-CDD63AEBB5FE}" destId="{4063530E-73DB-4C27-AA0C-0D92E5054DED}" srcOrd="0" destOrd="0" presId="urn:microsoft.com/office/officeart/2008/layout/AlternatingHexagons"/>
    <dgm:cxn modelId="{0D801F87-9EB9-43CC-A672-713DF186EF23}" type="presOf" srcId="{FEDA1E39-E73F-4D6C-A06C-66673F07EB9E}" destId="{2853CDE4-25AD-4F36-9EAC-5358165E2F20}" srcOrd="0" destOrd="0" presId="urn:microsoft.com/office/officeart/2008/layout/AlternatingHexagons"/>
    <dgm:cxn modelId="{584CE18A-5AD8-43FF-A500-AF642168A408}" srcId="{00634B6A-F598-4444-A07B-120A89F2C573}" destId="{A0620373-616A-4FA6-8F63-CDD63AEBB5FE}" srcOrd="0" destOrd="0" parTransId="{603B011F-DB65-4B3B-B66E-7400E141E1B7}" sibTransId="{DEE3A92C-5CA1-4963-83CE-6AE2E5A521EB}"/>
    <dgm:cxn modelId="{897212A9-2136-4CA0-A580-F06936687783}" srcId="{09347E35-D546-4450-979F-0D6F4140966A}" destId="{A9B11461-7D73-435A-BEDD-FA6643E33CF0}" srcOrd="2" destOrd="0" parTransId="{C8C7F8CE-2CFB-400F-A1F8-22FE0917FFB4}" sibTransId="{4B147C69-1879-44BC-AFCB-674BA2C22781}"/>
    <dgm:cxn modelId="{7F9D7FA9-0548-4276-89C4-703A35D3272C}" type="presOf" srcId="{09347E35-D546-4450-979F-0D6F4140966A}" destId="{9958B6C0-EAEC-43A3-9E88-EF6A050F0B1A}" srcOrd="0" destOrd="0" presId="urn:microsoft.com/office/officeart/2008/layout/AlternatingHexagons"/>
    <dgm:cxn modelId="{E0A80EB1-7CF9-4D48-9247-C6142BF88EAB}" type="presOf" srcId="{A9B11461-7D73-435A-BEDD-FA6643E33CF0}" destId="{3C3BB0C6-CA2F-4F91-AE8D-3ACBC81FE4AC}" srcOrd="0" destOrd="0" presId="urn:microsoft.com/office/officeart/2008/layout/AlternatingHexagons"/>
    <dgm:cxn modelId="{A80235C2-F094-4F0B-A956-87350688B079}" srcId="{09347E35-D546-4450-979F-0D6F4140966A}" destId="{00634B6A-F598-4444-A07B-120A89F2C573}" srcOrd="0" destOrd="0" parTransId="{F6C047A8-2508-425C-AD9E-DAA8666EAF88}" sibTransId="{97F47E18-EE45-4CF9-8B9C-F2C4E924BE7A}"/>
    <dgm:cxn modelId="{3651B0C4-7304-4381-AC1B-F16E82ED6876}" type="presOf" srcId="{4B147C69-1879-44BC-AFCB-674BA2C22781}" destId="{0FD36FA4-E25C-40EC-971C-B161A368D041}" srcOrd="0" destOrd="0" presId="urn:microsoft.com/office/officeart/2008/layout/AlternatingHexagons"/>
    <dgm:cxn modelId="{A34BF8C6-E99C-4655-927E-2F3B7C6B4BCA}" srcId="{09347E35-D546-4450-979F-0D6F4140966A}" destId="{7A0B45B0-DC25-4F53-9B8D-127145A0C1FA}" srcOrd="1" destOrd="0" parTransId="{4A46C9F2-4CBE-4535-AE00-6F1DF93F66C5}" sibTransId="{5C5240B7-8F7C-43CA-AB09-AD28080344A0}"/>
    <dgm:cxn modelId="{F118E2C8-E7B7-4244-AEEC-3AC90CCF82A5}" type="presOf" srcId="{F0E6C7A8-80E1-4270-BF0F-E4063ADC0969}" destId="{38491878-5092-4298-AC6C-5B5885BFA6F3}" srcOrd="0" destOrd="0" presId="urn:microsoft.com/office/officeart/2008/layout/AlternatingHexagons"/>
    <dgm:cxn modelId="{AA4C91DA-2AFB-403D-BDDD-3B49C3D9407F}" type="presOf" srcId="{5C5240B7-8F7C-43CA-AB09-AD28080344A0}" destId="{4192BE6C-D3D4-4868-B027-CA37DC1174E4}" srcOrd="0" destOrd="0" presId="urn:microsoft.com/office/officeart/2008/layout/AlternatingHexagons"/>
    <dgm:cxn modelId="{B3F73CDF-822A-4ADF-B31B-873D59DE85EF}" type="presOf" srcId="{7A0B45B0-DC25-4F53-9B8D-127145A0C1FA}" destId="{024D7BB8-974C-4A2F-BA80-B991DE77167A}" srcOrd="0" destOrd="0" presId="urn:microsoft.com/office/officeart/2008/layout/AlternatingHexagons"/>
    <dgm:cxn modelId="{3FA4AEFD-204A-41D7-801F-469D1D5AA022}" type="presOf" srcId="{97F47E18-EE45-4CF9-8B9C-F2C4E924BE7A}" destId="{A9900DB7-BB72-4A04-8945-D9D1FD00AA59}" srcOrd="0" destOrd="0" presId="urn:microsoft.com/office/officeart/2008/layout/AlternatingHexagons"/>
    <dgm:cxn modelId="{2F3FD9A4-54C1-4F4B-A844-28AA4F2781DE}" type="presParOf" srcId="{9958B6C0-EAEC-43A3-9E88-EF6A050F0B1A}" destId="{508BFB85-A750-4364-B494-936CF5A89B86}" srcOrd="0" destOrd="0" presId="urn:microsoft.com/office/officeart/2008/layout/AlternatingHexagons"/>
    <dgm:cxn modelId="{7963EE85-60AE-4437-A2DD-69BF22AC7962}" type="presParOf" srcId="{508BFB85-A750-4364-B494-936CF5A89B86}" destId="{97DFF042-2B40-4210-8F57-89C75080511A}" srcOrd="0" destOrd="0" presId="urn:microsoft.com/office/officeart/2008/layout/AlternatingHexagons"/>
    <dgm:cxn modelId="{43ECC870-0601-4CA1-B7F8-9DD6B5156314}" type="presParOf" srcId="{508BFB85-A750-4364-B494-936CF5A89B86}" destId="{4063530E-73DB-4C27-AA0C-0D92E5054DED}" srcOrd="1" destOrd="0" presId="urn:microsoft.com/office/officeart/2008/layout/AlternatingHexagons"/>
    <dgm:cxn modelId="{7BCB8883-D7D5-49AD-9CBB-F23A68D419CF}" type="presParOf" srcId="{508BFB85-A750-4364-B494-936CF5A89B86}" destId="{72342EFB-9005-4E87-841D-318DABA65314}" srcOrd="2" destOrd="0" presId="urn:microsoft.com/office/officeart/2008/layout/AlternatingHexagons"/>
    <dgm:cxn modelId="{C3762A50-B665-4B39-BC26-6DE6557228C6}" type="presParOf" srcId="{508BFB85-A750-4364-B494-936CF5A89B86}" destId="{406BEFD2-869A-4FCB-8AAB-2464CB760E58}" srcOrd="3" destOrd="0" presId="urn:microsoft.com/office/officeart/2008/layout/AlternatingHexagons"/>
    <dgm:cxn modelId="{1BEDFEC9-3C17-4007-833D-56CCBC44940A}" type="presParOf" srcId="{508BFB85-A750-4364-B494-936CF5A89B86}" destId="{A9900DB7-BB72-4A04-8945-D9D1FD00AA59}" srcOrd="4" destOrd="0" presId="urn:microsoft.com/office/officeart/2008/layout/AlternatingHexagons"/>
    <dgm:cxn modelId="{EF4926F7-7602-44E0-9EC8-E8D13AAE324F}" type="presParOf" srcId="{9958B6C0-EAEC-43A3-9E88-EF6A050F0B1A}" destId="{227981ED-3707-49F5-9866-C4E1CBB0EB34}" srcOrd="1" destOrd="0" presId="urn:microsoft.com/office/officeart/2008/layout/AlternatingHexagons"/>
    <dgm:cxn modelId="{880210F2-276A-417B-A686-AFCA42BB20E6}" type="presParOf" srcId="{9958B6C0-EAEC-43A3-9E88-EF6A050F0B1A}" destId="{A2FDAC08-7918-43D3-8687-DE96D82F931B}" srcOrd="2" destOrd="0" presId="urn:microsoft.com/office/officeart/2008/layout/AlternatingHexagons"/>
    <dgm:cxn modelId="{98450D3B-58B1-42B9-98D3-901B91C097C2}" type="presParOf" srcId="{A2FDAC08-7918-43D3-8687-DE96D82F931B}" destId="{024D7BB8-974C-4A2F-BA80-B991DE77167A}" srcOrd="0" destOrd="0" presId="urn:microsoft.com/office/officeart/2008/layout/AlternatingHexagons"/>
    <dgm:cxn modelId="{ED21D2BA-A0C6-40DA-878E-ECAC5607D559}" type="presParOf" srcId="{A2FDAC08-7918-43D3-8687-DE96D82F931B}" destId="{2853CDE4-25AD-4F36-9EAC-5358165E2F20}" srcOrd="1" destOrd="0" presId="urn:microsoft.com/office/officeart/2008/layout/AlternatingHexagons"/>
    <dgm:cxn modelId="{0A118393-7B4E-422D-853F-BCA1E9F934ED}" type="presParOf" srcId="{A2FDAC08-7918-43D3-8687-DE96D82F931B}" destId="{335F84AF-5726-4199-8AF6-048655999479}" srcOrd="2" destOrd="0" presId="urn:microsoft.com/office/officeart/2008/layout/AlternatingHexagons"/>
    <dgm:cxn modelId="{6ACB846C-FBB1-4856-B077-4D8BE8A7976E}" type="presParOf" srcId="{A2FDAC08-7918-43D3-8687-DE96D82F931B}" destId="{9C67C12C-AE42-47BE-B402-10F508680106}" srcOrd="3" destOrd="0" presId="urn:microsoft.com/office/officeart/2008/layout/AlternatingHexagons"/>
    <dgm:cxn modelId="{C42B941B-210B-46FF-BFE0-8A91AE0A26A5}" type="presParOf" srcId="{A2FDAC08-7918-43D3-8687-DE96D82F931B}" destId="{4192BE6C-D3D4-4868-B027-CA37DC1174E4}" srcOrd="4" destOrd="0" presId="urn:microsoft.com/office/officeart/2008/layout/AlternatingHexagons"/>
    <dgm:cxn modelId="{C8E6CEC9-B610-4B43-B8D8-D4533F388426}" type="presParOf" srcId="{9958B6C0-EAEC-43A3-9E88-EF6A050F0B1A}" destId="{F97FA948-7E78-4FCE-AF91-43DBA34F177C}" srcOrd="3" destOrd="0" presId="urn:microsoft.com/office/officeart/2008/layout/AlternatingHexagons"/>
    <dgm:cxn modelId="{9FAA02DC-0B96-4061-BF39-374EC178232E}" type="presParOf" srcId="{9958B6C0-EAEC-43A3-9E88-EF6A050F0B1A}" destId="{22094BCF-52AE-4A69-9B87-5282439293BD}" srcOrd="4" destOrd="0" presId="urn:microsoft.com/office/officeart/2008/layout/AlternatingHexagons"/>
    <dgm:cxn modelId="{3A20C030-77A5-43C3-837B-4619157A0138}" type="presParOf" srcId="{22094BCF-52AE-4A69-9B87-5282439293BD}" destId="{3C3BB0C6-CA2F-4F91-AE8D-3ACBC81FE4AC}" srcOrd="0" destOrd="0" presId="urn:microsoft.com/office/officeart/2008/layout/AlternatingHexagons"/>
    <dgm:cxn modelId="{04E268CF-5CAD-4FE1-A8C1-7AC654313233}" type="presParOf" srcId="{22094BCF-52AE-4A69-9B87-5282439293BD}" destId="{38491878-5092-4298-AC6C-5B5885BFA6F3}" srcOrd="1" destOrd="0" presId="urn:microsoft.com/office/officeart/2008/layout/AlternatingHexagons"/>
    <dgm:cxn modelId="{414F1F03-A43B-49D6-AC49-7894FA120A30}" type="presParOf" srcId="{22094BCF-52AE-4A69-9B87-5282439293BD}" destId="{A498D12D-BF11-4627-885A-A7B81284E848}" srcOrd="2" destOrd="0" presId="urn:microsoft.com/office/officeart/2008/layout/AlternatingHexagons"/>
    <dgm:cxn modelId="{A8653053-4619-4918-B698-18AC1FBAD5AE}" type="presParOf" srcId="{22094BCF-52AE-4A69-9B87-5282439293BD}" destId="{67427C28-5748-4AA5-8838-82F3DE00DFFB}" srcOrd="3" destOrd="0" presId="urn:microsoft.com/office/officeart/2008/layout/AlternatingHexagons"/>
    <dgm:cxn modelId="{14F6B7DA-FAE5-4E72-B961-6A3E6B2226AB}" type="presParOf" srcId="{22094BCF-52AE-4A69-9B87-5282439293BD}" destId="{0FD36FA4-E25C-40EC-971C-B161A368D041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284233-55C1-4049-B099-0E4AD6E658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91760D9-D168-4039-AD1F-0B945DE3A5E0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1</a:t>
          </a:r>
          <a:endParaRPr lang="zh-CN" altLang="en-US"/>
        </a:p>
      </dgm:t>
    </dgm:pt>
    <dgm:pt modelId="{5A16C6B7-8F63-4501-A845-EB5E9C05B601}" type="parTrans" cxnId="{C751D1A4-38DA-4957-A50B-5D305169A6B1}">
      <dgm:prSet/>
      <dgm:spPr/>
      <dgm:t>
        <a:bodyPr/>
        <a:lstStyle/>
        <a:p>
          <a:endParaRPr lang="zh-CN" altLang="en-US"/>
        </a:p>
      </dgm:t>
    </dgm:pt>
    <dgm:pt modelId="{3FFD6EC2-64BE-4AB6-A49D-83DAB9E4FAD1}" type="sibTrans" cxnId="{C751D1A4-38DA-4957-A50B-5D305169A6B1}">
      <dgm:prSet/>
      <dgm:spPr/>
      <dgm:t>
        <a:bodyPr/>
        <a:lstStyle/>
        <a:p>
          <a:endParaRPr lang="zh-CN" altLang="en-US"/>
        </a:p>
      </dgm:t>
    </dgm:pt>
    <dgm:pt modelId="{41B89FC8-B316-4E0B-9D7C-31B6D341B8D2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2</a:t>
          </a:r>
          <a:endParaRPr lang="zh-CN" altLang="en-US"/>
        </a:p>
      </dgm:t>
    </dgm:pt>
    <dgm:pt modelId="{D1D33AFD-2CE9-4791-A478-88CE889ABFA8}" type="parTrans" cxnId="{45E79BD9-B4D3-4B71-9FC2-E37BD6F453B4}">
      <dgm:prSet/>
      <dgm:spPr/>
      <dgm:t>
        <a:bodyPr/>
        <a:lstStyle/>
        <a:p>
          <a:endParaRPr lang="zh-CN" altLang="en-US"/>
        </a:p>
      </dgm:t>
    </dgm:pt>
    <dgm:pt modelId="{69B9DBE6-51D0-4FAC-89B7-7A36F1289E90}" type="sibTrans" cxnId="{45E79BD9-B4D3-4B71-9FC2-E37BD6F453B4}">
      <dgm:prSet/>
      <dgm:spPr/>
      <dgm:t>
        <a:bodyPr/>
        <a:lstStyle/>
        <a:p>
          <a:endParaRPr lang="zh-CN" altLang="en-US"/>
        </a:p>
      </dgm:t>
    </dgm:pt>
    <dgm:pt modelId="{10CD4503-92FB-4BA9-9FB7-E349F3FB923D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3</a:t>
          </a:r>
          <a:endParaRPr lang="zh-CN" altLang="en-US"/>
        </a:p>
      </dgm:t>
    </dgm:pt>
    <dgm:pt modelId="{8C64A22A-3D5D-4E06-93B8-060E5185FE60}" type="parTrans" cxnId="{67BFA62B-7E56-4EFC-90FD-24D8DC5A4C89}">
      <dgm:prSet/>
      <dgm:spPr/>
      <dgm:t>
        <a:bodyPr/>
        <a:lstStyle/>
        <a:p>
          <a:endParaRPr lang="zh-CN" altLang="en-US"/>
        </a:p>
      </dgm:t>
    </dgm:pt>
    <dgm:pt modelId="{A51D6F38-C044-49F0-AB72-9CA730B40AA8}" type="sibTrans" cxnId="{67BFA62B-7E56-4EFC-90FD-24D8DC5A4C89}">
      <dgm:prSet/>
      <dgm:spPr/>
      <dgm:t>
        <a:bodyPr/>
        <a:lstStyle/>
        <a:p>
          <a:endParaRPr lang="zh-CN" altLang="en-US"/>
        </a:p>
      </dgm:t>
    </dgm:pt>
    <dgm:pt modelId="{A40F4AE0-D25A-4521-848C-62A31D5ABB9B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4</a:t>
          </a:r>
          <a:endParaRPr lang="zh-CN" altLang="en-US"/>
        </a:p>
      </dgm:t>
    </dgm:pt>
    <dgm:pt modelId="{012B5BC6-A89C-4570-958F-C1B3D52E5F41}" type="parTrans" cxnId="{5BC01901-1EA5-4863-984B-80D3AC427EAB}">
      <dgm:prSet/>
      <dgm:spPr/>
      <dgm:t>
        <a:bodyPr/>
        <a:lstStyle/>
        <a:p>
          <a:endParaRPr lang="zh-CN" altLang="en-US"/>
        </a:p>
      </dgm:t>
    </dgm:pt>
    <dgm:pt modelId="{37A55A52-0609-4B53-BD09-559C143FC3FE}" type="sibTrans" cxnId="{5BC01901-1EA5-4863-984B-80D3AC427EAB}">
      <dgm:prSet/>
      <dgm:spPr/>
      <dgm:t>
        <a:bodyPr/>
        <a:lstStyle/>
        <a:p>
          <a:endParaRPr lang="zh-CN" altLang="en-US"/>
        </a:p>
      </dgm:t>
    </dgm:pt>
    <dgm:pt modelId="{170F98D5-A267-40B4-A42C-E6CDFA9FC65C}" type="pres">
      <dgm:prSet presAssocID="{D4284233-55C1-4049-B099-0E4AD6E65896}" presName="linear" presStyleCnt="0">
        <dgm:presLayoutVars>
          <dgm:animLvl val="lvl"/>
          <dgm:resizeHandles val="exact"/>
        </dgm:presLayoutVars>
      </dgm:prSet>
      <dgm:spPr/>
    </dgm:pt>
    <dgm:pt modelId="{85BCEF3C-B6C3-4990-84B2-EA4E6FF8F398}" type="pres">
      <dgm:prSet presAssocID="{C91760D9-D168-4039-AD1F-0B945DE3A5E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ED3D301-8236-4176-A723-FE229D305A68}" type="pres">
      <dgm:prSet presAssocID="{C91760D9-D168-4039-AD1F-0B945DE3A5E0}" presName="childText" presStyleLbl="revTx" presStyleIdx="0" presStyleCnt="2">
        <dgm:presLayoutVars>
          <dgm:bulletEnabled val="1"/>
        </dgm:presLayoutVars>
      </dgm:prSet>
      <dgm:spPr/>
    </dgm:pt>
    <dgm:pt modelId="{C11F30DD-E505-4234-8CDB-1ABE55C97996}" type="pres">
      <dgm:prSet presAssocID="{10CD4503-92FB-4BA9-9FB7-E349F3FB923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BF3CAC4-B697-4516-9C7D-0198ABC9363E}" type="pres">
      <dgm:prSet presAssocID="{10CD4503-92FB-4BA9-9FB7-E349F3FB923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BC01901-1EA5-4863-984B-80D3AC427EAB}" srcId="{10CD4503-92FB-4BA9-9FB7-E349F3FB923D}" destId="{A40F4AE0-D25A-4521-848C-62A31D5ABB9B}" srcOrd="0" destOrd="0" parTransId="{012B5BC6-A89C-4570-958F-C1B3D52E5F41}" sibTransId="{37A55A52-0609-4B53-BD09-559C143FC3FE}"/>
    <dgm:cxn modelId="{67BFA62B-7E56-4EFC-90FD-24D8DC5A4C89}" srcId="{D4284233-55C1-4049-B099-0E4AD6E65896}" destId="{10CD4503-92FB-4BA9-9FB7-E349F3FB923D}" srcOrd="1" destOrd="0" parTransId="{8C64A22A-3D5D-4E06-93B8-060E5185FE60}" sibTransId="{A51D6F38-C044-49F0-AB72-9CA730B40AA8}"/>
    <dgm:cxn modelId="{14E0035E-D6E0-4539-8C97-4218435FC970}" type="presOf" srcId="{C91760D9-D168-4039-AD1F-0B945DE3A5E0}" destId="{85BCEF3C-B6C3-4990-84B2-EA4E6FF8F398}" srcOrd="0" destOrd="0" presId="urn:microsoft.com/office/officeart/2005/8/layout/vList2"/>
    <dgm:cxn modelId="{EC745D70-E309-43F7-89F9-8D4D68FD4E1E}" type="presOf" srcId="{D4284233-55C1-4049-B099-0E4AD6E65896}" destId="{170F98D5-A267-40B4-A42C-E6CDFA9FC65C}" srcOrd="0" destOrd="0" presId="urn:microsoft.com/office/officeart/2005/8/layout/vList2"/>
    <dgm:cxn modelId="{89FE9950-D2D9-49C0-AA0B-4704803A4BB3}" type="presOf" srcId="{10CD4503-92FB-4BA9-9FB7-E349F3FB923D}" destId="{C11F30DD-E505-4234-8CDB-1ABE55C97996}" srcOrd="0" destOrd="0" presId="urn:microsoft.com/office/officeart/2005/8/layout/vList2"/>
    <dgm:cxn modelId="{CB64397C-1872-4FEC-9537-5A353FACE0E7}" type="presOf" srcId="{A40F4AE0-D25A-4521-848C-62A31D5ABB9B}" destId="{1BF3CAC4-B697-4516-9C7D-0198ABC9363E}" srcOrd="0" destOrd="0" presId="urn:microsoft.com/office/officeart/2005/8/layout/vList2"/>
    <dgm:cxn modelId="{AB5885A3-C451-43B3-813C-7B9A06C98AEE}" type="presOf" srcId="{41B89FC8-B316-4E0B-9D7C-31B6D341B8D2}" destId="{9ED3D301-8236-4176-A723-FE229D305A68}" srcOrd="0" destOrd="0" presId="urn:microsoft.com/office/officeart/2005/8/layout/vList2"/>
    <dgm:cxn modelId="{C751D1A4-38DA-4957-A50B-5D305169A6B1}" srcId="{D4284233-55C1-4049-B099-0E4AD6E65896}" destId="{C91760D9-D168-4039-AD1F-0B945DE3A5E0}" srcOrd="0" destOrd="0" parTransId="{5A16C6B7-8F63-4501-A845-EB5E9C05B601}" sibTransId="{3FFD6EC2-64BE-4AB6-A49D-83DAB9E4FAD1}"/>
    <dgm:cxn modelId="{45E79BD9-B4D3-4B71-9FC2-E37BD6F453B4}" srcId="{C91760D9-D168-4039-AD1F-0B945DE3A5E0}" destId="{41B89FC8-B316-4E0B-9D7C-31B6D341B8D2}" srcOrd="0" destOrd="0" parTransId="{D1D33AFD-2CE9-4791-A478-88CE889ABFA8}" sibTransId="{69B9DBE6-51D0-4FAC-89B7-7A36F1289E90}"/>
    <dgm:cxn modelId="{CD3ED5E0-9757-44E1-8AFF-DFBB738A4E4D}" type="presParOf" srcId="{170F98D5-A267-40B4-A42C-E6CDFA9FC65C}" destId="{85BCEF3C-B6C3-4990-84B2-EA4E6FF8F398}" srcOrd="0" destOrd="0" presId="urn:microsoft.com/office/officeart/2005/8/layout/vList2"/>
    <dgm:cxn modelId="{C9414142-AB78-4614-B76C-FAAFB6732260}" type="presParOf" srcId="{170F98D5-A267-40B4-A42C-E6CDFA9FC65C}" destId="{9ED3D301-8236-4176-A723-FE229D305A68}" srcOrd="1" destOrd="0" presId="urn:microsoft.com/office/officeart/2005/8/layout/vList2"/>
    <dgm:cxn modelId="{FE6890DB-16BB-41EE-897A-4D96B7471F46}" type="presParOf" srcId="{170F98D5-A267-40B4-A42C-E6CDFA9FC65C}" destId="{C11F30DD-E505-4234-8CDB-1ABE55C97996}" srcOrd="2" destOrd="0" presId="urn:microsoft.com/office/officeart/2005/8/layout/vList2"/>
    <dgm:cxn modelId="{B232554B-ED18-4B26-B761-EEB110CF0869}" type="presParOf" srcId="{170F98D5-A267-40B4-A42C-E6CDFA9FC65C}" destId="{1BF3CAC4-B697-4516-9C7D-0198ABC9363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91BC09-D31B-407F-916C-F5DDA114A4EF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91C72483-D6A5-4004-8503-F3AC8E1729CC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1</a:t>
          </a:r>
          <a:endParaRPr lang="zh-CN" altLang="en-US"/>
        </a:p>
      </dgm:t>
    </dgm:pt>
    <dgm:pt modelId="{B955E85B-47BD-40DF-BF19-F04713F91F85}" type="parTrans" cxnId="{E16D095A-F285-45E3-88F5-F58C743A6D18}">
      <dgm:prSet/>
      <dgm:spPr/>
    </dgm:pt>
    <dgm:pt modelId="{08E2EBAE-DD56-449B-A0C2-CDD4B4D6637B}" type="sibTrans" cxnId="{E16D095A-F285-45E3-88F5-F58C743A6D18}">
      <dgm:prSet/>
      <dgm:spPr/>
    </dgm:pt>
    <dgm:pt modelId="{82EF14D7-DF69-4EBA-848A-C39AEB25CF3D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2</a:t>
          </a:r>
          <a:endParaRPr lang="zh-CN" altLang="en-US"/>
        </a:p>
      </dgm:t>
    </dgm:pt>
    <dgm:pt modelId="{6ACE56F7-AAF4-4D50-9D05-695DC57691A6}" type="parTrans" cxnId="{33358405-2A3D-481A-8181-54701900ACE8}">
      <dgm:prSet/>
      <dgm:spPr/>
    </dgm:pt>
    <dgm:pt modelId="{50C94FB4-2B6E-442F-841B-C996A9D744B2}" type="sibTrans" cxnId="{33358405-2A3D-481A-8181-54701900ACE8}">
      <dgm:prSet/>
      <dgm:spPr/>
    </dgm:pt>
    <dgm:pt modelId="{37C0A951-34DE-4880-9464-F5AB47780AD9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3</a:t>
          </a:r>
          <a:endParaRPr lang="zh-CN" altLang="en-US"/>
        </a:p>
      </dgm:t>
    </dgm:pt>
    <dgm:pt modelId="{8DA5DA75-BE68-4B1E-980B-559665DB2DB9}" type="parTrans" cxnId="{50FE7CDC-7BB1-44C9-91CF-FD71C0E37908}">
      <dgm:prSet/>
      <dgm:spPr/>
    </dgm:pt>
    <dgm:pt modelId="{A6784D99-10D4-40DC-A612-78ED2369FD58}" type="sibTrans" cxnId="{50FE7CDC-7BB1-44C9-91CF-FD71C0E37908}">
      <dgm:prSet/>
      <dgm:spPr/>
    </dgm:pt>
    <dgm:pt modelId="{49E0FB76-DADD-4967-A38E-11524436C104}" type="pres">
      <dgm:prSet presAssocID="{2B91BC09-D31B-407F-916C-F5DDA114A4EF}" presName="diagram" presStyleCnt="0">
        <dgm:presLayoutVars>
          <dgm:dir/>
          <dgm:animLvl val="lvl"/>
          <dgm:resizeHandles val="exact"/>
        </dgm:presLayoutVars>
      </dgm:prSet>
      <dgm:spPr/>
    </dgm:pt>
    <dgm:pt modelId="{6DA58BFF-02DF-4983-A531-D1DBF3EEC327}" type="pres">
      <dgm:prSet presAssocID="{91C72483-D6A5-4004-8503-F3AC8E1729CC}" presName="compNode" presStyleCnt="0"/>
      <dgm:spPr/>
    </dgm:pt>
    <dgm:pt modelId="{32D94A0A-7E12-419F-A41B-14423E97AFD4}" type="pres">
      <dgm:prSet presAssocID="{91C72483-D6A5-4004-8503-F3AC8E1729CC}" presName="childRect" presStyleLbl="bgAcc1" presStyleIdx="0" presStyleCnt="3">
        <dgm:presLayoutVars>
          <dgm:bulletEnabled val="1"/>
        </dgm:presLayoutVars>
      </dgm:prSet>
      <dgm:spPr/>
    </dgm:pt>
    <dgm:pt modelId="{88C78478-9E3B-490C-AAFC-7B9C378B836B}" type="pres">
      <dgm:prSet presAssocID="{91C72483-D6A5-4004-8503-F3AC8E1729CC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D1EFB8EF-3E07-4597-B113-85A4DC4821E2}" type="pres">
      <dgm:prSet presAssocID="{91C72483-D6A5-4004-8503-F3AC8E1729CC}" presName="parentRect" presStyleLbl="alignNode1" presStyleIdx="0" presStyleCnt="3"/>
      <dgm:spPr/>
    </dgm:pt>
    <dgm:pt modelId="{33E8A60A-49F3-49BF-A0F5-69036986089F}" type="pres">
      <dgm:prSet presAssocID="{91C72483-D6A5-4004-8503-F3AC8E1729CC}" presName="adorn" presStyleLbl="fgAccFollowNode1" presStyleIdx="0" presStyleCnt="3"/>
      <dgm:spPr/>
    </dgm:pt>
    <dgm:pt modelId="{B7C3245C-48C3-4093-B894-42E903714428}" type="pres">
      <dgm:prSet presAssocID="{08E2EBAE-DD56-449B-A0C2-CDD4B4D6637B}" presName="sibTrans" presStyleLbl="sibTrans2D1" presStyleIdx="0" presStyleCnt="0"/>
      <dgm:spPr/>
    </dgm:pt>
    <dgm:pt modelId="{0D5ECEEC-C16F-44D8-8D3D-5E764D5B3C4E}" type="pres">
      <dgm:prSet presAssocID="{82EF14D7-DF69-4EBA-848A-C39AEB25CF3D}" presName="compNode" presStyleCnt="0"/>
      <dgm:spPr/>
    </dgm:pt>
    <dgm:pt modelId="{71A59918-B4BB-4E12-9CD6-2AB8D001247D}" type="pres">
      <dgm:prSet presAssocID="{82EF14D7-DF69-4EBA-848A-C39AEB25CF3D}" presName="childRect" presStyleLbl="bgAcc1" presStyleIdx="1" presStyleCnt="3">
        <dgm:presLayoutVars>
          <dgm:bulletEnabled val="1"/>
        </dgm:presLayoutVars>
      </dgm:prSet>
      <dgm:spPr/>
    </dgm:pt>
    <dgm:pt modelId="{96170F16-9D2F-4E17-8A42-5CA4F918C91A}" type="pres">
      <dgm:prSet presAssocID="{82EF14D7-DF69-4EBA-848A-C39AEB25CF3D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1695FA66-960A-4E69-B6C2-F5FA4762BED6}" type="pres">
      <dgm:prSet presAssocID="{82EF14D7-DF69-4EBA-848A-C39AEB25CF3D}" presName="parentRect" presStyleLbl="alignNode1" presStyleIdx="1" presStyleCnt="3"/>
      <dgm:spPr/>
    </dgm:pt>
    <dgm:pt modelId="{786E726F-E5C3-4472-A243-4FE5E9419EA1}" type="pres">
      <dgm:prSet presAssocID="{82EF14D7-DF69-4EBA-848A-C39AEB25CF3D}" presName="adorn" presStyleLbl="fgAccFollowNode1" presStyleIdx="1" presStyleCnt="3"/>
      <dgm:spPr/>
    </dgm:pt>
    <dgm:pt modelId="{E6D885A7-1030-4ED9-BE0E-8A39F37D6608}" type="pres">
      <dgm:prSet presAssocID="{50C94FB4-2B6E-442F-841B-C996A9D744B2}" presName="sibTrans" presStyleLbl="sibTrans2D1" presStyleIdx="0" presStyleCnt="0"/>
      <dgm:spPr/>
    </dgm:pt>
    <dgm:pt modelId="{99B8ACD2-7419-4539-B5EF-633B175FED02}" type="pres">
      <dgm:prSet presAssocID="{37C0A951-34DE-4880-9464-F5AB47780AD9}" presName="compNode" presStyleCnt="0"/>
      <dgm:spPr/>
    </dgm:pt>
    <dgm:pt modelId="{2E89B934-FB87-4620-B650-BEBFBFC38B01}" type="pres">
      <dgm:prSet presAssocID="{37C0A951-34DE-4880-9464-F5AB47780AD9}" presName="childRect" presStyleLbl="bgAcc1" presStyleIdx="2" presStyleCnt="3">
        <dgm:presLayoutVars>
          <dgm:bulletEnabled val="1"/>
        </dgm:presLayoutVars>
      </dgm:prSet>
      <dgm:spPr/>
    </dgm:pt>
    <dgm:pt modelId="{F1C0F3CF-4A4E-48E8-B0D5-D6037830BA9D}" type="pres">
      <dgm:prSet presAssocID="{37C0A951-34DE-4880-9464-F5AB47780AD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70A0435C-FC5A-4201-8246-CA83A1161BD0}" type="pres">
      <dgm:prSet presAssocID="{37C0A951-34DE-4880-9464-F5AB47780AD9}" presName="parentRect" presStyleLbl="alignNode1" presStyleIdx="2" presStyleCnt="3"/>
      <dgm:spPr/>
    </dgm:pt>
    <dgm:pt modelId="{754445B4-AA08-4089-B1B5-5DE094615F3A}" type="pres">
      <dgm:prSet presAssocID="{37C0A951-34DE-4880-9464-F5AB47780AD9}" presName="adorn" presStyleLbl="fgAccFollowNode1" presStyleIdx="2" presStyleCnt="3"/>
      <dgm:spPr/>
    </dgm:pt>
  </dgm:ptLst>
  <dgm:cxnLst>
    <dgm:cxn modelId="{33358405-2A3D-481A-8181-54701900ACE8}" srcId="{2B91BC09-D31B-407F-916C-F5DDA114A4EF}" destId="{82EF14D7-DF69-4EBA-848A-C39AEB25CF3D}" srcOrd="1" destOrd="0" parTransId="{6ACE56F7-AAF4-4D50-9D05-695DC57691A6}" sibTransId="{50C94FB4-2B6E-442F-841B-C996A9D744B2}"/>
    <dgm:cxn modelId="{FAABDA0B-9989-4215-9BEF-33F60AC14E08}" type="presOf" srcId="{82EF14D7-DF69-4EBA-848A-C39AEB25CF3D}" destId="{1695FA66-960A-4E69-B6C2-F5FA4762BED6}" srcOrd="1" destOrd="0" presId="urn:microsoft.com/office/officeart/2005/8/layout/bList2"/>
    <dgm:cxn modelId="{58DE5010-E964-4F90-83B7-28A8FA55FCE3}" type="presOf" srcId="{37C0A951-34DE-4880-9464-F5AB47780AD9}" destId="{F1C0F3CF-4A4E-48E8-B0D5-D6037830BA9D}" srcOrd="0" destOrd="0" presId="urn:microsoft.com/office/officeart/2005/8/layout/bList2"/>
    <dgm:cxn modelId="{F8B8D519-1D33-48A3-B276-E858D2EF4C5A}" type="presOf" srcId="{91C72483-D6A5-4004-8503-F3AC8E1729CC}" destId="{D1EFB8EF-3E07-4597-B113-85A4DC4821E2}" srcOrd="1" destOrd="0" presId="urn:microsoft.com/office/officeart/2005/8/layout/bList2"/>
    <dgm:cxn modelId="{35A64B5D-BA6E-4A7B-B056-F84237980788}" type="presOf" srcId="{91C72483-D6A5-4004-8503-F3AC8E1729CC}" destId="{88C78478-9E3B-490C-AAFC-7B9C378B836B}" srcOrd="0" destOrd="0" presId="urn:microsoft.com/office/officeart/2005/8/layout/bList2"/>
    <dgm:cxn modelId="{5D8BF745-AAFC-4592-A45D-58B41A043BAF}" type="presOf" srcId="{82EF14D7-DF69-4EBA-848A-C39AEB25CF3D}" destId="{96170F16-9D2F-4E17-8A42-5CA4F918C91A}" srcOrd="0" destOrd="0" presId="urn:microsoft.com/office/officeart/2005/8/layout/bList2"/>
    <dgm:cxn modelId="{E5295647-BB91-4AB7-AC9D-68534E2EE478}" type="presOf" srcId="{50C94FB4-2B6E-442F-841B-C996A9D744B2}" destId="{E6D885A7-1030-4ED9-BE0E-8A39F37D6608}" srcOrd="0" destOrd="0" presId="urn:microsoft.com/office/officeart/2005/8/layout/bList2"/>
    <dgm:cxn modelId="{E16D095A-F285-45E3-88F5-F58C743A6D18}" srcId="{2B91BC09-D31B-407F-916C-F5DDA114A4EF}" destId="{91C72483-D6A5-4004-8503-F3AC8E1729CC}" srcOrd="0" destOrd="0" parTransId="{B955E85B-47BD-40DF-BF19-F04713F91F85}" sibTransId="{08E2EBAE-DD56-449B-A0C2-CDD4B4D6637B}"/>
    <dgm:cxn modelId="{D44E0CB6-D599-4CA8-AF7F-4741CFDCF018}" type="presOf" srcId="{08E2EBAE-DD56-449B-A0C2-CDD4B4D6637B}" destId="{B7C3245C-48C3-4093-B894-42E903714428}" srcOrd="0" destOrd="0" presId="urn:microsoft.com/office/officeart/2005/8/layout/bList2"/>
    <dgm:cxn modelId="{A77D1BBB-AB4E-49CE-8DB9-03D51842495B}" type="presOf" srcId="{37C0A951-34DE-4880-9464-F5AB47780AD9}" destId="{70A0435C-FC5A-4201-8246-CA83A1161BD0}" srcOrd="1" destOrd="0" presId="urn:microsoft.com/office/officeart/2005/8/layout/bList2"/>
    <dgm:cxn modelId="{AE53F8BE-8BBF-4C82-9E5D-CC6429BC21E2}" type="presOf" srcId="{2B91BC09-D31B-407F-916C-F5DDA114A4EF}" destId="{49E0FB76-DADD-4967-A38E-11524436C104}" srcOrd="0" destOrd="0" presId="urn:microsoft.com/office/officeart/2005/8/layout/bList2"/>
    <dgm:cxn modelId="{50FE7CDC-7BB1-44C9-91CF-FD71C0E37908}" srcId="{2B91BC09-D31B-407F-916C-F5DDA114A4EF}" destId="{37C0A951-34DE-4880-9464-F5AB47780AD9}" srcOrd="2" destOrd="0" parTransId="{8DA5DA75-BE68-4B1E-980B-559665DB2DB9}" sibTransId="{A6784D99-10D4-40DC-A612-78ED2369FD58}"/>
    <dgm:cxn modelId="{B7F30020-99A0-4F95-B73F-6BDB0F874929}" type="presParOf" srcId="{49E0FB76-DADD-4967-A38E-11524436C104}" destId="{6DA58BFF-02DF-4983-A531-D1DBF3EEC327}" srcOrd="0" destOrd="0" presId="urn:microsoft.com/office/officeart/2005/8/layout/bList2"/>
    <dgm:cxn modelId="{45FF0980-18D9-46A9-8BA1-C6126039C1BB}" type="presParOf" srcId="{6DA58BFF-02DF-4983-A531-D1DBF3EEC327}" destId="{32D94A0A-7E12-419F-A41B-14423E97AFD4}" srcOrd="0" destOrd="0" presId="urn:microsoft.com/office/officeart/2005/8/layout/bList2"/>
    <dgm:cxn modelId="{A36B5E76-62BA-49AE-90A9-856B73770715}" type="presParOf" srcId="{6DA58BFF-02DF-4983-A531-D1DBF3EEC327}" destId="{88C78478-9E3B-490C-AAFC-7B9C378B836B}" srcOrd="1" destOrd="0" presId="urn:microsoft.com/office/officeart/2005/8/layout/bList2"/>
    <dgm:cxn modelId="{F4F51FE3-2E2F-4BED-A0CC-6504F41358C3}" type="presParOf" srcId="{6DA58BFF-02DF-4983-A531-D1DBF3EEC327}" destId="{D1EFB8EF-3E07-4597-B113-85A4DC4821E2}" srcOrd="2" destOrd="0" presId="urn:microsoft.com/office/officeart/2005/8/layout/bList2"/>
    <dgm:cxn modelId="{197540F2-FFF2-41BF-A736-7E86E1513B61}" type="presParOf" srcId="{6DA58BFF-02DF-4983-A531-D1DBF3EEC327}" destId="{33E8A60A-49F3-49BF-A0F5-69036986089F}" srcOrd="3" destOrd="0" presId="urn:microsoft.com/office/officeart/2005/8/layout/bList2"/>
    <dgm:cxn modelId="{A34BF787-FFE2-46FB-8BDB-FCD13283EB62}" type="presParOf" srcId="{49E0FB76-DADD-4967-A38E-11524436C104}" destId="{B7C3245C-48C3-4093-B894-42E903714428}" srcOrd="1" destOrd="0" presId="urn:microsoft.com/office/officeart/2005/8/layout/bList2"/>
    <dgm:cxn modelId="{1BB896B1-9B9E-40C8-B41B-888978D881FC}" type="presParOf" srcId="{49E0FB76-DADD-4967-A38E-11524436C104}" destId="{0D5ECEEC-C16F-44D8-8D3D-5E764D5B3C4E}" srcOrd="2" destOrd="0" presId="urn:microsoft.com/office/officeart/2005/8/layout/bList2"/>
    <dgm:cxn modelId="{D24DEEE5-FF00-4861-8727-DD48C9A4D9EB}" type="presParOf" srcId="{0D5ECEEC-C16F-44D8-8D3D-5E764D5B3C4E}" destId="{71A59918-B4BB-4E12-9CD6-2AB8D001247D}" srcOrd="0" destOrd="0" presId="urn:microsoft.com/office/officeart/2005/8/layout/bList2"/>
    <dgm:cxn modelId="{EE58E5CA-2B5D-45AF-87FE-D3218B51F5DB}" type="presParOf" srcId="{0D5ECEEC-C16F-44D8-8D3D-5E764D5B3C4E}" destId="{96170F16-9D2F-4E17-8A42-5CA4F918C91A}" srcOrd="1" destOrd="0" presId="urn:microsoft.com/office/officeart/2005/8/layout/bList2"/>
    <dgm:cxn modelId="{6D248148-6A9E-429B-948A-D865829C078E}" type="presParOf" srcId="{0D5ECEEC-C16F-44D8-8D3D-5E764D5B3C4E}" destId="{1695FA66-960A-4E69-B6C2-F5FA4762BED6}" srcOrd="2" destOrd="0" presId="urn:microsoft.com/office/officeart/2005/8/layout/bList2"/>
    <dgm:cxn modelId="{A12F023C-FC4B-4E20-9B88-123DBE54EDF3}" type="presParOf" srcId="{0D5ECEEC-C16F-44D8-8D3D-5E764D5B3C4E}" destId="{786E726F-E5C3-4472-A243-4FE5E9419EA1}" srcOrd="3" destOrd="0" presId="urn:microsoft.com/office/officeart/2005/8/layout/bList2"/>
    <dgm:cxn modelId="{D443AE2F-FC66-4F01-B2E0-34348EC9E7A6}" type="presParOf" srcId="{49E0FB76-DADD-4967-A38E-11524436C104}" destId="{E6D885A7-1030-4ED9-BE0E-8A39F37D6608}" srcOrd="3" destOrd="0" presId="urn:microsoft.com/office/officeart/2005/8/layout/bList2"/>
    <dgm:cxn modelId="{11CD8890-BFA9-442A-A6EF-F1340D7F275C}" type="presParOf" srcId="{49E0FB76-DADD-4967-A38E-11524436C104}" destId="{99B8ACD2-7419-4539-B5EF-633B175FED02}" srcOrd="4" destOrd="0" presId="urn:microsoft.com/office/officeart/2005/8/layout/bList2"/>
    <dgm:cxn modelId="{F5A3AA82-40A6-4B2A-9D46-0D19995C0F88}" type="presParOf" srcId="{99B8ACD2-7419-4539-B5EF-633B175FED02}" destId="{2E89B934-FB87-4620-B650-BEBFBFC38B01}" srcOrd="0" destOrd="0" presId="urn:microsoft.com/office/officeart/2005/8/layout/bList2"/>
    <dgm:cxn modelId="{41C3E951-CA6C-4F73-B52E-7FA57C0CC2FF}" type="presParOf" srcId="{99B8ACD2-7419-4539-B5EF-633B175FED02}" destId="{F1C0F3CF-4A4E-48E8-B0D5-D6037830BA9D}" srcOrd="1" destOrd="0" presId="urn:microsoft.com/office/officeart/2005/8/layout/bList2"/>
    <dgm:cxn modelId="{C3B76AF4-FB13-4B31-BEEA-6FB6BD5DC1AB}" type="presParOf" srcId="{99B8ACD2-7419-4539-B5EF-633B175FED02}" destId="{70A0435C-FC5A-4201-8246-CA83A1161BD0}" srcOrd="2" destOrd="0" presId="urn:microsoft.com/office/officeart/2005/8/layout/bList2"/>
    <dgm:cxn modelId="{6BE69486-6D2A-4C02-B7B5-BBD1359A5725}" type="presParOf" srcId="{99B8ACD2-7419-4539-B5EF-633B175FED02}" destId="{754445B4-AA08-4089-B1B5-5DE094615F3A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C27B98-96BD-43D8-9493-0B8E2610639C}">
      <dsp:nvSpPr>
        <dsp:cNvPr id="0" name=""/>
        <dsp:cNvSpPr/>
      </dsp:nvSpPr>
      <dsp:spPr>
        <a:xfrm>
          <a:off x="0" y="754062"/>
          <a:ext cx="3333749" cy="2000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kern="1200"/>
            <a:t>项目 </a:t>
          </a:r>
          <a:r>
            <a:rPr lang="en-US" altLang="zh-CN" sz="6500" kern="1200"/>
            <a:t>1</a:t>
          </a:r>
          <a:endParaRPr lang="zh-CN" altLang="en-US" sz="6500" kern="1200"/>
        </a:p>
      </dsp:txBody>
      <dsp:txXfrm>
        <a:off x="0" y="754062"/>
        <a:ext cx="3333749" cy="2000250"/>
      </dsp:txXfrm>
    </dsp:sp>
    <dsp:sp modelId="{03345839-D159-487B-ACB3-45B14BC59C28}">
      <dsp:nvSpPr>
        <dsp:cNvPr id="0" name=""/>
        <dsp:cNvSpPr/>
      </dsp:nvSpPr>
      <dsp:spPr>
        <a:xfrm>
          <a:off x="3667124" y="754062"/>
          <a:ext cx="3333749" cy="2000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kern="1200"/>
            <a:t>项目 </a:t>
          </a:r>
          <a:r>
            <a:rPr lang="en-US" altLang="zh-CN" sz="6500" kern="1200"/>
            <a:t>2</a:t>
          </a:r>
          <a:endParaRPr lang="zh-CN" altLang="en-US" sz="6500" kern="1200"/>
        </a:p>
      </dsp:txBody>
      <dsp:txXfrm>
        <a:off x="3667124" y="754062"/>
        <a:ext cx="3333749" cy="2000250"/>
      </dsp:txXfrm>
    </dsp:sp>
    <dsp:sp modelId="{86037EB5-337A-4C3E-8293-0E6E275EB80F}">
      <dsp:nvSpPr>
        <dsp:cNvPr id="0" name=""/>
        <dsp:cNvSpPr/>
      </dsp:nvSpPr>
      <dsp:spPr>
        <a:xfrm>
          <a:off x="7334250" y="754062"/>
          <a:ext cx="3333749" cy="2000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kern="1200"/>
            <a:t>项目 </a:t>
          </a:r>
          <a:r>
            <a:rPr lang="en-US" altLang="zh-CN" sz="6500" kern="1200"/>
            <a:t>3</a:t>
          </a:r>
          <a:endParaRPr lang="zh-CN" altLang="en-US" sz="6500" kern="1200"/>
        </a:p>
      </dsp:txBody>
      <dsp:txXfrm>
        <a:off x="7334250" y="754062"/>
        <a:ext cx="3333749" cy="2000250"/>
      </dsp:txXfrm>
    </dsp:sp>
    <dsp:sp modelId="{0E99B55C-03A9-4CDB-8DFC-33667A2C2505}">
      <dsp:nvSpPr>
        <dsp:cNvPr id="0" name=""/>
        <dsp:cNvSpPr/>
      </dsp:nvSpPr>
      <dsp:spPr>
        <a:xfrm>
          <a:off x="1833562" y="3087687"/>
          <a:ext cx="3333749" cy="2000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kern="1200"/>
            <a:t>项目 </a:t>
          </a:r>
          <a:r>
            <a:rPr lang="en-US" altLang="zh-CN" sz="6500" kern="1200"/>
            <a:t>4</a:t>
          </a:r>
          <a:endParaRPr lang="zh-CN" altLang="en-US" sz="6500" kern="1200"/>
        </a:p>
      </dsp:txBody>
      <dsp:txXfrm>
        <a:off x="1833562" y="3087687"/>
        <a:ext cx="3333749" cy="2000250"/>
      </dsp:txXfrm>
    </dsp:sp>
    <dsp:sp modelId="{200D7EF9-C0DF-4F2A-8551-522D25DFEDC9}">
      <dsp:nvSpPr>
        <dsp:cNvPr id="0" name=""/>
        <dsp:cNvSpPr/>
      </dsp:nvSpPr>
      <dsp:spPr>
        <a:xfrm>
          <a:off x="5500687" y="3087687"/>
          <a:ext cx="3333749" cy="2000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kern="1200"/>
            <a:t>项目 </a:t>
          </a:r>
          <a:r>
            <a:rPr lang="en-US" altLang="zh-CN" sz="6500" kern="1200"/>
            <a:t>5</a:t>
          </a:r>
          <a:endParaRPr lang="zh-CN" altLang="en-US" sz="6500" kern="1200"/>
        </a:p>
      </dsp:txBody>
      <dsp:txXfrm>
        <a:off x="5500687" y="3087687"/>
        <a:ext cx="3333749" cy="20002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DFF042-2B40-4210-8F57-89C75080511A}">
      <dsp:nvSpPr>
        <dsp:cNvPr id="0" name=""/>
        <dsp:cNvSpPr/>
      </dsp:nvSpPr>
      <dsp:spPr>
        <a:xfrm rot="5400000">
          <a:off x="4733533" y="142057"/>
          <a:ext cx="2164622" cy="188322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/>
            <a:t>项目 </a:t>
          </a:r>
          <a:r>
            <a:rPr lang="en-US" altLang="zh-CN" sz="3800" kern="1200"/>
            <a:t>1</a:t>
          </a:r>
          <a:endParaRPr lang="zh-CN" altLang="en-US" sz="3800" kern="1200"/>
        </a:p>
      </dsp:txBody>
      <dsp:txXfrm rot="-5400000">
        <a:off x="5167702" y="338677"/>
        <a:ext cx="1296283" cy="1489982"/>
      </dsp:txXfrm>
    </dsp:sp>
    <dsp:sp modelId="{4063530E-73DB-4C27-AA0C-0D92E5054DED}">
      <dsp:nvSpPr>
        <dsp:cNvPr id="0" name=""/>
        <dsp:cNvSpPr/>
      </dsp:nvSpPr>
      <dsp:spPr>
        <a:xfrm>
          <a:off x="6814601" y="434281"/>
          <a:ext cx="2415718" cy="1298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/>
            <a:t>项目 </a:t>
          </a:r>
          <a:r>
            <a:rPr lang="en-US" altLang="zh-CN" sz="3600" kern="1200"/>
            <a:t>2</a:t>
          </a:r>
          <a:endParaRPr lang="zh-CN" altLang="en-US" sz="3600" kern="1200"/>
        </a:p>
      </dsp:txBody>
      <dsp:txXfrm>
        <a:off x="6814601" y="434281"/>
        <a:ext cx="2415718" cy="1298773"/>
      </dsp:txXfrm>
    </dsp:sp>
    <dsp:sp modelId="{A9900DB7-BB72-4A04-8945-D9D1FD00AA59}">
      <dsp:nvSpPr>
        <dsp:cNvPr id="0" name=""/>
        <dsp:cNvSpPr/>
      </dsp:nvSpPr>
      <dsp:spPr>
        <a:xfrm rot="5400000">
          <a:off x="2699654" y="142057"/>
          <a:ext cx="2164622" cy="188322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600" kern="1200"/>
        </a:p>
      </dsp:txBody>
      <dsp:txXfrm rot="-5400000">
        <a:off x="3133823" y="338677"/>
        <a:ext cx="1296283" cy="1489982"/>
      </dsp:txXfrm>
    </dsp:sp>
    <dsp:sp modelId="{024D7BB8-974C-4A2F-BA80-B991DE77167A}">
      <dsp:nvSpPr>
        <dsp:cNvPr id="0" name=""/>
        <dsp:cNvSpPr/>
      </dsp:nvSpPr>
      <dsp:spPr>
        <a:xfrm rot="5400000">
          <a:off x="3712697" y="1979389"/>
          <a:ext cx="2164622" cy="188322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/>
            <a:t>项目 </a:t>
          </a:r>
          <a:r>
            <a:rPr lang="en-US" altLang="zh-CN" sz="3800" kern="1200"/>
            <a:t>3</a:t>
          </a:r>
          <a:endParaRPr lang="zh-CN" altLang="en-US" sz="3800" kern="1200"/>
        </a:p>
      </dsp:txBody>
      <dsp:txXfrm rot="-5400000">
        <a:off x="4146866" y="2176009"/>
        <a:ext cx="1296283" cy="1489982"/>
      </dsp:txXfrm>
    </dsp:sp>
    <dsp:sp modelId="{2853CDE4-25AD-4F36-9EAC-5358165E2F20}">
      <dsp:nvSpPr>
        <dsp:cNvPr id="0" name=""/>
        <dsp:cNvSpPr/>
      </dsp:nvSpPr>
      <dsp:spPr>
        <a:xfrm>
          <a:off x="1437679" y="2271613"/>
          <a:ext cx="2337792" cy="1298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/>
            <a:t>项目 </a:t>
          </a:r>
          <a:r>
            <a:rPr lang="en-US" altLang="zh-CN" sz="3600" kern="1200"/>
            <a:t>4</a:t>
          </a:r>
          <a:endParaRPr lang="zh-CN" altLang="en-US" sz="3600" kern="1200"/>
        </a:p>
      </dsp:txBody>
      <dsp:txXfrm>
        <a:off x="1437679" y="2271613"/>
        <a:ext cx="2337792" cy="1298773"/>
      </dsp:txXfrm>
    </dsp:sp>
    <dsp:sp modelId="{4192BE6C-D3D4-4868-B027-CA37DC1174E4}">
      <dsp:nvSpPr>
        <dsp:cNvPr id="0" name=""/>
        <dsp:cNvSpPr/>
      </dsp:nvSpPr>
      <dsp:spPr>
        <a:xfrm rot="5400000">
          <a:off x="5746577" y="1979389"/>
          <a:ext cx="2164622" cy="188322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600" kern="1200"/>
        </a:p>
      </dsp:txBody>
      <dsp:txXfrm rot="-5400000">
        <a:off x="6180746" y="2176009"/>
        <a:ext cx="1296283" cy="1489982"/>
      </dsp:txXfrm>
    </dsp:sp>
    <dsp:sp modelId="{3C3BB0C6-CA2F-4F91-AE8D-3ACBC81FE4AC}">
      <dsp:nvSpPr>
        <dsp:cNvPr id="0" name=""/>
        <dsp:cNvSpPr/>
      </dsp:nvSpPr>
      <dsp:spPr>
        <a:xfrm rot="5400000">
          <a:off x="4733533" y="3816720"/>
          <a:ext cx="2164622" cy="188322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/>
            <a:t>项目 </a:t>
          </a:r>
          <a:r>
            <a:rPr lang="en-US" altLang="zh-CN" sz="3800" kern="1200"/>
            <a:t>5</a:t>
          </a:r>
          <a:endParaRPr lang="zh-CN" altLang="en-US" sz="3800" kern="1200"/>
        </a:p>
      </dsp:txBody>
      <dsp:txXfrm rot="-5400000">
        <a:off x="5167702" y="4013340"/>
        <a:ext cx="1296283" cy="1489982"/>
      </dsp:txXfrm>
    </dsp:sp>
    <dsp:sp modelId="{38491878-5092-4298-AC6C-5B5885BFA6F3}">
      <dsp:nvSpPr>
        <dsp:cNvPr id="0" name=""/>
        <dsp:cNvSpPr/>
      </dsp:nvSpPr>
      <dsp:spPr>
        <a:xfrm>
          <a:off x="6814601" y="4108944"/>
          <a:ext cx="2415718" cy="1298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600" kern="1200"/>
        </a:p>
      </dsp:txBody>
      <dsp:txXfrm>
        <a:off x="6814601" y="4108944"/>
        <a:ext cx="2415718" cy="1298773"/>
      </dsp:txXfrm>
    </dsp:sp>
    <dsp:sp modelId="{0FD36FA4-E25C-40EC-971C-B161A368D041}">
      <dsp:nvSpPr>
        <dsp:cNvPr id="0" name=""/>
        <dsp:cNvSpPr/>
      </dsp:nvSpPr>
      <dsp:spPr>
        <a:xfrm rot="5400000">
          <a:off x="2699654" y="3816720"/>
          <a:ext cx="2164622" cy="188322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600" kern="1200"/>
        </a:p>
      </dsp:txBody>
      <dsp:txXfrm rot="-5400000">
        <a:off x="3133823" y="4013340"/>
        <a:ext cx="1296283" cy="14899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BCEF3C-B6C3-4990-84B2-EA4E6FF8F398}">
      <dsp:nvSpPr>
        <dsp:cNvPr id="0" name=""/>
        <dsp:cNvSpPr/>
      </dsp:nvSpPr>
      <dsp:spPr>
        <a:xfrm>
          <a:off x="0" y="133474"/>
          <a:ext cx="10668000" cy="1711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kern="1200"/>
            <a:t>项目 </a:t>
          </a:r>
          <a:r>
            <a:rPr lang="en-US" altLang="zh-CN" sz="6500" kern="1200"/>
            <a:t>1</a:t>
          </a:r>
          <a:endParaRPr lang="zh-CN" altLang="en-US" sz="6500" kern="1200"/>
        </a:p>
      </dsp:txBody>
      <dsp:txXfrm>
        <a:off x="83530" y="217004"/>
        <a:ext cx="10500940" cy="1544065"/>
      </dsp:txXfrm>
    </dsp:sp>
    <dsp:sp modelId="{9ED3D301-8236-4176-A723-FE229D305A68}">
      <dsp:nvSpPr>
        <dsp:cNvPr id="0" name=""/>
        <dsp:cNvSpPr/>
      </dsp:nvSpPr>
      <dsp:spPr>
        <a:xfrm>
          <a:off x="0" y="1844599"/>
          <a:ext cx="1066800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709" tIns="82550" rIns="462280" bIns="825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5100" kern="1200"/>
            <a:t>项目 </a:t>
          </a:r>
          <a:r>
            <a:rPr lang="en-US" altLang="zh-CN" sz="5100" kern="1200"/>
            <a:t>2</a:t>
          </a:r>
          <a:endParaRPr lang="zh-CN" altLang="en-US" sz="5100" kern="1200"/>
        </a:p>
      </dsp:txBody>
      <dsp:txXfrm>
        <a:off x="0" y="1844599"/>
        <a:ext cx="10668000" cy="1076400"/>
      </dsp:txXfrm>
    </dsp:sp>
    <dsp:sp modelId="{C11F30DD-E505-4234-8CDB-1ABE55C97996}">
      <dsp:nvSpPr>
        <dsp:cNvPr id="0" name=""/>
        <dsp:cNvSpPr/>
      </dsp:nvSpPr>
      <dsp:spPr>
        <a:xfrm>
          <a:off x="0" y="2921000"/>
          <a:ext cx="10668000" cy="1711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kern="1200"/>
            <a:t>项目 </a:t>
          </a:r>
          <a:r>
            <a:rPr lang="en-US" altLang="zh-CN" sz="6500" kern="1200"/>
            <a:t>3</a:t>
          </a:r>
          <a:endParaRPr lang="zh-CN" altLang="en-US" sz="6500" kern="1200"/>
        </a:p>
      </dsp:txBody>
      <dsp:txXfrm>
        <a:off x="83530" y="3004530"/>
        <a:ext cx="10500940" cy="1544065"/>
      </dsp:txXfrm>
    </dsp:sp>
    <dsp:sp modelId="{1BF3CAC4-B697-4516-9C7D-0198ABC9363E}">
      <dsp:nvSpPr>
        <dsp:cNvPr id="0" name=""/>
        <dsp:cNvSpPr/>
      </dsp:nvSpPr>
      <dsp:spPr>
        <a:xfrm>
          <a:off x="0" y="4632125"/>
          <a:ext cx="1066800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709" tIns="82550" rIns="462280" bIns="825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5100" kern="1200"/>
            <a:t>项目 </a:t>
          </a:r>
          <a:r>
            <a:rPr lang="en-US" altLang="zh-CN" sz="5100" kern="1200"/>
            <a:t>4</a:t>
          </a:r>
          <a:endParaRPr lang="zh-CN" altLang="en-US" sz="5100" kern="1200"/>
        </a:p>
      </dsp:txBody>
      <dsp:txXfrm>
        <a:off x="0" y="4632125"/>
        <a:ext cx="10668000" cy="1076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D94A0A-7E12-419F-A41B-14423E97AFD4}">
      <dsp:nvSpPr>
        <dsp:cNvPr id="0" name=""/>
        <dsp:cNvSpPr/>
      </dsp:nvSpPr>
      <dsp:spPr>
        <a:xfrm>
          <a:off x="7210" y="1134279"/>
          <a:ext cx="3114205" cy="232468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EFB8EF-3E07-4597-B113-85A4DC4821E2}">
      <dsp:nvSpPr>
        <dsp:cNvPr id="0" name=""/>
        <dsp:cNvSpPr/>
      </dsp:nvSpPr>
      <dsp:spPr>
        <a:xfrm>
          <a:off x="7210" y="3458968"/>
          <a:ext cx="3114205" cy="9996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0" rIns="67310" bIns="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300" kern="1200"/>
            <a:t>项目 </a:t>
          </a:r>
          <a:r>
            <a:rPr lang="en-US" altLang="zh-CN" sz="5300" kern="1200"/>
            <a:t>1</a:t>
          </a:r>
          <a:endParaRPr lang="zh-CN" altLang="en-US" sz="5300" kern="1200"/>
        </a:p>
      </dsp:txBody>
      <dsp:txXfrm>
        <a:off x="7210" y="3458968"/>
        <a:ext cx="2193102" cy="999616"/>
      </dsp:txXfrm>
    </dsp:sp>
    <dsp:sp modelId="{33E8A60A-49F3-49BF-A0F5-69036986089F}">
      <dsp:nvSpPr>
        <dsp:cNvPr id="0" name=""/>
        <dsp:cNvSpPr/>
      </dsp:nvSpPr>
      <dsp:spPr>
        <a:xfrm>
          <a:off x="2288408" y="3617748"/>
          <a:ext cx="1089972" cy="1089972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A59918-B4BB-4E12-9CD6-2AB8D001247D}">
      <dsp:nvSpPr>
        <dsp:cNvPr id="0" name=""/>
        <dsp:cNvSpPr/>
      </dsp:nvSpPr>
      <dsp:spPr>
        <a:xfrm>
          <a:off x="3648414" y="1134279"/>
          <a:ext cx="3114205" cy="232468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95FA66-960A-4E69-B6C2-F5FA4762BED6}">
      <dsp:nvSpPr>
        <dsp:cNvPr id="0" name=""/>
        <dsp:cNvSpPr/>
      </dsp:nvSpPr>
      <dsp:spPr>
        <a:xfrm>
          <a:off x="3648414" y="3458968"/>
          <a:ext cx="3114205" cy="9996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0" rIns="67310" bIns="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300" kern="1200"/>
            <a:t>项目 </a:t>
          </a:r>
          <a:r>
            <a:rPr lang="en-US" altLang="zh-CN" sz="5300" kern="1200"/>
            <a:t>2</a:t>
          </a:r>
          <a:endParaRPr lang="zh-CN" altLang="en-US" sz="5300" kern="1200"/>
        </a:p>
      </dsp:txBody>
      <dsp:txXfrm>
        <a:off x="3648414" y="3458968"/>
        <a:ext cx="2193102" cy="999616"/>
      </dsp:txXfrm>
    </dsp:sp>
    <dsp:sp modelId="{786E726F-E5C3-4472-A243-4FE5E9419EA1}">
      <dsp:nvSpPr>
        <dsp:cNvPr id="0" name=""/>
        <dsp:cNvSpPr/>
      </dsp:nvSpPr>
      <dsp:spPr>
        <a:xfrm>
          <a:off x="5929613" y="3617748"/>
          <a:ext cx="1089972" cy="1089972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9B934-FB87-4620-B650-BEBFBFC38B01}">
      <dsp:nvSpPr>
        <dsp:cNvPr id="0" name=""/>
        <dsp:cNvSpPr/>
      </dsp:nvSpPr>
      <dsp:spPr>
        <a:xfrm>
          <a:off x="7289619" y="1134279"/>
          <a:ext cx="3114205" cy="2324688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A0435C-FC5A-4201-8246-CA83A1161BD0}">
      <dsp:nvSpPr>
        <dsp:cNvPr id="0" name=""/>
        <dsp:cNvSpPr/>
      </dsp:nvSpPr>
      <dsp:spPr>
        <a:xfrm>
          <a:off x="7289619" y="3458968"/>
          <a:ext cx="3114205" cy="9996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0" rIns="67310" bIns="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300" kern="1200"/>
            <a:t>项目 </a:t>
          </a:r>
          <a:r>
            <a:rPr lang="en-US" altLang="zh-CN" sz="5300" kern="1200"/>
            <a:t>3</a:t>
          </a:r>
          <a:endParaRPr lang="zh-CN" altLang="en-US" sz="5300" kern="1200"/>
        </a:p>
      </dsp:txBody>
      <dsp:txXfrm>
        <a:off x="7289619" y="3458968"/>
        <a:ext cx="2193102" cy="999616"/>
      </dsp:txXfrm>
    </dsp:sp>
    <dsp:sp modelId="{754445B4-AA08-4089-B1B5-5DE094615F3A}">
      <dsp:nvSpPr>
        <dsp:cNvPr id="0" name=""/>
        <dsp:cNvSpPr/>
      </dsp:nvSpPr>
      <dsp:spPr>
        <a:xfrm>
          <a:off x="9570817" y="3617748"/>
          <a:ext cx="1089972" cy="1089972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AA4C3-2896-032C-2AA7-858EC042B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5F6A3F-B31F-5DF3-0C0B-8D638EC47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B0A032-195E-B900-0BC6-394DAE3E5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2E47-5EC3-4983-B752-2B565A8F835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67143-164E-5864-9D66-E69CDCB4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DCF9A7-BB8A-E9D1-5396-D666D1D36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3F80-7114-43D7-9782-88BCF22D9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71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B57D0-6C72-49D4-4BEF-D01EC896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E0AAF-3310-A946-EF23-352717F3E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082A9E-9902-E5C6-2C04-AF9EE435C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2E47-5EC3-4983-B752-2B565A8F835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F8C49-D2C5-4B71-2183-055337BCF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FFEB1-D031-B13B-D367-C12A3522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3F80-7114-43D7-9782-88BCF22D9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78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925CB-A64C-4A41-8B56-D4265EC1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BD36A-04B2-9204-95DC-5CB7BE2C5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2F214C-5017-21ED-DB26-0A16E400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2E47-5EC3-4983-B752-2B565A8F835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362A1-D6AC-1FD9-D693-98FF4686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F1F985-E77E-118C-527B-624B6362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3F80-7114-43D7-9782-88BCF22D9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406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C38C2-5EF0-74F8-CB18-8DEB42A34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210F7-9517-849B-95BD-2CBC15D9A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D421FF-A8EC-AC53-3E3B-21C2131CD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6330E7-203C-5789-ECC4-AAFD88ED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2E47-5EC3-4983-B752-2B565A8F835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B7F42F-7914-7D44-919C-E41F7E74B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263473-D5BC-619F-75F1-DCED6232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3F80-7114-43D7-9782-88BCF22D9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827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2352F-81D3-D350-3CF9-5907AB2C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F7738C-498C-79DA-3ACF-5294D47FF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F82C76-D743-8E25-2AF8-AA6E8B22E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91B0C2-85C1-AE1A-69F2-DFB5916D9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62841E-ED73-6306-7C6F-45A8B00EE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180B7C7-9391-3DB2-1601-1E501ADE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2E47-5EC3-4983-B752-2B565A8F835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6A9BF9-E954-FC63-0606-39A62376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F86A80-7B20-8982-38F3-0EC00EA4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3F80-7114-43D7-9782-88BCF22D9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227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3BB7-F165-B0CF-ED8F-A7A9AD86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1CE7A1-39B2-361D-DF1A-D9F047C9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2E47-5EC3-4983-B752-2B565A8F835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5319A6-D9BF-2200-D057-6891BE841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5B9956-8FC1-7DC5-FF78-FEA0CB9B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3F80-7114-43D7-9782-88BCF22D9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6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A0BA7E-867E-5548-92E1-9B646AA7B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2E47-5EC3-4983-B752-2B565A8F835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0E4F7A-A44C-51CC-B62C-63035667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57DEE0-BC3D-43B0-D394-713DCDEB6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3F80-7114-43D7-9782-88BCF22D9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44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CB149-2725-1FE2-B8DA-CD540286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25C6FC-D278-DE97-DDFA-E809D775E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F3BAC1-B6B8-EEBF-9B09-C3A59CD02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D19346-2029-662E-0979-7FE6D07D8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2E47-5EC3-4983-B752-2B565A8F835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3F1E5C-51F6-2EEA-98EB-0A98A771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300E8A-94A2-9A6C-3642-5016BF83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3F80-7114-43D7-9782-88BCF22D9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94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C8A86-EEA0-51C7-B9C3-5463AC75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DD5233-DD65-81C8-8731-95E882041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D8352F-0074-9EEE-9573-4A33A1E38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E18C38-54DF-E44D-0924-698CAA2B0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2E47-5EC3-4983-B752-2B565A8F835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F355B2-CE3A-3F5C-384B-3E077F3F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5ADD2-2F68-B97A-A1DC-51ED30A5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3F80-7114-43D7-9782-88BCF22D9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885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E9CFF-6677-22B4-F798-3F02265FA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5ED4F4-27EE-B5FF-CE63-4BFD5E01D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6AA6DF-9E2F-BC69-16D1-97996239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2E47-5EC3-4983-B752-2B565A8F835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1AAC20-31CC-830F-8D62-C5100317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D467B5-97D2-175F-20E0-AD40E1F0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3F80-7114-43D7-9782-88BCF22D9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256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3037D1-4C77-AE71-4F07-5EFA36140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BD5E81-588B-A02C-D643-B0735079B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39EBD-0950-6DD9-D699-4785C3A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2E47-5EC3-4983-B752-2B565A8F835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AD9FC7-1506-C52E-4005-3F35F31F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FF6C58-B44D-F5D2-6D78-778D3ED2C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3F80-7114-43D7-9782-88BCF22D9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291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D9283E-4DBB-47B6-FDC0-FAEAD212C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F53176-D540-4852-E77F-E96D2E882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C8280E-36B3-8622-C9AD-C22FB0747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C22E47-5EC3-4983-B752-2B565A8F8352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2DABEC-26FA-ECDD-F450-EF6FECFA1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7E2595-E256-A6D3-8CF0-6BADDCC48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83F80-7114-43D7-9782-88BCF22D98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84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9507A56B-D79D-B79E-35A6-86D7954589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1180780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1111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FF1874E2-6F3D-5A2A-A381-F590523024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085638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9122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2670DA6B-C49F-6339-E714-FE6119F3C8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1718128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1182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4EFE7934-1A06-F3F9-3B66-8DDC185CFA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348254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560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自定义</PresentationFormat>
  <Paragraphs>17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2026-10-12T12:58:55Z</dcterms:created>
  <dcterms:modified xsi:type="dcterms:W3CDTF">2026-10-12T12:58:55Z</dcterms:modified>
</cp:coreProperties>
</file>