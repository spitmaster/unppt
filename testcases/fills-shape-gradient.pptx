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C9B30-9817-8EA1-3354-669BB7536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6A41AE-5B31-7C6A-0297-D97AE366D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7E846-52CC-C147-21E8-E6223C07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37EF4-C01D-D108-FA3A-3A1C0599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436C4-A4B6-202B-E4C2-2D211BE4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42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C8A8A-1924-4469-A2CB-38E651BD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E3A441-7ACC-A98A-158B-5B9098E9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D11D8-BA43-A7E8-8D80-7E7A5296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B6F57-5951-33D9-8CED-F618EDB4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9225B-F232-1425-EB59-5246D7B7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70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0F0A8-D0F5-C9A1-ED39-F859793F4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8A364B-C7F8-2668-160E-E1C18376E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3227D-B18B-109A-7775-63AC6421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1D755-D6FC-72CD-A1DE-C4F0D60D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EC58B0-5E3B-CF0B-340C-E9AD70B9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05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1DD6F-B371-C673-E7A6-8154B434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E62817-94DB-2D4E-F231-C4EA2ABA3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5A6410-B01E-EA60-C5B1-3F8565B6D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849D27-E9A4-3140-07C8-93400B25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5705F8-FF62-B4F1-902F-FB0C45EB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190E18-D33B-9759-B301-FDCA3A1D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31C7-D86A-68DF-5705-D4BDAE35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52FC44-D36B-EF3C-29FE-10CB2DBD5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B78BED-CFCD-B6A9-8844-55611E9A8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8FFA5A-15EF-3354-CBC9-BDF869FF4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F04F28-CC43-3199-F715-0CBDA217A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490E21-42E9-F9EA-43F2-4D22825D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3330CE-5C1B-4398-C68F-CACD07FA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43602C-00CD-21C2-0320-1476D352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64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BF1CF-6590-EDD3-FEBE-A88FE3DD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F91E6F-D0E2-4400-054C-F59720CF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221C51-0235-BF16-01E3-895153B4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40952-94FF-E263-D089-2BB3B867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2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663C77-870D-E581-C245-EE2DD7DD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751B44-1502-CF48-84A3-0B4AEB23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AA0DA-3C50-989A-594C-A4D8BCA2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04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E8996-5116-4B8C-A120-2BE83A7F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EA3AA-0EB8-F0C6-B6AB-A754892F0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E8DCAA-1608-F1B6-8FE0-3176821AB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6F82EB-BE74-79CC-E56E-A4C774CA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B0189E-0FC0-4AE2-9D70-5F1F5CCA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09703A-E662-5ED5-E32C-C198E0A8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8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957BD-E8D0-79A9-C4B9-60399FAC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DE5910-A641-1CF9-F4B3-98E10DFD5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ACACB6-66DE-331E-514A-933137767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9E4115-0B67-3B44-8083-85830112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B347B0-EA32-F6FE-9A66-D8638F23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0FD682-B184-379D-2C00-C96CAE1B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97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3B725-2424-AFE5-328E-6FF71580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E7BC54-979A-96C1-F51B-284F0132E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F691B-946D-7B53-DA1B-A22FCD1F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80D05-1EA7-8DCE-F1BC-A1B02844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2F546B-1A07-7054-9E06-7FF680F2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5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4844AF-DFE8-CDF2-FE10-5BDDCD290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B855A2-2CB7-3A9C-4109-DFAF20F3F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8DFFF-B9A6-D93A-2D31-96F984F7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897BA-D2E5-6B55-5643-679A4B1E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C9D21-C34A-399D-6437-831683D3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28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5D0A2D-374D-8C9C-39DA-0559E463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2CB8BD-2D89-655D-41F3-1C05E10E1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6A67A4-645C-9308-4B08-8A16F445B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360D3-CD45-438F-8D1A-43BA6B877B5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0DC80-3761-81D1-9CA5-54DF4AEE2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67555-B3CD-B419-E5A0-CB8C9DA7F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09480-3016-47B4-8FA1-3C344A60D3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47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A388447-25BA-C992-3913-A9EFDB14BE87}"/>
              </a:ext>
            </a:extLst>
          </p:cNvPr>
          <p:cNvSpPr/>
          <p:nvPr/>
        </p:nvSpPr>
        <p:spPr>
          <a:xfrm>
            <a:off x="381000" y="508000"/>
            <a:ext cx="1778000" cy="2540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86DA54-222B-7D13-4AC1-ABFCC5A04598}"/>
              </a:ext>
            </a:extLst>
          </p:cNvPr>
          <p:cNvSpPr/>
          <p:nvPr/>
        </p:nvSpPr>
        <p:spPr>
          <a:xfrm>
            <a:off x="317500" y="3683000"/>
            <a:ext cx="1905000" cy="2667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4FD26F8-B20F-9B0E-9A03-AA49C00E1E27}"/>
              </a:ext>
            </a:extLst>
          </p:cNvPr>
          <p:cNvSpPr/>
          <p:nvPr/>
        </p:nvSpPr>
        <p:spPr>
          <a:xfrm>
            <a:off x="381000" y="3746500"/>
            <a:ext cx="1778000" cy="2540000"/>
          </a:xfrm>
          <a:prstGeom prst="ellipse">
            <a:avLst/>
          </a:prstGeom>
          <a:gradFill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星形: 四角 4">
            <a:extLst>
              <a:ext uri="{FF2B5EF4-FFF2-40B4-BE49-F238E27FC236}">
                <a16:creationId xmlns:a16="http://schemas.microsoft.com/office/drawing/2014/main" id="{33DB040C-6921-1F36-C306-9F7C041B3812}"/>
              </a:ext>
            </a:extLst>
          </p:cNvPr>
          <p:cNvSpPr/>
          <p:nvPr/>
        </p:nvSpPr>
        <p:spPr>
          <a:xfrm>
            <a:off x="2349500" y="508000"/>
            <a:ext cx="1778000" cy="2540000"/>
          </a:xfrm>
          <a:prstGeom prst="star4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3286F3-5F36-3C32-AB24-8AF6C54F4C85}"/>
              </a:ext>
            </a:extLst>
          </p:cNvPr>
          <p:cNvSpPr/>
          <p:nvPr/>
        </p:nvSpPr>
        <p:spPr>
          <a:xfrm>
            <a:off x="2286000" y="3683000"/>
            <a:ext cx="1905000" cy="2667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星形: 四角 6">
            <a:extLst>
              <a:ext uri="{FF2B5EF4-FFF2-40B4-BE49-F238E27FC236}">
                <a16:creationId xmlns:a16="http://schemas.microsoft.com/office/drawing/2014/main" id="{D10A22B9-CBB7-5506-A3FF-12405775FA7A}"/>
              </a:ext>
            </a:extLst>
          </p:cNvPr>
          <p:cNvSpPr/>
          <p:nvPr/>
        </p:nvSpPr>
        <p:spPr>
          <a:xfrm>
            <a:off x="2349500" y="3746500"/>
            <a:ext cx="1778000" cy="2540000"/>
          </a:xfrm>
          <a:prstGeom prst="star4">
            <a:avLst/>
          </a:prstGeom>
          <a:gradFill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8178CB-8DDB-AA17-9CB5-DA61D8190BBC}"/>
              </a:ext>
            </a:extLst>
          </p:cNvPr>
          <p:cNvSpPr/>
          <p:nvPr/>
        </p:nvSpPr>
        <p:spPr>
          <a:xfrm>
            <a:off x="4318000" y="508000"/>
            <a:ext cx="1778000" cy="254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9B5F16-98E3-57D9-6696-4805AE6B5434}"/>
              </a:ext>
            </a:extLst>
          </p:cNvPr>
          <p:cNvSpPr/>
          <p:nvPr/>
        </p:nvSpPr>
        <p:spPr>
          <a:xfrm>
            <a:off x="4254500" y="3683000"/>
            <a:ext cx="1905000" cy="2667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0F2BED-C9B8-FF5D-DE63-7468DAD76973}"/>
              </a:ext>
            </a:extLst>
          </p:cNvPr>
          <p:cNvSpPr/>
          <p:nvPr/>
        </p:nvSpPr>
        <p:spPr>
          <a:xfrm>
            <a:off x="4318000" y="3746500"/>
            <a:ext cx="1778000" cy="2540000"/>
          </a:xfrm>
          <a:prstGeom prst="roundRect">
            <a:avLst/>
          </a:prstGeom>
          <a:gradFill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BE423D-4E3F-714B-59FE-E11A8C5101F3}"/>
              </a:ext>
            </a:extLst>
          </p:cNvPr>
          <p:cNvSpPr/>
          <p:nvPr/>
        </p:nvSpPr>
        <p:spPr>
          <a:xfrm>
            <a:off x="6286500" y="508000"/>
            <a:ext cx="1778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F6E1A9-3AB7-246E-9CCB-292AB48E9B63}"/>
              </a:ext>
            </a:extLst>
          </p:cNvPr>
          <p:cNvSpPr/>
          <p:nvPr/>
        </p:nvSpPr>
        <p:spPr>
          <a:xfrm>
            <a:off x="6223000" y="3683000"/>
            <a:ext cx="1905000" cy="2667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A90E9C-FE70-1EF8-F5FF-833338BC6E9A}"/>
              </a:ext>
            </a:extLst>
          </p:cNvPr>
          <p:cNvSpPr/>
          <p:nvPr/>
        </p:nvSpPr>
        <p:spPr>
          <a:xfrm>
            <a:off x="6286500" y="3746500"/>
            <a:ext cx="1778000" cy="2540000"/>
          </a:xfrm>
          <a:prstGeom prst="rect">
            <a:avLst/>
          </a:prstGeom>
          <a:gradFill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6E6EFDF6-54D5-1DA8-12CC-A7AE7EF82608}"/>
              </a:ext>
            </a:extLst>
          </p:cNvPr>
          <p:cNvSpPr/>
          <p:nvPr/>
        </p:nvSpPr>
        <p:spPr>
          <a:xfrm>
            <a:off x="8255000" y="508000"/>
            <a:ext cx="1778000" cy="2540000"/>
          </a:xfrm>
          <a:prstGeom prst="triangle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6F95BB-71FD-0F18-3AD4-29DEB629EB3D}"/>
              </a:ext>
            </a:extLst>
          </p:cNvPr>
          <p:cNvSpPr/>
          <p:nvPr/>
        </p:nvSpPr>
        <p:spPr>
          <a:xfrm>
            <a:off x="8191500" y="3683000"/>
            <a:ext cx="1905000" cy="2667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8AEAE8E0-B6EA-194B-6F8B-5047F484F0D4}"/>
              </a:ext>
            </a:extLst>
          </p:cNvPr>
          <p:cNvSpPr/>
          <p:nvPr/>
        </p:nvSpPr>
        <p:spPr>
          <a:xfrm>
            <a:off x="8255000" y="3746500"/>
            <a:ext cx="1778000" cy="2540000"/>
          </a:xfrm>
          <a:prstGeom prst="triangle">
            <a:avLst/>
          </a:prstGeom>
          <a:gradFill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心形 16">
            <a:extLst>
              <a:ext uri="{FF2B5EF4-FFF2-40B4-BE49-F238E27FC236}">
                <a16:creationId xmlns:a16="http://schemas.microsoft.com/office/drawing/2014/main" id="{992FC6BC-3F04-2CE1-72B8-619A09A150DA}"/>
              </a:ext>
            </a:extLst>
          </p:cNvPr>
          <p:cNvSpPr/>
          <p:nvPr/>
        </p:nvSpPr>
        <p:spPr>
          <a:xfrm>
            <a:off x="10223500" y="508000"/>
            <a:ext cx="1778000" cy="2540000"/>
          </a:xfrm>
          <a:prstGeom prst="hear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A0612A-0580-13E5-4261-866A9DF2934E}"/>
              </a:ext>
            </a:extLst>
          </p:cNvPr>
          <p:cNvSpPr/>
          <p:nvPr/>
        </p:nvSpPr>
        <p:spPr>
          <a:xfrm>
            <a:off x="10160000" y="3683000"/>
            <a:ext cx="1905000" cy="2667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心形 18">
            <a:extLst>
              <a:ext uri="{FF2B5EF4-FFF2-40B4-BE49-F238E27FC236}">
                <a16:creationId xmlns:a16="http://schemas.microsoft.com/office/drawing/2014/main" id="{4942509C-CB83-2576-C727-B3F6973C6A06}"/>
              </a:ext>
            </a:extLst>
          </p:cNvPr>
          <p:cNvSpPr/>
          <p:nvPr/>
        </p:nvSpPr>
        <p:spPr>
          <a:xfrm>
            <a:off x="10223500" y="3746500"/>
            <a:ext cx="1778000" cy="2540000"/>
          </a:xfrm>
          <a:prstGeom prst="heart">
            <a:avLst/>
          </a:prstGeom>
          <a:gradFill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700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2026-10-16T19:19:45Z</dcterms:created>
  <dcterms:modified xsi:type="dcterms:W3CDTF">2026-10-16T19:19:45Z</dcterms:modified>
</cp:coreProperties>
</file>