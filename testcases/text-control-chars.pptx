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6B58B-D1E3-905F-3322-C29AC82E8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1435110-DE2E-B971-A121-7D9846420C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A476BC-C659-00A4-9295-E1ABA59DA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3D613-9F74-4346-9771-A5A5E3C4294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6F4581-1FEC-48E7-E1CF-EACCF39F0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9508AC-C657-01F7-9C99-5486EA71A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0658-B27B-4420-B557-A8537C68C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3923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946DC2-AAED-BB6C-6C89-62F9BD060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300613C-DF15-40FC-94BD-0165CF02A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7848B7-1BCC-B802-06E1-522995F6A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3D613-9F74-4346-9771-A5A5E3C4294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AAA231-8F13-8A1A-E8EC-F91C9EDA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2F10AF-08FE-F176-8EEE-6880F5F4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0658-B27B-4420-B557-A8537C68C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7991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C957F1-D0C4-E0AC-70CC-1313CB14C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9A41466-3171-5280-E51D-97F7E4379F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4C8D6B9-60FC-574D-B442-5D8F60BAD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3D613-9F74-4346-9771-A5A5E3C4294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57C118B-EE41-3420-FB3B-6ED57E1F5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9FF09D-1B13-DF0A-AFAC-9481C2CC2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0658-B27B-4420-B557-A8537C68C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291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E7BF74-F1EE-25DE-20F8-46E1281BF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3DFCAF-0A7A-0B5E-F42B-30A089E475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3A44188-6E33-BF81-9031-AB2505CEA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8B73A9C-8DED-67F5-9291-4384DC884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3D613-9F74-4346-9771-A5A5E3C4294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9A3EC38-64E7-F9DF-0FE6-289179C3F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DDDF50-3F19-DCDA-0F3E-72203EC55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0658-B27B-4420-B557-A8537C68C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0088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46A5F7-C038-C7B3-FCEF-9FF0CD957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0B1404-4362-66D8-7AA6-BC355B655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F0A49C-769A-F01F-E46A-FB43C69BB0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9FC2B3-CCCF-B50E-9A88-48AF3D9290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A1AEE34-FA2A-4256-6598-21AF490065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21D739B-9506-9B46-345F-AC7BF5E10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3D613-9F74-4346-9771-A5A5E3C4294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0AD2DE4-5CF4-11F0-6B40-DA8136A14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E8C21B0-7AE5-BF5C-56E9-67035E666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0658-B27B-4420-B557-A8537C68C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2874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AF9797-2897-59D4-3EEF-0275BCBF7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CC28A2-3BB2-C67F-5085-54B4059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3D613-9F74-4346-9771-A5A5E3C4294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8FCC1F9-2746-1982-9432-2FBEF85CE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083637D-1246-D727-71BD-671CCB1BF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0658-B27B-4420-B557-A8537C68C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22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834034C-2971-786F-B55D-445D6BC98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3D613-9F74-4346-9771-A5A5E3C4294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F94555C-5EEC-2C6A-30BD-363D85315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6EC4A6-ECD6-B947-A366-8C77DB1FD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0658-B27B-4420-B557-A8537C68C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314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27AC7B-8BA7-7491-AA06-4F7D13F40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FE3BC94-8650-22CF-066D-AD856F413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6823E0-F735-6904-A65F-C943F6065E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0CB902-D944-F13A-4A3F-EDCBBDC51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3D613-9F74-4346-9771-A5A5E3C4294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70D7E5A-7C62-3ECB-69D7-7C86BBEB3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4EF0CC-F3C9-D548-410B-A5B53BEDF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0658-B27B-4420-B557-A8537C68C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837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B73169-F309-7D8E-7812-2977D64E9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E75AA6-1A45-6BD2-8D28-F20C01ED43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5E13E3-AECC-EC90-DF3D-1F7E282C7D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96CE4E2-E9C7-0FFE-B75C-6C89C051A4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3D613-9F74-4346-9771-A5A5E3C4294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3B92E2-EF68-1074-1703-149701B3D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2F303D-C073-D086-583A-5C2ACFA40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0658-B27B-4420-B557-A8537C68C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53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6DA1C9-CCAF-10F9-E571-C0B351151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3E9CBBB-3EC3-B92B-B8B8-C9C9E36CD4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689D630-2316-1DCD-8942-01A70DEBA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3D613-9F74-4346-9771-A5A5E3C4294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A9C0A40-5422-1ACF-9A5C-68B4F9EB9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04C383-19FD-8B9A-B28C-52FEE6E78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0658-B27B-4420-B557-A8537C68C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3754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2640B55-985A-61B6-643F-C871A05BAA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674311-8886-F81B-F2C9-DD9332A80D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9B6A0F4-54E5-D08E-5FEE-F11DACF9B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3D613-9F74-4346-9771-A5A5E3C4294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E081EA6-1BE6-CAFF-AABF-6182B0AF7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60C063C-72AF-D681-B349-9588A799B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800658-B27B-4420-B557-A8537C68C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1658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AF8D140-8F3B-782C-B398-6917B2EA6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9B5105B-EA3F-D129-29E1-EE396DC24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D7A9568-4FE4-0A11-F93A-E1F6D829C7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63D613-9F74-4346-9771-A5A5E3C4294C}" type="datetimeFigureOut">
              <a:rPr lang="zh-CN" altLang="en-US" smtClean="0"/>
              <a:t>2026/10/17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6DFFE5-4865-DB02-90E0-DB71DD24B3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1A3D82-40CC-638E-781B-0BDCDA7B2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800658-B27B-4420-B557-A8537C68CF3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61886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3907AF6-464D-0CFA-F71F-1526C568C227}"/>
              </a:ext>
            </a:extLst>
          </p:cNvPr>
          <p:cNvSpPr txBox="1"/>
          <p:nvPr/>
        </p:nvSpPr>
        <p:spPr>
          <a:xfrm>
            <a:off x="508000" y="508000"/>
            <a:ext cx="533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Microsoft YaHei" panose="020B0503020204020204" pitchFamily="34" charset="-122"/>
              </a:rPr>
              <a:t>第一段开头</a:t>
            </a:r>
            <a:r>
              <a:rPr lang="en-US" altLang="zh-CN" sz="2800">
                <a:latin typeface="Microsoft YaHei" panose="020B0503020204020204" pitchFamily="34" charset="-122"/>
              </a:rPr>
              <a:t></a:t>
            </a:r>
            <a:r>
              <a:rPr lang="zh-CN" altLang="en-US" sz="2800">
                <a:latin typeface="Microsoft YaHei" panose="020B0503020204020204" pitchFamily="34" charset="-122"/>
              </a:rPr>
              <a:t>第二部分文字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56C3FEB-98DF-BFB2-4460-027BCCC9A96F}"/>
              </a:ext>
            </a:extLst>
          </p:cNvPr>
          <p:cNvSpPr txBox="1"/>
          <p:nvPr/>
        </p:nvSpPr>
        <p:spPr>
          <a:xfrm>
            <a:off x="6223000" y="508000"/>
            <a:ext cx="533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Microsoft YaHei" panose="020B0503020204020204" pitchFamily="34" charset="-122"/>
              </a:rPr>
              <a:t>第一段开头</a:t>
            </a:r>
            <a:r>
              <a:rPr lang="en-US" altLang="zh-CN" sz="2800">
                <a:latin typeface="Microsoft YaHei" panose="020B0503020204020204" pitchFamily="34" charset="-122"/>
              </a:rPr>
              <a:t>
</a:t>
            </a:r>
            <a:r>
              <a:rPr lang="zh-CN" altLang="en-US" sz="2800">
                <a:latin typeface="Microsoft YaHei" panose="020B0503020204020204" pitchFamily="34" charset="-122"/>
              </a:rPr>
              <a:t>第二部分文字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A993A34-81DE-0A5A-68E7-0BAD89206787}"/>
              </a:ext>
            </a:extLst>
          </p:cNvPr>
          <p:cNvSpPr txBox="1"/>
          <p:nvPr/>
        </p:nvSpPr>
        <p:spPr>
          <a:xfrm>
            <a:off x="508000" y="3556000"/>
            <a:ext cx="533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Microsoft YaHei" panose="020B0503020204020204" pitchFamily="34" charset="-122"/>
              </a:rPr>
              <a:t>第一段开头</a:t>
            </a:r>
            <a:r>
              <a:rPr lang="en-US" altLang="zh-CN" sz="2800">
                <a:latin typeface="Microsoft YaHei" panose="020B0503020204020204" pitchFamily="34" charset="-122"/>
              </a:rPr>
              <a:t>_x000B_</a:t>
            </a:r>
            <a:r>
              <a:rPr lang="zh-CN" altLang="en-US" sz="2800">
                <a:latin typeface="Microsoft YaHei" panose="020B0503020204020204" pitchFamily="34" charset="-122"/>
              </a:rPr>
              <a:t>第二部分文字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1946251-136B-464D-AE64-D710AA188EF4}"/>
              </a:ext>
            </a:extLst>
          </p:cNvPr>
          <p:cNvSpPr txBox="1"/>
          <p:nvPr/>
        </p:nvSpPr>
        <p:spPr>
          <a:xfrm>
            <a:off x="6223000" y="3556000"/>
            <a:ext cx="5334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zh-CN" altLang="en-US" sz="2800">
                <a:latin typeface="Microsoft YaHei" panose="020B0503020204020204" pitchFamily="34" charset="-122"/>
              </a:rPr>
              <a:t>第一段开头</a:t>
            </a:r>
            <a:r>
              <a:rPr lang="en-US" altLang="zh-CN" sz="2800">
                <a:latin typeface="Microsoft YaHei" panose="020B0503020204020204" pitchFamily="34" charset="-122"/>
              </a:rPr>
              <a:t/>
            </a:r>
            <a:br>
              <a:rPr lang="zh-CN" altLang="en-US"/>
            </a:br>
            <a:r>
              <a:rPr lang="zh-CN" altLang="en-US"/>
              <a:t/>
            </a:r>
            <a:r>
              <a:rPr lang="zh-CN" altLang="en-US" sz="2800">
                <a:latin typeface="Microsoft YaHei" panose="020B0503020204020204" pitchFamily="34" charset="-122"/>
              </a:rPr>
              <a:t>第二部分文字</a:t>
            </a:r>
          </a:p>
        </p:txBody>
      </p:sp>
    </p:spTree>
    <p:extLst>
      <p:ext uri="{BB962C8B-B14F-4D97-AF65-F5344CB8AC3E}">
        <p14:creationId xmlns:p14="http://schemas.microsoft.com/office/powerpoint/2010/main" val="3896808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自定义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2026-10-16T21:58:43Z</dcterms:created>
  <dcterms:modified xsi:type="dcterms:W3CDTF">2026-10-16T21:58:43Z</dcterms:modified>
</cp:coreProperties>
</file>