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EB29A-C8DA-E545-EA0A-4AB821FAC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69608D-20EC-B4E4-856C-2EB919753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C2A7A-993E-EAF0-1CAC-1F19E027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60AAC-31B1-D6D0-9C5B-4E6475E4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54248-0719-11A7-C997-374F3B52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05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45666-3C7C-8E6E-6393-F9AB053D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0F68D-CDF2-E6F4-DB6D-9C22CE38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3356C0-A856-A423-3F14-9612AFB8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E3DB8-D0B6-370B-35B7-D89C9C1A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EE317-2413-534D-21F0-9BC140C0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78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1ACA3-29E1-4121-7CC8-9F35B6F2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6F35FA-459F-E07E-F52B-2108CE4F7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2A3F4-6398-B5A8-4CC9-68C1D632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046B2-BDF0-CACC-0A79-95DBF87B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5E9CB7-D121-AF93-A92A-131ECC36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0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9F3CC-F6CA-0F43-D7E9-D2999773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7C0A2-1FFF-D567-7CFF-B3946B90E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2F4C02-79E7-806A-E04A-A5E36653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8B4688-2A41-4E7A-42DB-BEE16B55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F2C7F9-8B57-E762-8323-D8A47E7B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4FFD44-9D38-F497-9C48-B537AC3E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3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452A4-7611-7DB6-B460-308F5F91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908BFB-6AAF-55C1-F7D9-B41CC1D8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055ECF-8240-2977-0AE0-0154D830E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6AEBBB-0993-1D9A-7A7A-E611A858F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A77A0E-E578-6345-5F05-317795E0E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83CFDE-B2A1-3B38-22B6-FE01E487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9114BA-5E4D-227F-464D-9DF5225E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5F6FCF-CADE-F599-75AE-CFC8CB7F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30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AA951-4900-11D6-52E7-EBDB7C22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628E8D-906A-860B-F0B1-FF6878A8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FDD088-8FE7-FF47-3272-37AB3681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2FC428-BB85-FA97-C2BB-BCE652BB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64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A231A0-8CEB-4FBF-CE14-B4BE794A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E0420-43F4-19EC-34E7-7810E7F2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EBD45-F97A-550C-BB96-9BDB9C58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99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2BF65-E499-30CE-9E35-D02200AF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22BA1-4078-021E-20CC-26610D4AC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953C0-FF31-34C4-2A88-7D3D955E0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775E33-267B-CAC1-5FCF-243B0E24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5C430B-519F-4848-4D94-DA264DBF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152A1-08A1-CD7A-0EB8-1241C098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82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4F42C-33EA-8C96-0EE6-E0266FA78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9877BF-D81C-F1EC-4435-AEF8ADE9A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5F5A2B-2174-DCF4-A6C4-B11F6DB91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76356C-9F3D-583F-E813-07595724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0CFA0-87DF-89EF-19D4-CD8E3377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7B800-EBC7-1CE5-CA91-337E2610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27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110CC-76DF-90DB-4DB6-73374FA8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A44302-9E1F-36D7-0C27-B6C83C04A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264BC-4609-DF96-B139-EC6AED0C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9A089F-6FDC-8458-10BB-234EBF90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FBD97-20C3-FD62-F50D-D49B7B75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232660-8C8D-BA52-B961-AF93F927B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3B1751-B33C-BEC3-5F4E-A1AE1F1E3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54983-07B6-6A69-73C1-74B61DE7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0323EC-9C59-15E1-B8A5-D441A396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A79E63-0BCF-AC1C-3DB3-5002A8BA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422902-75E6-00A3-270D-C1E79470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8697D-B251-DDD8-7D74-C22E2B26D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3AF6B-802B-C9E6-175F-1CC39BB0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A2F6B-A4A6-4AB0-AA2B-4B95D991D4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35CE41-1F5F-6254-6774-0B5BB55A2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83939-7D8D-CC2F-0131-3D23695D7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2779B-6867-4A55-8B07-1BB6EBEBF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9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5791192-5A69-1B92-D00E-657E78BEF3A7}"/>
              </a:ext>
            </a:extLst>
          </p:cNvPr>
          <p:cNvGrpSpPr/>
          <p:nvPr/>
        </p:nvGrpSpPr>
        <p:grpSpPr>
          <a:xfrm>
            <a:off x="254000" y="381000"/>
            <a:ext cx="2540000" cy="1524000"/>
            <a:chOff x="254000" y="381000"/>
            <a:chExt cx="2540000" cy="1524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6C5B907-71CB-E0CD-62AA-6423C6D9E6E7}"/>
                </a:ext>
              </a:extLst>
            </p:cNvPr>
            <p:cNvSpPr/>
            <p:nvPr/>
          </p:nvSpPr>
          <p:spPr>
            <a:xfrm>
              <a:off x="254000" y="381000"/>
              <a:ext cx="1524000" cy="889000"/>
            </a:xfrm>
            <a:prstGeom prst="rect">
              <a:avLst/>
            </a:prstGeom>
            <a:solidFill>
              <a:srgbClr val="BECDE6"/>
            </a:solidFill>
            <a:ln w="254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左上文字 </a:t>
              </a:r>
              <a:r>
                <a:rPr lang="en-US" altLang="zh-CN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ABC</a:t>
              </a:r>
              <a:endParaRPr lang="zh-CN" altLang="en-US" sz="140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05EF4DD5-0EAF-F37E-CC2B-DF81656E18DD}"/>
                </a:ext>
              </a:extLst>
            </p:cNvPr>
            <p:cNvSpPr/>
            <p:nvPr/>
          </p:nvSpPr>
          <p:spPr>
            <a:xfrm>
              <a:off x="1905000" y="381000"/>
              <a:ext cx="889000" cy="635000"/>
            </a:xfrm>
            <a:prstGeom prst="triangle">
              <a:avLst/>
            </a:prstGeom>
            <a:solidFill>
              <a:srgbClr val="E6965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圆柱体 3">
              <a:extLst>
                <a:ext uri="{FF2B5EF4-FFF2-40B4-BE49-F238E27FC236}">
                  <a16:creationId xmlns:a16="http://schemas.microsoft.com/office/drawing/2014/main" id="{9ACFACCA-D7B8-FC80-42ED-86D0471E1A88}"/>
                </a:ext>
              </a:extLst>
            </p:cNvPr>
            <p:cNvSpPr/>
            <p:nvPr/>
          </p:nvSpPr>
          <p:spPr>
            <a:xfrm rot="1800000">
              <a:off x="1905000" y="1143000"/>
              <a:ext cx="889000" cy="508000"/>
            </a:xfrm>
            <a:prstGeom prst="can">
              <a:avLst/>
            </a:prstGeom>
            <a:solidFill>
              <a:srgbClr val="78B4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310A5A2-6252-4FA5-4BDE-9FF616870D90}"/>
                </a:ext>
              </a:extLst>
            </p:cNvPr>
            <p:cNvGrpSpPr/>
            <p:nvPr/>
          </p:nvGrpSpPr>
          <p:grpSpPr>
            <a:xfrm>
              <a:off x="381000" y="1397000"/>
              <a:ext cx="1270000" cy="508000"/>
              <a:chOff x="381000" y="1397000"/>
              <a:chExt cx="1270000" cy="508000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875C302B-01EC-5F32-9A4E-EF7E7CABEB08}"/>
                  </a:ext>
                </a:extLst>
              </p:cNvPr>
              <p:cNvSpPr/>
              <p:nvPr/>
            </p:nvSpPr>
            <p:spPr>
              <a:xfrm>
                <a:off x="381000" y="1397000"/>
                <a:ext cx="508000" cy="508000"/>
              </a:xfrm>
              <a:prstGeom prst="ellipse">
                <a:avLst/>
              </a:prstGeom>
              <a:solidFill>
                <a:srgbClr val="C878A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DD3D633-D55E-F7CC-29FC-2BCE0B016460}"/>
                  </a:ext>
                </a:extLst>
              </p:cNvPr>
              <p:cNvSpPr/>
              <p:nvPr/>
            </p:nvSpPr>
            <p:spPr>
              <a:xfrm>
                <a:off x="1016000" y="1524000"/>
                <a:ext cx="635000" cy="317500"/>
              </a:xfrm>
              <a:prstGeom prst="rect">
                <a:avLst/>
              </a:prstGeom>
              <a:solidFill>
                <a:srgbClr val="9696DC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E9FFF7E-3CC3-25D8-7D7D-B2206DB13FD4}"/>
              </a:ext>
            </a:extLst>
          </p:cNvPr>
          <p:cNvGrpSpPr/>
          <p:nvPr/>
        </p:nvGrpSpPr>
        <p:grpSpPr>
          <a:xfrm flipH="1">
            <a:off x="3238500" y="381000"/>
            <a:ext cx="2540000" cy="1524000"/>
            <a:chOff x="3238500" y="381000"/>
            <a:chExt cx="2540000" cy="1524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38FBD0B-09A2-B841-B053-2E5C8E60F81D}"/>
                </a:ext>
              </a:extLst>
            </p:cNvPr>
            <p:cNvSpPr/>
            <p:nvPr/>
          </p:nvSpPr>
          <p:spPr>
            <a:xfrm>
              <a:off x="3238500" y="381000"/>
              <a:ext cx="1524000" cy="889000"/>
            </a:xfrm>
            <a:prstGeom prst="rect">
              <a:avLst/>
            </a:prstGeom>
            <a:solidFill>
              <a:srgbClr val="BECDE6"/>
            </a:solidFill>
            <a:ln w="254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左上文字 </a:t>
              </a:r>
              <a:r>
                <a:rPr lang="en-US" altLang="zh-CN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ABC</a:t>
              </a:r>
              <a:endParaRPr lang="zh-CN" altLang="en-US" sz="140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8607FC0E-E265-7667-E7EF-7D2D7E158A69}"/>
                </a:ext>
              </a:extLst>
            </p:cNvPr>
            <p:cNvSpPr/>
            <p:nvPr/>
          </p:nvSpPr>
          <p:spPr>
            <a:xfrm>
              <a:off x="4889500" y="381000"/>
              <a:ext cx="889000" cy="635000"/>
            </a:xfrm>
            <a:prstGeom prst="triangle">
              <a:avLst/>
            </a:prstGeom>
            <a:solidFill>
              <a:srgbClr val="E6965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柱体 10">
              <a:extLst>
                <a:ext uri="{FF2B5EF4-FFF2-40B4-BE49-F238E27FC236}">
                  <a16:creationId xmlns:a16="http://schemas.microsoft.com/office/drawing/2014/main" id="{EADBBEE9-F102-DF03-768B-A1D224BDA966}"/>
                </a:ext>
              </a:extLst>
            </p:cNvPr>
            <p:cNvSpPr/>
            <p:nvPr/>
          </p:nvSpPr>
          <p:spPr>
            <a:xfrm rot="1800000">
              <a:off x="4889500" y="1143000"/>
              <a:ext cx="889000" cy="508000"/>
            </a:xfrm>
            <a:prstGeom prst="can">
              <a:avLst/>
            </a:prstGeom>
            <a:solidFill>
              <a:srgbClr val="78B4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549DABE-CB10-3F07-FA9B-F8B46BCBB21B}"/>
                </a:ext>
              </a:extLst>
            </p:cNvPr>
            <p:cNvGrpSpPr/>
            <p:nvPr/>
          </p:nvGrpSpPr>
          <p:grpSpPr>
            <a:xfrm>
              <a:off x="3365500" y="1397000"/>
              <a:ext cx="1270000" cy="508000"/>
              <a:chOff x="3365500" y="1397000"/>
              <a:chExt cx="1270000" cy="508000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8E83E684-9A01-0032-187B-8E1C938C65DE}"/>
                  </a:ext>
                </a:extLst>
              </p:cNvPr>
              <p:cNvSpPr/>
              <p:nvPr/>
            </p:nvSpPr>
            <p:spPr>
              <a:xfrm>
                <a:off x="3365500" y="1397000"/>
                <a:ext cx="508000" cy="508000"/>
              </a:xfrm>
              <a:prstGeom prst="ellipse">
                <a:avLst/>
              </a:prstGeom>
              <a:solidFill>
                <a:srgbClr val="C878A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3C92A11-FEC5-9255-E372-78471C32AA8D}"/>
                  </a:ext>
                </a:extLst>
              </p:cNvPr>
              <p:cNvSpPr/>
              <p:nvPr/>
            </p:nvSpPr>
            <p:spPr>
              <a:xfrm>
                <a:off x="4000500" y="1524000"/>
                <a:ext cx="635000" cy="317500"/>
              </a:xfrm>
              <a:prstGeom prst="rect">
                <a:avLst/>
              </a:prstGeom>
              <a:solidFill>
                <a:srgbClr val="9696DC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12715B0-2E2F-9B9C-DB21-E3300AC93229}"/>
              </a:ext>
            </a:extLst>
          </p:cNvPr>
          <p:cNvGrpSpPr/>
          <p:nvPr/>
        </p:nvGrpSpPr>
        <p:grpSpPr>
          <a:xfrm flipV="1">
            <a:off x="6223000" y="381000"/>
            <a:ext cx="2540000" cy="1524000"/>
            <a:chOff x="6223000" y="381000"/>
            <a:chExt cx="2540000" cy="1524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3B128A0-ED12-CC3C-16FD-77050697CF11}"/>
                </a:ext>
              </a:extLst>
            </p:cNvPr>
            <p:cNvSpPr/>
            <p:nvPr/>
          </p:nvSpPr>
          <p:spPr>
            <a:xfrm>
              <a:off x="6223000" y="381000"/>
              <a:ext cx="1524000" cy="889000"/>
            </a:xfrm>
            <a:prstGeom prst="rect">
              <a:avLst/>
            </a:prstGeom>
            <a:solidFill>
              <a:srgbClr val="BECDE6"/>
            </a:solidFill>
            <a:ln w="254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左上文字 </a:t>
              </a:r>
              <a:r>
                <a:rPr lang="en-US" altLang="zh-CN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ABC</a:t>
              </a:r>
              <a:endParaRPr lang="zh-CN" altLang="en-US" sz="140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992183B1-C1E8-F9B3-8D55-90D569C410E0}"/>
                </a:ext>
              </a:extLst>
            </p:cNvPr>
            <p:cNvSpPr/>
            <p:nvPr/>
          </p:nvSpPr>
          <p:spPr>
            <a:xfrm>
              <a:off x="7874000" y="381000"/>
              <a:ext cx="889000" cy="635000"/>
            </a:xfrm>
            <a:prstGeom prst="triangle">
              <a:avLst/>
            </a:prstGeom>
            <a:solidFill>
              <a:srgbClr val="E6965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柱体 17">
              <a:extLst>
                <a:ext uri="{FF2B5EF4-FFF2-40B4-BE49-F238E27FC236}">
                  <a16:creationId xmlns:a16="http://schemas.microsoft.com/office/drawing/2014/main" id="{90A2D8FD-27E3-4116-3F8C-C238A4D5F89C}"/>
                </a:ext>
              </a:extLst>
            </p:cNvPr>
            <p:cNvSpPr/>
            <p:nvPr/>
          </p:nvSpPr>
          <p:spPr>
            <a:xfrm rot="1800000">
              <a:off x="7874000" y="1143000"/>
              <a:ext cx="889000" cy="508000"/>
            </a:xfrm>
            <a:prstGeom prst="can">
              <a:avLst/>
            </a:prstGeom>
            <a:solidFill>
              <a:srgbClr val="78B4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6C42DE8-B1AB-8A84-BF00-A8DA1DFE931D}"/>
                </a:ext>
              </a:extLst>
            </p:cNvPr>
            <p:cNvGrpSpPr/>
            <p:nvPr/>
          </p:nvGrpSpPr>
          <p:grpSpPr>
            <a:xfrm>
              <a:off x="6350000" y="1397000"/>
              <a:ext cx="1270000" cy="508000"/>
              <a:chOff x="6350000" y="1397000"/>
              <a:chExt cx="1270000" cy="50800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A0E4711-A5B4-B71D-8C44-5A6E7E107E09}"/>
                  </a:ext>
                </a:extLst>
              </p:cNvPr>
              <p:cNvSpPr/>
              <p:nvPr/>
            </p:nvSpPr>
            <p:spPr>
              <a:xfrm>
                <a:off x="6350000" y="1397000"/>
                <a:ext cx="508000" cy="508000"/>
              </a:xfrm>
              <a:prstGeom prst="ellipse">
                <a:avLst/>
              </a:prstGeom>
              <a:solidFill>
                <a:srgbClr val="C878A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F376268-DA8F-6987-C25E-1338BC33FEFA}"/>
                  </a:ext>
                </a:extLst>
              </p:cNvPr>
              <p:cNvSpPr/>
              <p:nvPr/>
            </p:nvSpPr>
            <p:spPr>
              <a:xfrm>
                <a:off x="6985000" y="1524000"/>
                <a:ext cx="635000" cy="317500"/>
              </a:xfrm>
              <a:prstGeom prst="rect">
                <a:avLst/>
              </a:prstGeom>
              <a:solidFill>
                <a:srgbClr val="9696DC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5024CC0-AC0E-0DE1-516C-BBD46A3D4BE8}"/>
              </a:ext>
            </a:extLst>
          </p:cNvPr>
          <p:cNvGrpSpPr/>
          <p:nvPr/>
        </p:nvGrpSpPr>
        <p:grpSpPr>
          <a:xfrm flipH="1" flipV="1">
            <a:off x="9207500" y="381000"/>
            <a:ext cx="2540000" cy="1524000"/>
            <a:chOff x="9207500" y="381000"/>
            <a:chExt cx="2540000" cy="15240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FF55989-EE06-4BD2-864E-D2B30B687505}"/>
                </a:ext>
              </a:extLst>
            </p:cNvPr>
            <p:cNvSpPr/>
            <p:nvPr/>
          </p:nvSpPr>
          <p:spPr>
            <a:xfrm>
              <a:off x="9207500" y="381000"/>
              <a:ext cx="1524000" cy="889000"/>
            </a:xfrm>
            <a:prstGeom prst="rect">
              <a:avLst/>
            </a:prstGeom>
            <a:solidFill>
              <a:srgbClr val="BECDE6"/>
            </a:solidFill>
            <a:ln w="254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左上文字 </a:t>
              </a:r>
              <a:r>
                <a:rPr lang="en-US" altLang="zh-CN" sz="14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ABC</a:t>
              </a:r>
              <a:endParaRPr lang="zh-CN" altLang="en-US" sz="140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2B84FD95-6DAC-D229-131C-D09167B0CF25}"/>
                </a:ext>
              </a:extLst>
            </p:cNvPr>
            <p:cNvSpPr/>
            <p:nvPr/>
          </p:nvSpPr>
          <p:spPr>
            <a:xfrm>
              <a:off x="10858500" y="381000"/>
              <a:ext cx="889000" cy="635000"/>
            </a:xfrm>
            <a:prstGeom prst="triangle">
              <a:avLst/>
            </a:prstGeom>
            <a:solidFill>
              <a:srgbClr val="E6965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圆柱体 24">
              <a:extLst>
                <a:ext uri="{FF2B5EF4-FFF2-40B4-BE49-F238E27FC236}">
                  <a16:creationId xmlns:a16="http://schemas.microsoft.com/office/drawing/2014/main" id="{C08FD47D-ED6D-834B-42AB-3456EA5BF232}"/>
                </a:ext>
              </a:extLst>
            </p:cNvPr>
            <p:cNvSpPr/>
            <p:nvPr/>
          </p:nvSpPr>
          <p:spPr>
            <a:xfrm rot="1800000">
              <a:off x="10858500" y="1143000"/>
              <a:ext cx="889000" cy="508000"/>
            </a:xfrm>
            <a:prstGeom prst="can">
              <a:avLst/>
            </a:prstGeom>
            <a:solidFill>
              <a:srgbClr val="78B4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BF33CA9-49EB-511A-77E3-D21CD09169E5}"/>
                </a:ext>
              </a:extLst>
            </p:cNvPr>
            <p:cNvGrpSpPr/>
            <p:nvPr/>
          </p:nvGrpSpPr>
          <p:grpSpPr>
            <a:xfrm>
              <a:off x="9334500" y="1397000"/>
              <a:ext cx="1270000" cy="508000"/>
              <a:chOff x="9334500" y="1397000"/>
              <a:chExt cx="1270000" cy="508000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649F5ED7-5293-7B5E-F2DD-90BF394BB225}"/>
                  </a:ext>
                </a:extLst>
              </p:cNvPr>
              <p:cNvSpPr/>
              <p:nvPr/>
            </p:nvSpPr>
            <p:spPr>
              <a:xfrm>
                <a:off x="9334500" y="1397000"/>
                <a:ext cx="508000" cy="508000"/>
              </a:xfrm>
              <a:prstGeom prst="ellipse">
                <a:avLst/>
              </a:prstGeom>
              <a:solidFill>
                <a:srgbClr val="C878A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2B646EB-4805-6CD0-1C99-3BF72BCA2A70}"/>
                  </a:ext>
                </a:extLst>
              </p:cNvPr>
              <p:cNvSpPr/>
              <p:nvPr/>
            </p:nvSpPr>
            <p:spPr>
              <a:xfrm>
                <a:off x="9969500" y="1524000"/>
                <a:ext cx="635000" cy="317500"/>
              </a:xfrm>
              <a:prstGeom prst="rect">
                <a:avLst/>
              </a:prstGeom>
              <a:solidFill>
                <a:srgbClr val="9696DC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434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2026-10-14T00:48:42Z</dcterms:created>
  <dcterms:modified xsi:type="dcterms:W3CDTF">2026-10-14T00:48:42Z</dcterms:modified>
</cp:coreProperties>
</file>