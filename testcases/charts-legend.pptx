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8" d="100"/>
          <a:sy n="38" d="100"/>
        </p:scale>
        <p:origin x="6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F03-434D-A5AC-3123485ED7A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F03-434D-A5AC-3123485ED7A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F03-434D-A5AC-3123485ED7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92524128"/>
        <c:axId val="1292525088"/>
      </c:barChart>
      <c:catAx>
        <c:axId val="1292524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292525088"/>
        <c:crosses val="autoZero"/>
        <c:auto val="1"/>
        <c:lblAlgn val="ctr"/>
        <c:lblOffset val="100"/>
        <c:noMultiLvlLbl val="0"/>
      </c:catAx>
      <c:valAx>
        <c:axId val="12925250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2925241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005-4595-9CFA-314CCD32EAA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005-4595-9CFA-314CCD32EAA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005-4595-9CFA-314CCD32EA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92579904"/>
        <c:axId val="1292581824"/>
      </c:lineChart>
      <c:catAx>
        <c:axId val="12925799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292581824"/>
        <c:crosses val="autoZero"/>
        <c:auto val="1"/>
        <c:lblAlgn val="ctr"/>
        <c:lblOffset val="100"/>
        <c:noMultiLvlLbl val="0"/>
      </c:catAx>
      <c:valAx>
        <c:axId val="12925818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2925799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B00-4136-A7D5-5F43924F9E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DEC-4B9E-9AE3-34273AF6701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DEC-4B9E-9AE3-34273AF6701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DEC-4B9E-9AE3-34273AF670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47739600"/>
        <c:axId val="147740080"/>
      </c:barChart>
      <c:catAx>
        <c:axId val="14773960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47740080"/>
        <c:crosses val="autoZero"/>
        <c:auto val="1"/>
        <c:lblAlgn val="ctr"/>
        <c:lblOffset val="100"/>
        <c:noMultiLvlLbl val="0"/>
      </c:catAx>
      <c:valAx>
        <c:axId val="147740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477396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7E4-4BED-90E7-446405858E1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7E4-4BED-90E7-446405858E1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7E4-4BED-90E7-446405858E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1291344"/>
        <c:axId val="141296624"/>
      </c:barChart>
      <c:catAx>
        <c:axId val="1412913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41296624"/>
        <c:crosses val="autoZero"/>
        <c:auto val="1"/>
        <c:lblAlgn val="ctr"/>
        <c:lblOffset val="100"/>
        <c:noMultiLvlLbl val="0"/>
      </c:catAx>
      <c:valAx>
        <c:axId val="1412966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412913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l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9D-45AF-BF34-78BAF38C6B3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C9D-45AF-BF34-78BAF38C6B3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C9D-45AF-BF34-78BAF38C6B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64407424"/>
        <c:axId val="2064405984"/>
      </c:barChart>
      <c:catAx>
        <c:axId val="20644074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064405984"/>
        <c:crosses val="autoZero"/>
        <c:auto val="1"/>
        <c:lblAlgn val="ctr"/>
        <c:lblOffset val="100"/>
        <c:noMultiLvlLbl val="0"/>
      </c:catAx>
      <c:valAx>
        <c:axId val="20644059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0644074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0838FB-8F12-ED33-02BE-CCD5C7A8EC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7952698-6D41-90B4-6CFF-5D5B14EB63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47DEED-C135-6FB3-4782-517EE9949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99198-8E3E-45EB-AEDC-9B4482CD0AB3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4D584F-2187-F646-2DC8-E3345F9E9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D972F7-C123-3982-F96D-26D21CBB4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882E6-EA01-4F02-A45F-632094D1ED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8818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3C7D07-0AD7-C33F-5B88-114B6B33B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377481-E3A6-C69C-131C-6C7E6602AC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866FCE-76AE-EE81-A265-922D3CD5A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99198-8E3E-45EB-AEDC-9B4482CD0AB3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F4ED568-ABE6-62F3-4E25-4330C79AF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968722-2043-5B54-2600-62C0E2FF3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882E6-EA01-4F02-A45F-632094D1ED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5900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0DD8ED-F477-D0AD-8793-BACC87178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E6AF554-C01D-6788-BA9E-889D3A099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D6FEE9-F2AE-E2CB-BD11-9B592481A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99198-8E3E-45EB-AEDC-9B4482CD0AB3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3F6B76-826A-6BEF-2CDE-2FBE593A9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BECA11-A5A0-B60A-D8A4-69691B446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882E6-EA01-4F02-A45F-632094D1ED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0790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D76608-D4BB-DA79-8FB5-FCE25045A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E2BFBE-646B-D8C6-FAAF-ADD9D61EA3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AFD1960-C12B-D3C7-7456-1F6032C2A9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8E3F1C6-24EE-2652-4A1F-A8EF7307A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99198-8E3E-45EB-AEDC-9B4482CD0AB3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B982706-0B41-8DD2-2519-E9FAA991F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8568254-090B-EC62-BEBE-C65246341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882E6-EA01-4F02-A45F-632094D1ED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3652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ECF7C8-E3FA-24DD-8723-1069BA4E3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AF003DB-4669-7721-1C59-CADA917201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7CC9680-0ADB-B738-B4FA-859A546489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E949B93-4C88-E0DB-D7B5-B162EBC316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DE7C3F9-DDE0-0BCF-2940-A687B6BC03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03A3E3D-6582-75D7-65BC-D6A20F5D8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99198-8E3E-45EB-AEDC-9B4482CD0AB3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1621FEC-51C3-DF59-879C-0FC91D255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1A1CC43-2CF7-9979-1ED1-D93B4D15E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882E6-EA01-4F02-A45F-632094D1ED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4566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2EB57B-0DF4-C8DA-CF55-B59066C41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8D41355-DACE-45FB-055F-FF8503DCE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99198-8E3E-45EB-AEDC-9B4482CD0AB3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142A702-1753-990E-F984-115DCF168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F2A323F-2BC9-721A-D1CE-0095B45DE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882E6-EA01-4F02-A45F-632094D1ED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7499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D251A93-A7EF-1A5E-5215-8C62A3A40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99198-8E3E-45EB-AEDC-9B4482CD0AB3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B775A1B-1C7D-BC70-0E6F-456EF0571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6850A6-4065-0FFF-ECA9-7E7CDA27C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882E6-EA01-4F02-A45F-632094D1ED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4072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1FEF18-1D3E-945E-90D4-997DEA07F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41D4EA-F452-728A-B167-047768C96A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D756638-6B2C-9AD4-81EC-CEAFC5856C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FC13D7B-D2A1-E6A7-5C0F-C5F350BCD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99198-8E3E-45EB-AEDC-9B4482CD0AB3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C07D5F7-7CB7-3D15-8C39-9997FB45E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19DF150-991D-6307-23D9-F503F014A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882E6-EA01-4F02-A45F-632094D1ED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358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5654E3-3C16-0C29-CD6F-891014E0D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37555C5-AE07-6008-5DA8-7653CF4E18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DC6EE05-D80B-8B6D-CF60-E0C6C4F339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7B88BED-A85D-0948-D067-628556161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99198-8E3E-45EB-AEDC-9B4482CD0AB3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F5ED9E6-32CC-177D-FE9E-CE91E0EA3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701CFC-CB84-6A0D-27A0-813F74B5A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882E6-EA01-4F02-A45F-632094D1ED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9219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158D36-EDAC-48A3-C756-9906B5ECF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61B4CCF-4A79-0B33-0DC3-FFE9802B66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6CD9A4-BCD0-6B0B-D10B-71B48C33B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99198-8E3E-45EB-AEDC-9B4482CD0AB3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756EE1-BC1D-F479-72C3-61FA032E3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F6190B-582A-F45E-F272-279C89A19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882E6-EA01-4F02-A45F-632094D1ED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4353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C127BD1-F0F6-E516-81C3-9E65085897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8B12915-2F0A-B084-6F0D-01600647C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FCEB33-A9E6-ABE7-EF3C-7F760A39C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99198-8E3E-45EB-AEDC-9B4482CD0AB3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1F6DCE-9CE2-323D-F24F-59A896577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802729-A283-83B2-80F0-EE029D4C1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882E6-EA01-4F02-A45F-632094D1ED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933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DBF8C56-E36F-C27B-24CA-DA036551D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2D4911A-D797-AC76-5486-8FD700541E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9217A4-2647-A4F0-AB26-416B870665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C99198-8E3E-45EB-AEDC-9B4482CD0AB3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3B1516-E7E1-18DD-C28C-1476C7076C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BC43B1-D47D-D146-E026-68AEBD4473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1882E6-EA01-4F02-A45F-632094D1ED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7262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A9044D8F-9E11-102A-5CD2-A05A8A0E43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68565949"/>
              </p:ext>
            </p:extLst>
          </p:nvPr>
        </p:nvGraphicFramePr>
        <p:xfrm>
          <a:off x="254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9F9EFA21-709E-1158-BB27-41D7709359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13730447"/>
              </p:ext>
            </p:extLst>
          </p:nvPr>
        </p:nvGraphicFramePr>
        <p:xfrm>
          <a:off x="6223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129873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17B3DA3B-D734-F7D1-3782-345DCDBE96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27655226"/>
              </p:ext>
            </p:extLst>
          </p:nvPr>
        </p:nvGraphicFramePr>
        <p:xfrm>
          <a:off x="254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95A9136A-3895-3B0D-7802-12C88E3A89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03270440"/>
              </p:ext>
            </p:extLst>
          </p:nvPr>
        </p:nvGraphicFramePr>
        <p:xfrm>
          <a:off x="6223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1486033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7667975E-807D-0002-F328-E049FC2ACB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52244171"/>
              </p:ext>
            </p:extLst>
          </p:nvPr>
        </p:nvGraphicFramePr>
        <p:xfrm>
          <a:off x="254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BB5D5482-CA68-328C-D308-0FA8397B231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95097616"/>
              </p:ext>
            </p:extLst>
          </p:nvPr>
        </p:nvGraphicFramePr>
        <p:xfrm>
          <a:off x="6223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1568402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2026-10-13T16:01:55Z</dcterms:created>
  <dcterms:modified xsi:type="dcterms:W3CDTF">2026-10-13T16:01:55Z</dcterms:modified>
</cp:coreProperties>
</file>