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2020年</c:v>
                </c:pt>
                <c:pt idx="1">
                  <c:v>Q1季度</c:v>
                </c:pt>
                <c:pt idx="2">
                  <c:v>ABC</c:v>
                </c:pt>
                <c:pt idx="3">
                  <c:v>第3组</c:v>
                </c:pt>
                <c:pt idx="4">
                  <c:v>iPhone用户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2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7F-4A64-8610-C5E97BB735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408527"/>
        <c:axId val="54400367"/>
      </c:barChart>
      <c:catAx>
        <c:axId val="54408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spcFirstLastPara="1" vertOverflow="ellipsis" wrap="square" anchor="ctr" anchorCtr="1" rot="0" vert="eaVert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4400367"/>
        <c:crosses val="autoZero"/>
        <c:auto val="1"/>
        <c:lblAlgn val="ctr"/>
        <c:lblOffset val="100"/>
        <c:noMultiLvlLbl val="0"/>
      </c:catAx>
      <c:valAx>
        <c:axId val="54400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4408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2020年</c:v>
                </c:pt>
                <c:pt idx="1">
                  <c:v>Q1季度</c:v>
                </c:pt>
                <c:pt idx="2">
                  <c:v>ABC</c:v>
                </c:pt>
                <c:pt idx="3">
                  <c:v>第3组</c:v>
                </c:pt>
                <c:pt idx="4">
                  <c:v>iPhone用户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2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1C-40DA-972E-E400C503F0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289055"/>
        <c:axId val="61288095"/>
      </c:barChart>
      <c:catAx>
        <c:axId val="61289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1288095"/>
        <c:crosses val="autoZero"/>
        <c:auto val="1"/>
        <c:lblAlgn val="ctr"/>
        <c:lblOffset val="100"/>
        <c:noMultiLvlLbl val="0"/>
      </c:catAx>
      <c:valAx>
        <c:axId val="612880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12890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B6B489-CCCF-0A39-7012-E9E888AF9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8C9122-AC3E-6E33-C432-81D4BB361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7BC909-558F-2579-B7AD-7C2D5C171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7AF5B-F839-4EE8-82DE-812209429BC2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F938A5-6725-0862-690B-A56BD6B8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B441D-691C-2E7D-6EF1-5D3B402EA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6C812-E528-4B74-AC47-A2544E635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13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88204-202A-CE0D-5D1F-4BD95CB55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B7D816-CA2E-A2C3-908F-33B847117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BE1A94-78FE-F42F-E551-A0D62CBC8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7AF5B-F839-4EE8-82DE-812209429BC2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3280C-A546-6F60-2DBD-E6F014FDF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C77B0A-9BE6-86D4-F1C0-222DB3F7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6C812-E528-4B74-AC47-A2544E635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573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423503-441D-BAE8-8DD3-ABDF66E06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61FD2-E448-0CD9-8FAA-07364EFC2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1ED11C-903E-3C06-8283-4CE03083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7AF5B-F839-4EE8-82DE-812209429BC2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6122ED-D9B6-031B-0047-6C5A719ED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FB82D7-6921-98F2-BAFC-3F58F393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6C812-E528-4B74-AC47-A2544E635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23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2659B3-006E-781D-3FD7-0C4D65FC8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25C944-0423-32C9-4DE6-9B7E478C9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E25D8A-AD79-5E49-BDA1-84744ECAC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6519F4-72CE-2800-B0A6-E31C3E9A8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7AF5B-F839-4EE8-82DE-812209429BC2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B55143-556B-0920-18B2-C054A5E8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F6F07A-50DE-CC97-E433-578D40D7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6C812-E528-4B74-AC47-A2544E635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501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85D24-A288-297C-F541-0F46BDB42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1E382A-C660-7AD3-31F2-53D80A693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C13568-2332-F340-0E8C-9A4EC9DEA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5270BA-0EA8-4F1B-535D-25E572658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7C8DD81-395F-BA9F-6628-3EA4B2939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595EAE-67B8-43B1-BCB4-E832FF2A7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7AF5B-F839-4EE8-82DE-812209429BC2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994EAF-13C9-F550-1291-F69545547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C60B269-08BF-5186-D41C-E1ABAB2F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6C812-E528-4B74-AC47-A2544E635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592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CA7ED4-9399-AB2F-00DC-FBCEEC869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1646B7-5600-E971-223A-406B1D02F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7AF5B-F839-4EE8-82DE-812209429BC2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FB3040-41C2-883F-964D-497042908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DFF0BA-D51A-9728-6D21-7A5A53EFF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6C812-E528-4B74-AC47-A2544E635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712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AFBE1D-BE40-1245-55F7-3749BC2C2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7AF5B-F839-4EE8-82DE-812209429BC2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D5686C-9C7B-49CB-9A44-04075F4D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5C87B4-6BE0-5767-B616-0A5950B2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6C812-E528-4B74-AC47-A2544E635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748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9E744A-1707-71C0-3B52-9273453D1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4029EE-4E35-EC13-12E4-B3661806A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F18C9B-2F1D-C88F-9E1A-F3873B8D5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0C78D1-5F0F-8505-070A-FF797DCAF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7AF5B-F839-4EE8-82DE-812209429BC2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51DC9C-E72D-AADE-598D-272C9BC2A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D45888-F3FB-9F64-9ABC-FF7387040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6C812-E528-4B74-AC47-A2544E635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44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F89932-7968-FE4C-4039-6200BBE15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02C804-F0B0-C306-B0C4-68D76FCE7D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FA60E9-4131-D06E-AC78-5E2A93893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F46BD7-22CD-96C2-3D1B-57C88A560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7AF5B-F839-4EE8-82DE-812209429BC2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1026D7-92D2-AF99-3121-75D2DAC6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599170-4805-41CB-193E-5A1393FFD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6C812-E528-4B74-AC47-A2544E635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397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12059-6469-9D84-ADB9-B39174CB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F4246B-834C-D1D2-E130-EA73C94B2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4849E2-584A-ED7B-646C-BA407BBA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7AF5B-F839-4EE8-82DE-812209429BC2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F38C68-A41A-D41B-2D4B-0BFFA282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E4E9A5-AC21-5258-6424-9FB92990E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6C812-E528-4B74-AC47-A2544E635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97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96958A-FC0D-601E-B3EE-D18C93889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D27E01-528F-698F-B985-0A8BDE077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39970A-DCEB-0D60-1846-950D8B102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7AF5B-F839-4EE8-82DE-812209429BC2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D6230C-146B-64B7-E306-A076F56FD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05B79F-AB09-599D-1850-C80D7592F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6C812-E528-4B74-AC47-A2544E635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110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3DCA095-C527-B2C7-3125-B458D24AF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D45B69-3F32-86B4-8A8A-244F4F615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4700A3-3679-D030-D58E-A56831A5F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67AF5B-F839-4EE8-82DE-812209429BC2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FB6EC4-10AD-9A02-00D2-61EC53E5A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F38962-5BF1-22AD-46D1-ABECB1592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6C812-E528-4B74-AC47-A2544E6355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519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9860A726-A685-CC68-17A7-E33FAE77B2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2994887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1BB905E9-F5C8-1FEE-2E7B-D6E04C47E8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235285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58621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2026-10-19T03:19:32Z</dcterms:created>
  <dcterms:modified xsi:type="dcterms:W3CDTF">2026-10-19T03:19:32Z</dcterms:modified>
</cp:coreProperties>
</file>