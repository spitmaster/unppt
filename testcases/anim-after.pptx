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935CB-B4E5-912C-2D8C-2431DD83A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EEAF1F-BA77-2B01-E8D7-72AC9784F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652EC8-7652-97EE-86A9-CB3A46A6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A223C-F9AE-7C6F-CBAB-810D3297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1C476-53E2-2BBA-DD79-AB627D11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707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72564-D3DD-EA7F-C0BB-349D7945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1217B-81FC-48E3-EB02-F84E5393D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ED9710-7FD1-7440-E7AD-5667687F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976606-9EC5-96AC-B1F5-FB8567C7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18969-489A-FD02-F769-2BDCA2493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55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38153-3AAD-7B28-AA19-FF5715A9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C95897-724B-F6D3-8CDD-F5E8C4B43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9D54A7-E265-61E7-9B50-6DAF7CBE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36FEF-5F12-0D87-9CD0-04C0E2F0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DB6FF4-817D-D493-1AE8-509148CA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13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4F332-24D1-4432-3BAA-86A4EDD9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AD195F-82F2-2C70-97EB-8C548FB34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16B217-3500-9A67-DE88-D60A2DFBD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BFEDE9-60B5-03EB-B9EF-D92E328D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81A8A3-F80D-B72E-CB81-84D0988E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B372DC-C849-6811-E950-D7862169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4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73EA3-B034-D7EF-FD87-31CE8E9A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7EABFB-8CF3-CA8E-61E7-22BD2FA46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E22AF8-2C60-8B44-2A3C-B5C638CC8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B24DCC-C40E-0644-4C01-54A15949C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39663C-5E22-1960-42D0-BC8D5E953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97EA87-BD5F-A16D-EEF3-B4046674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2D6A0D-74C4-967E-1379-C8A8A1F23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A23F84-6EE2-9633-7C7C-4BFBB00AD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11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01C71-DFF9-085D-FB7E-5388B8B8A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F347A0-1823-2DE9-DCC0-CEA20E7E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023D7C-6FA9-271F-2C91-0BD75CFD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0F7434-DF65-B834-907C-088C16B2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28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FD1154-0BEF-262F-0D58-50EF9461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07A31E-0BB2-50A0-6C9C-D85E0B62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3CF3EC-6883-FE7B-814A-02A6393B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4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D4EC8-4ABA-5116-1D59-BF01B82D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87720-10C0-D17E-B417-D0C51E878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F71197-D9E3-AEED-058A-444A007E8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04A23B-A4A0-B202-B0D8-673B8EB0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BC28C6-4E4D-007C-36BB-4ABE7429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A72B00-2D69-46D1-6FB1-07583C25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3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B64C29-6E4D-EA2E-D5DF-C8DD51DF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0AA871A-0141-CD08-93FC-EEB215E21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1AC1F9-5E33-E7E2-B796-FDE62C96D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AB2565-6E85-D069-84BE-BBB2A5C55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B0BE1C-F9CA-945B-59EB-BBE07035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25AECF-D144-1867-BD7B-F69B7931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54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11D32-BB5A-3120-0550-0F04E177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38BC5B-436E-AE25-F291-DCD0EC0AB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962B41-4A8A-9333-2F7C-2AB6D5D06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46D385-B576-F74A-89CC-323DD206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3D78B8-7087-DA5D-271A-87996294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7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662F3C-0BA0-62C6-058B-2AFE1E249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C5A8A0-EE8C-6C08-5CCB-99515FBF2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A6227-6C7E-3DB1-5C5E-E4CFF3B7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90B19-EE57-DE14-533F-2497EED8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97FFF0-F8B8-88FA-4127-D31AD275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98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55202B-BDBA-87AC-45DE-075348166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6CA59-F60A-83C6-1463-C6CCBA22B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A8234-B921-B567-8AC7-C7F2DE8DF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EABC3-0EAC-40E4-B45F-20A9F309DA3D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3159BB-F033-79DE-C7AD-C555B38DC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FC8D-B8EB-81C6-B8A2-FAD6C9D9E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5CE73-DDA8-4431-A51D-62C4783B9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27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874D60-C903-40ED-CA56-45E03450B144}"/>
              </a:ext>
            </a:extLst>
          </p:cNvPr>
          <p:cNvSpPr txBox="1"/>
          <p:nvPr/>
        </p:nvSpPr>
        <p:spPr>
          <a:xfrm>
            <a:off x="1270000" y="1016000"/>
            <a:ext cx="9652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000">
                <a:solidFill>
                  <a:srgbClr val="000000"/>
                </a:solidFill>
              </a:rPr>
              <a:t>第一条要点</a:t>
            </a:r>
          </a:p>
          <a:p>
            <a:r>
              <a:rPr lang="zh-CN" altLang="en-US" sz="4000">
                <a:solidFill>
                  <a:srgbClr val="000000"/>
                </a:solidFill>
              </a:rPr>
              <a:t>第二条要点</a:t>
            </a:r>
          </a:p>
          <a:p>
            <a:r>
              <a:rPr lang="zh-CN" altLang="en-US" sz="4000">
                <a:solidFill>
                  <a:srgbClr val="000000"/>
                </a:solidFill>
              </a:rPr>
              <a:t>第三条要点</a:t>
            </a:r>
          </a:p>
        </p:txBody>
      </p:sp>
    </p:spTree>
    <p:extLst>
      <p:ext uri="{BB962C8B-B14F-4D97-AF65-F5344CB8AC3E}">
        <p14:creationId xmlns:p14="http://schemas.microsoft.com/office/powerpoint/2010/main" val="299755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3A5935-9C1D-E1AE-1FD1-9BE833D7964E}"/>
              </a:ext>
            </a:extLst>
          </p:cNvPr>
          <p:cNvSpPr/>
          <p:nvPr/>
        </p:nvSpPr>
        <p:spPr>
          <a:xfrm>
            <a:off x="1016000" y="2286000"/>
            <a:ext cx="3048000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455568-8C87-720D-BF96-BEC4C16CA6ED}"/>
              </a:ext>
            </a:extLst>
          </p:cNvPr>
          <p:cNvSpPr/>
          <p:nvPr/>
        </p:nvSpPr>
        <p:spPr>
          <a:xfrm>
            <a:off x="4826000" y="2286000"/>
            <a:ext cx="3048000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2D6B8-5D8F-158D-2921-64D03C872D0B}"/>
              </a:ext>
            </a:extLst>
          </p:cNvPr>
          <p:cNvSpPr/>
          <p:nvPr/>
        </p:nvSpPr>
        <p:spPr>
          <a:xfrm>
            <a:off x="8636000" y="2286000"/>
            <a:ext cx="3048000" cy="20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14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2026-10-13T12:03:08Z</dcterms:created>
  <dcterms:modified xsi:type="dcterms:W3CDTF">2026-10-13T12:03:08Z</dcterms:modified>
</cp:coreProperties>
</file>