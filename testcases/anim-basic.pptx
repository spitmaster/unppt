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C80DA1-AF47-89FC-F64B-BBA6E705EB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629F4FD-6869-0D66-CAE3-ABFCEBB4AA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6E5BC8-F629-A269-8C0B-3A4C50602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41D4F-EE55-48F2-87BB-8DAC59B08683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1ED8A0-B117-E64E-6BD4-02BD3566D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74E762-53C8-896B-624B-FA1F59B6D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E2716-F312-40B9-BEE9-CCC5FA21CE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9547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18EC12-402B-88CD-40B3-A7D5EC227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F466CB-C1A6-FB62-1558-C7DE711932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882EC7-3F20-E501-7723-84A9F610B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41D4F-EE55-48F2-87BB-8DAC59B08683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EF80C1-D39D-8176-C3BB-E1B8F88E0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61B449-A8F0-EBF4-58EC-AC6130B12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E2716-F312-40B9-BEE9-CCC5FA21CE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1747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778A0D-A393-677E-2451-683B44F53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D33C47C-56BA-4C56-F04D-29B3B3B2F4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40AC2F-0AAF-00D9-7A89-4470DCD73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41D4F-EE55-48F2-87BB-8DAC59B08683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97AC6D-4E6C-5C94-B708-0AF52800A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EB3B5E-4474-D70D-DFDD-B1776CC7D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E2716-F312-40B9-BEE9-CCC5FA21CE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5593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973F20-022B-1786-3635-9BA1782AA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AAE527-C1A6-1A17-F7AC-527F760ED2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4AD58AE-5A3A-5569-F2BC-29B662791D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7E311DB-BB82-5F17-04D2-495C06535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41D4F-EE55-48F2-87BB-8DAC59B08683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D1567DD-4D55-12B3-84CC-B794070C1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5D0D03A-FE8C-B65D-031A-146B43A7E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E2716-F312-40B9-BEE9-CCC5FA21CE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0080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EE6AFE-B5AA-2CBD-4CB4-7B0EB2DBE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17D1433-8EE5-CBAE-2A8B-3E92E77BA9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2454DA7-9614-9839-C35F-07197149D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198E057-523C-6C23-0BFC-0310D1C697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891F6A2-2A3B-ACD8-5011-3061402A75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3640F38-8C84-BB0E-4C68-898CAF9DB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41D4F-EE55-48F2-87BB-8DAC59B08683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EA79951-076A-B4FA-42F4-F61098989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2D81FD3-9321-F6C3-D8FF-D3B33E0D9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E2716-F312-40B9-BEE9-CCC5FA21CE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2600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D4477A-2F80-4138-8F80-F93694B8F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7897170-1E34-5CA8-3331-781196CDB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41D4F-EE55-48F2-87BB-8DAC59B08683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8B6056D-5D6C-FD13-8F4F-499336AEA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B145AE3-8589-C7A3-2016-C3948A6F6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E2716-F312-40B9-BEE9-CCC5FA21CE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0648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7F93BF8-8D47-60FD-2955-CAA4A0BEC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41D4F-EE55-48F2-87BB-8DAC59B08683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A9E4E9D-2D67-F533-965E-794B5739A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311EA69-18C7-A414-92CF-24AF399D9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E2716-F312-40B9-BEE9-CCC5FA21CE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0296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BBD2CC-2B6E-B91B-1E31-4A6F77B7D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0B277B-997A-B0DF-3461-706BE1064C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CBD7F84-B8E5-3264-820B-F2821AACCE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629BE3A-BA9F-5B1E-8AD6-5A8AEAFBB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41D4F-EE55-48F2-87BB-8DAC59B08683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D8EEC71-4741-C696-8E16-8C29FCFD9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3767650-8080-E00D-672C-F00A1E8C9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E2716-F312-40B9-BEE9-CCC5FA21CE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3062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90762F-4AAE-3396-B088-F72832F3E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D22B4D2-7ED6-1BCA-4341-2FA462A446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5119A7B-8235-A29C-40FF-2CDBB40E27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65E8C1C-8133-B51E-27E1-67053D9E8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41D4F-EE55-48F2-87BB-8DAC59B08683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ADA6078-C0C6-6D9A-1C67-F2122EF40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5E75241-409C-5D27-A859-BCCB4C73C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E2716-F312-40B9-BEE9-CCC5FA21CE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142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030FE3-068D-371A-F58F-CE415F7BE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989793D-160D-6AFA-93ED-8C01A63632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AF481A-0464-D776-51B4-ACA6196FF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41D4F-EE55-48F2-87BB-8DAC59B08683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979932-D8F6-BE51-F439-B75E2176E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E8EDA0-278F-0972-0956-F59832E1C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E2716-F312-40B9-BEE9-CCC5FA21CE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694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CE78C40-3580-AC56-45D0-B9142F8A14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86BFAE7-C74D-F9A9-5B89-D7CAD2EE9E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82D460-5457-C9B4-1C69-059F5D19E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41D4F-EE55-48F2-87BB-8DAC59B08683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17C104-5E6F-099C-B987-954EE304F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A5268F-8DF3-91A9-5185-4E6EF30C2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E2716-F312-40B9-BEE9-CCC5FA21CE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5557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1739280-2499-E3C2-50B8-D205F4173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9CBBEC0-D994-01E7-0704-12F595B2F5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B8FA77-9DEB-761F-F81C-A19EAA546E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C41D4F-EE55-48F2-87BB-8DAC59B08683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03B0EB-B164-0379-2544-D27249A301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0063BC-74EA-48DA-C583-34B6245693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8E2716-F312-40B9-BEE9-CCC5FA21CE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7107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2CACAED-BF4F-F752-C014-A68EAEEBFF33}"/>
              </a:ext>
            </a:extLst>
          </p:cNvPr>
          <p:cNvSpPr/>
          <p:nvPr/>
        </p:nvSpPr>
        <p:spPr>
          <a:xfrm>
            <a:off x="508000" y="1905000"/>
            <a:ext cx="2540000" cy="1905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动画 </a:t>
            </a:r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F6EF539-5492-CD42-E122-35121896DCC5}"/>
              </a:ext>
            </a:extLst>
          </p:cNvPr>
          <p:cNvSpPr/>
          <p:nvPr/>
        </p:nvSpPr>
        <p:spPr>
          <a:xfrm>
            <a:off x="3429000" y="1905000"/>
            <a:ext cx="2540000" cy="1905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动画 </a:t>
            </a:r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F8DDE69-46A7-7FED-4708-716D32AF2494}"/>
              </a:ext>
            </a:extLst>
          </p:cNvPr>
          <p:cNvSpPr/>
          <p:nvPr/>
        </p:nvSpPr>
        <p:spPr>
          <a:xfrm>
            <a:off x="6350000" y="1905000"/>
            <a:ext cx="2540000" cy="1905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动画 </a:t>
            </a:r>
            <a:r>
              <a:rPr lang="en-US" altLang="zh-CN"/>
              <a:t>3</a:t>
            </a:r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9D20A94-9A1F-1E95-B15D-8D11C93DB6B6}"/>
              </a:ext>
            </a:extLst>
          </p:cNvPr>
          <p:cNvSpPr/>
          <p:nvPr/>
        </p:nvSpPr>
        <p:spPr>
          <a:xfrm>
            <a:off x="9271000" y="1905000"/>
            <a:ext cx="2540000" cy="1905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动画 </a:t>
            </a:r>
            <a:r>
              <a:rPr lang="en-US" altLang="zh-CN"/>
              <a:t>4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396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3" grpId="0" animBg="1"/>
      <p:bldP spid="4" grpId="0" animBg="1"/>
      <p:bldP spid="5" grpId="0" animBg="1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自定义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2026-10-12T11:45:58Z</dcterms:created>
  <dcterms:modified xsi:type="dcterms:W3CDTF">2026-10-12T11:45:58Z</dcterms:modified>
</cp:coreProperties>
</file>