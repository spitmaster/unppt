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8CC17-8545-BE49-4F72-EB55C35FF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6B8D5B-070D-D237-8038-52A6EA390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8F8EB-31CC-476C-0555-07D97503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BBFBB-A81E-231E-0F6F-8D77E35A4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4CA6A-D41B-2CE6-C070-8E04E15D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44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432C6-638C-FDD2-7273-E291268C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D12A0-5195-9702-58F0-2B061AB53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5E5C6-9795-0CE2-814B-5215A0615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B97613-59AF-3315-D31F-29BAD2B7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27490-B3D6-42DC-9FF1-8C91F930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89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BB816-3C3D-4D05-1528-0F8A254A5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9242F5-75C1-F333-EF87-6358F701D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724BE-C7E2-B37A-FCDE-7D94CF89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403AB9-EB34-00B2-775D-E3C264C6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EEBBBB-EC09-7BC5-65D0-D56699CD1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45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D3E49-E2BB-F302-EB3A-E23F5499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293978-51EB-489A-D39D-4B785FED5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FFD3F0-BFA7-D017-1EE2-F44FD400F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7DEC36-7297-DF15-122A-F999FA7D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E6517F-846F-EBF9-B125-54594F77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8315EF-342A-9EEB-D3B5-C7CA93F6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59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149B5-61FD-D889-5204-28179255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E151CD-526E-D7FA-1BDE-B7FD80146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5FC06E-AC15-B42F-CC6F-5B0419878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2D8080-D820-2267-9928-C42DE2AA3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FC3861-A238-4420-37B9-4BA668D6F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47A937-344A-6541-D7C6-60B540FC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3E511F-DE22-7261-E67E-5D07242C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48640A-8882-DEFE-4C0A-585B09A78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08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F426B-B634-AD35-F17C-1399D7F4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A2650D-31A4-CD51-8FD4-20F23CFE2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8E4377-200A-367B-55A3-98099AD81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428584-AAC4-68A2-0932-E27FF64D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21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7DA01B-7076-D1BA-3C08-F4F961FE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DC0965-29D5-B80B-0A3A-759B9BC3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6AE82C-B51C-6723-7923-32A72220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845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CDB3D-DAFB-7909-815C-2FBE9D83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B6729-8EA0-F166-6829-C8EC98604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D6B8C6-6949-93B1-EABA-07FF80227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D2EFE3-704E-0521-5A00-00CE269C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53141C-447D-AB8D-842A-C8AEF90D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EE4146-381C-38AF-C893-7E0833F5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22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0A13A-B4C0-EE8E-B0BB-594F68B3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355611-5243-07BF-BFA9-AD97FF8D5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F93E3A-5B2B-66F6-FEEA-9F65158F6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9C6CD6-07B2-15B2-7E87-D3857208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468D52-C37C-0C5F-67D5-B6A055CA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B1821F-C015-F7CE-2696-0F2C8797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71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C2B29-4B5C-6189-17A0-673DA26F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88CC91-02FC-AEC3-F144-C378921E3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E38874-9559-311F-8306-B44A4993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1BEF7-0A57-1045-6555-1CED1C79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BB4F8-8585-E081-5098-32E831AA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20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D1AE84-D314-EB40-E930-1E0EC709F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65251D-BFD3-7CD6-C06F-1704E1FB0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C285B-EE0A-8775-388B-52C8243C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D99786-AA12-8483-ED8E-6E1C947E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DCB468-EA3C-C739-51F9-AE7721AA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50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7A2416-661E-B858-18D9-18D3570F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CD176D-1B38-899D-8829-492E007B9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FB40B2-917C-C9ED-1013-88A6EF9C9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863F5-3783-4A9F-B9D0-01B06B51C4E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C7117-3B4E-0BDB-E294-0EBCB21A3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1E218-216A-9781-3639-81F020C6E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45DEB-7817-4373-B7F8-53010411E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88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950AB41-0D6C-08D9-A3C8-F4AC9997AE6C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Paged" pitchFamily="34" charset="-122"/>
                <a:ea typeface="Unppt Missing Paged" pitchFamily="34" charset="-122"/>
              </a:rPr>
              <a:t>第 </a:t>
            </a:r>
            <a:r>
              <a:rPr lang="en-US" altLang="zh-CN" sz="2800">
                <a:latin typeface="Unppt Missing Paged" pitchFamily="34" charset="-122"/>
                <a:ea typeface="Unppt Missing Paged" pitchFamily="34" charset="-122"/>
              </a:rPr>
              <a:t>1 </a:t>
            </a:r>
            <a:r>
              <a:rPr lang="zh-CN" altLang="en-US" sz="2800">
                <a:latin typeface="Unppt Missing Paged" pitchFamily="34" charset="-122"/>
                <a:ea typeface="Unppt Missing Paged" pitchFamily="34" charset="-122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421614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1EF2E8-6AD5-C318-D69D-A573C85E8B8A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Paged"/>
                <a:ea typeface="Unppt Missing Paged"/>
              </a:rPr>
              <a:t>第 </a:t>
            </a:r>
            <a:r>
              <a:rPr lang="en-US" altLang="zh-CN" sz="2800">
                <a:latin typeface="Unppt Missing Paged"/>
                <a:ea typeface="Unppt Missing Paged"/>
              </a:rPr>
              <a:t>2 </a:t>
            </a:r>
            <a:r>
              <a:rPr lang="zh-CN" altLang="en-US" sz="2800">
                <a:latin typeface="Unppt Missing Paged"/>
                <a:ea typeface="Unppt Missing Paged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119434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5C7CA8-A9E3-49BC-1FDD-02F8E693332E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Paged"/>
                <a:ea typeface="Unppt Missing Paged"/>
              </a:rPr>
              <a:t>第 </a:t>
            </a:r>
            <a:r>
              <a:rPr lang="en-US" altLang="zh-CN" sz="2800">
                <a:latin typeface="Unppt Missing Paged"/>
                <a:ea typeface="Unppt Missing Paged"/>
              </a:rPr>
              <a:t>3 </a:t>
            </a:r>
            <a:r>
              <a:rPr lang="zh-CN" altLang="en-US" sz="2800">
                <a:latin typeface="Unppt Missing Paged"/>
                <a:ea typeface="Unppt Missing Paged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188327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553199-D94B-0F83-BE9F-116443C43D00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Paged" pitchFamily="34" charset="-128"/>
                <a:ea typeface="Unppt Missing Paged" pitchFamily="34" charset="-128"/>
              </a:rPr>
              <a:t>第 </a:t>
            </a:r>
            <a:r>
              <a:rPr lang="en-US" altLang="zh-CN" sz="2800">
                <a:latin typeface="Unppt Missing Paged" pitchFamily="34" charset="-128"/>
                <a:ea typeface="Unppt Missing Paged" pitchFamily="34" charset="-128"/>
              </a:rPr>
              <a:t>4 </a:t>
            </a:r>
            <a:r>
              <a:rPr lang="zh-CN" altLang="en-US" sz="2800">
                <a:latin typeface="Unppt Missing Paged" pitchFamily="34" charset="-128"/>
                <a:ea typeface="Unppt Missing Paged" pitchFamily="34" charset="-128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1054951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086640-21BD-C8F5-142B-5DAEE612B3E9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Paged"/>
                <a:ea typeface="Unppt Missing Paged"/>
              </a:rPr>
              <a:t>第 </a:t>
            </a:r>
            <a:r>
              <a:rPr lang="en-US" altLang="zh-CN" sz="2800">
                <a:latin typeface="Unppt Missing Paged"/>
                <a:ea typeface="Unppt Missing Paged"/>
              </a:rPr>
              <a:t>5 </a:t>
            </a:r>
            <a:r>
              <a:rPr lang="zh-CN" altLang="en-US" sz="2800">
                <a:latin typeface="Unppt Missing Paged"/>
                <a:ea typeface="Unppt Missing Paged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224827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自定义</PresentationFormat>
  <Paragraphs>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MarkerFont0</vt:lpstr>
      <vt:lpstr>MarkerFont1</vt:lpstr>
      <vt:lpstr>MarkerFont2</vt:lpstr>
      <vt:lpstr>MarkerFont3</vt:lpstr>
      <vt:lpstr>MarkerFont4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2026-10-15T15:57:47Z</dcterms:created>
  <dcterms:modified xsi:type="dcterms:W3CDTF">2026-10-15T15:57:47Z</dcterms:modified>
</cp:coreProperties>
</file>