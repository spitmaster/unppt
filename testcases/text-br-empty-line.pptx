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77B5F0-0DC9-A733-5038-17401266C9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10D39F3-6252-8EEF-A558-BEB6427F5A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F13D7C-5837-E11E-5A80-570E9C554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6F746-6BDE-438A-AD41-97E357A4D972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0FEFEC-FC65-1CA8-4A81-50251E154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E016F2-F187-AD0D-EEC6-999299D7A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CEE62-8EA3-4C5D-BFD2-3760BE9517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9749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8466C0-5F64-26A9-3F06-F0D8543D7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8B2F91-5BDD-8383-AB71-FD6AD9A83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E48D22-ADB8-7E53-7EA7-2C45C4D0D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6F746-6BDE-438A-AD41-97E357A4D972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3874D8-2BA4-9C12-2DDF-FF644E580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4B1D4F-4415-EF8E-E657-9976FAE6D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CEE62-8EA3-4C5D-BFD2-3760BE9517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2248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C7EDE0-8862-CFC4-8E9D-02ABE7BD1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08CAE8A-25D2-6DCB-CE7A-87343C71C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48FF7F-2706-B44F-CB32-1223D046E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6F746-6BDE-438A-AD41-97E357A4D972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2ACB87-C5BC-5524-2452-BF0D9A837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8904A8-D7FE-52FF-81BB-D9DE28EB6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CEE62-8EA3-4C5D-BFD2-3760BE9517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5454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9B9A05-ACFF-92FA-2E77-A6F38916B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3AE5C1-1A41-7E4D-A1A5-F894FE52C4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C333595-049A-3122-9821-E9763B0086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A593D1-ABB2-47EC-BE86-C96AD4437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6F746-6BDE-438A-AD41-97E357A4D972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E431D57-BDF2-BA4C-0404-86F1A06B9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18465E-97F7-3A25-48DD-4257AAE7C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CEE62-8EA3-4C5D-BFD2-3760BE9517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0313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42A96D-E265-7AEA-A43F-AD50103CD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0E0CD48-95E7-DE5C-BB03-CC7597862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050F222-6DC7-2414-1BE9-FCFB32703C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F8D4F38-1623-11BD-9791-9AB966B36F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8377F1D-AB94-8481-16CF-E2C1C8389A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F002AF7-2669-FAC2-4159-64FCA8FA6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6F746-6BDE-438A-AD41-97E357A4D972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A8708CA-6935-6CCD-F7E1-E2C419FEB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D028915-2A73-15DD-A626-D5C47771A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CEE62-8EA3-4C5D-BFD2-3760BE9517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5295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2EAD5F-19B8-AB54-0C8C-E19A60457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89090AB-5B84-024E-D3F0-B846D0E8A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6F746-6BDE-438A-AD41-97E357A4D972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637A872-1809-0C79-7815-4571D3490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5BDD48B-D505-27A8-9C6C-9CCAD50B9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CEE62-8EA3-4C5D-BFD2-3760BE9517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7293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55F3CD0-664E-5688-D03B-0F7C9F2BE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6F746-6BDE-438A-AD41-97E357A4D972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BAC47F1-A975-A172-4EC5-D7B66D4B8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F56471-51E5-A961-3D34-D38424ADA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CEE62-8EA3-4C5D-BFD2-3760BE9517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840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DDF3B5-45C6-BB51-2FBD-6810911A9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CA2E3C-080F-E6DF-9DD8-DB04BE665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DF29B86-FE9D-D11E-E3D1-9212C0D5F0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23130D3-46C3-F2A7-5FB3-95E660EDF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6F746-6BDE-438A-AD41-97E357A4D972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17C1752-53D5-9EE2-908C-522B42719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793DC8-DCFF-E29D-D217-326F9A49F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CEE62-8EA3-4C5D-BFD2-3760BE9517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2901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58CB51-655C-0456-A43E-0C1B6246B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09F5FA9-B1B7-B016-9823-62F9B9C8EE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F32D758-1232-E552-D9DA-1F6C6B78A7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3E31298-DE20-F100-4FEC-4BFF87B01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6F746-6BDE-438A-AD41-97E357A4D972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5F3711-A8E3-A39B-D78F-08FBAD743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C86423-4A92-B296-38C8-B493B6DEF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CEE62-8EA3-4C5D-BFD2-3760BE9517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356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7B4921-E8DA-A885-5836-A11FF5CB5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DD75131-DE3D-0259-2924-B2C5E7328E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ADFCE2-6CCC-72B6-77C8-DFB30121F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6F746-6BDE-438A-AD41-97E357A4D972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F774E7-7880-597A-C883-B7F670959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D5EC8D-EA5B-1722-0466-B980D1E4C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CEE62-8EA3-4C5D-BFD2-3760BE9517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899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3DF097A-1002-80C9-82C5-8DBA9E52AF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A4AC39A-09E3-2A49-6EC5-BCBE47281D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45D5C-9A44-73AB-C1B8-0C31DC6D3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6F746-6BDE-438A-AD41-97E357A4D972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8D3D06-962B-9047-C817-28DD3C473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7568D5-2F73-229E-4AAD-2D2D3503F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CEE62-8EA3-4C5D-BFD2-3760BE9517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2271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792F3DE-59AE-A164-2078-CE6BDFCC4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3D4BF2-1A68-1668-AE8E-41825578AA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D5865A-E9AE-5945-9D27-C9EF848FF7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66F746-6BDE-438A-AD41-97E357A4D972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227F6A-6080-0DCC-9782-11098775DD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410CF2-468F-588D-8B4B-0DE8A0110B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2CEE62-8EA3-4C5D-BFD2-3760BE9517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484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F989288-2B4B-BBF3-3954-015BE70CF918}"/>
              </a:ext>
            </a:extLst>
          </p:cNvPr>
          <p:cNvSpPr txBox="1"/>
          <p:nvPr/>
        </p:nvSpPr>
        <p:spPr>
          <a:xfrm>
            <a:off x="254000" y="508000"/>
            <a:ext cx="2794000" cy="369332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r>
              <a:rPr lang="zh-CN" sz="1000"/>
              <a:t>第一行十磅</a:t>
            </a:r>
            <a:br>
              <a:rPr lang="zh-CN" sz="1000"/>
            </a:br>
            <a:br>
              <a:rPr lang="zh-CN" sz="4000"/>
            </a:br>
            <a:r>
              <a:rPr lang="zh-CN" sz="1000"/>
              <a:t>第三行十磅</a:t>
            </a:r>
            <a:endParaRPr lang="zh-CN" sz="1800"/>
          </a:p>
          <a:p>
            <a:r>
              <a:rPr lang="zh-CN" altLang="en-US" sz="1000"/>
              <a:t>后面一段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92475F5-8E3B-DEF2-CC72-8C7239987235}"/>
              </a:ext>
            </a:extLst>
          </p:cNvPr>
          <p:cNvSpPr txBox="1"/>
          <p:nvPr/>
        </p:nvSpPr>
        <p:spPr>
          <a:xfrm>
            <a:off x="3238500" y="508000"/>
            <a:ext cx="2794000" cy="369332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r>
              <a:rPr lang="zh-CN" sz="1000"/>
              <a:t>第一行十磅</a:t>
            </a:r>
            <a:br>
              <a:rPr lang="zh-CN" sz="4000"/>
            </a:br>
            <a:br>
              <a:rPr lang="zh-CN" sz="1000"/>
            </a:br>
            <a:r>
              <a:rPr lang="zh-CN" sz="1000"/>
              <a:t>第三行十磅</a:t>
            </a:r>
            <a:endParaRPr lang="zh-CN" sz="1800"/>
          </a:p>
          <a:p>
            <a:r>
              <a:rPr lang="zh-CN" altLang="en-US" sz="1000"/>
              <a:t>后面一段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14AF13D-5005-7200-F1F3-B1B3F782B927}"/>
              </a:ext>
            </a:extLst>
          </p:cNvPr>
          <p:cNvSpPr txBox="1"/>
          <p:nvPr/>
        </p:nvSpPr>
        <p:spPr>
          <a:xfrm>
            <a:off x="6223000" y="508000"/>
            <a:ext cx="2794000" cy="369332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r>
              <a:rPr lang="zh-CN" sz="800"/>
              <a:t>第一行八磅</a:t>
            </a:r>
            <a:br>
              <a:rPr lang="zh-CN" sz="800"/>
            </a:br>
            <a:r>
              <a:rPr lang="zh-CN" sz="800"/>
              <a:t/>
            </a:r>
            <a:br>
              <a:rPr lang="zh-CN" sz="800"/>
            </a:br>
            <a:r>
              <a:rPr lang="zh-CN" sz="800"/>
              <a:t>第三行八磅</a:t>
            </a:r>
            <a:endParaRPr lang="zh-CN" sz="1800"/>
          </a:p>
          <a:p>
            <a:r>
              <a:rPr lang="zh-CN" altLang="en-US" sz="1000"/>
              <a:t>后面一段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6F308B5-4A48-5F1E-4415-F4A056170EF6}"/>
              </a:ext>
            </a:extLst>
          </p:cNvPr>
          <p:cNvSpPr txBox="1"/>
          <p:nvPr/>
        </p:nvSpPr>
        <p:spPr>
          <a:xfrm>
            <a:off x="9207500" y="508000"/>
            <a:ext cx="2794000" cy="369332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r>
              <a:rPr lang="zh-CN" sz="1000"/>
              <a:t>第一行十磅</a:t>
            </a:r>
            <a:br>
              <a:rPr lang="zh-CN" sz="1000"/>
            </a:br>
            <a:endParaRPr lang="zh-CN" sz="4000"/>
          </a:p>
          <a:p>
            <a:r>
              <a:rPr lang="zh-CN" altLang="en-US" sz="1000"/>
              <a:t>后面一段</a:t>
            </a:r>
          </a:p>
        </p:txBody>
      </p:sp>
    </p:spTree>
    <p:extLst>
      <p:ext uri="{BB962C8B-B14F-4D97-AF65-F5344CB8AC3E}">
        <p14:creationId xmlns:p14="http://schemas.microsoft.com/office/powerpoint/2010/main" val="2584965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自定义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2026-10-17T08:48:45Z</dcterms:created>
  <dcterms:modified xsi:type="dcterms:W3CDTF">2026-10-17T08:48:45Z</dcterms:modified>
</cp:coreProperties>
</file>