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B607BF-2440-4B19-BA62-393C4A037B80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46B9F2D-C9E8-4F2E-BC57-CDCE204D65D1}">
      <dgm:prSet phldrT="[文本]"/>
      <dgm:spPr/>
      <dgm:t>
        <a:bodyPr/>
        <a:lstStyle/>
        <a:p>
          <a:r>
            <a:rPr lang="zh-CN" altLang="en-US"/>
            <a:t>象限 </a:t>
          </a:r>
          <a:r>
            <a:rPr lang="en-US" altLang="zh-CN"/>
            <a:t>1</a:t>
          </a:r>
          <a:endParaRPr lang="zh-CN" altLang="en-US"/>
        </a:p>
      </dgm:t>
    </dgm:pt>
    <dgm:pt modelId="{DD1D7093-6E41-4D8B-B9E1-4F5BCC4FC387}" type="parTrans" cxnId="{8F3EB870-4223-4E72-AB33-EFF07DCAAC4C}">
      <dgm:prSet/>
      <dgm:spPr/>
      <dgm:t>
        <a:bodyPr/>
        <a:lstStyle/>
        <a:p>
          <a:endParaRPr lang="zh-CN" altLang="en-US"/>
        </a:p>
      </dgm:t>
    </dgm:pt>
    <dgm:pt modelId="{6B84B3A4-7C93-4964-A9F1-0F33030BC279}" type="sibTrans" cxnId="{8F3EB870-4223-4E72-AB33-EFF07DCAAC4C}">
      <dgm:prSet/>
      <dgm:spPr/>
      <dgm:t>
        <a:bodyPr/>
        <a:lstStyle/>
        <a:p>
          <a:endParaRPr lang="zh-CN" altLang="en-US"/>
        </a:p>
      </dgm:t>
    </dgm:pt>
    <dgm:pt modelId="{D94A7321-C82C-49B3-B760-AE13C67A21EA}">
      <dgm:prSet phldrT="[文本]"/>
      <dgm:spPr/>
      <dgm:t>
        <a:bodyPr/>
        <a:lstStyle/>
        <a:p>
          <a:r>
            <a:rPr lang="zh-CN" altLang="en-US"/>
            <a:t>象限 </a:t>
          </a:r>
          <a:r>
            <a:rPr lang="en-US" altLang="zh-CN"/>
            <a:t>2</a:t>
          </a:r>
          <a:endParaRPr lang="zh-CN" altLang="en-US"/>
        </a:p>
      </dgm:t>
    </dgm:pt>
    <dgm:pt modelId="{28AF243C-4ABF-4077-A7E2-28EBC79E37BC}" type="parTrans" cxnId="{A80088F1-E319-4ACF-AFD5-2E7B994D9E90}">
      <dgm:prSet/>
      <dgm:spPr/>
      <dgm:t>
        <a:bodyPr/>
        <a:lstStyle/>
        <a:p>
          <a:endParaRPr lang="zh-CN" altLang="en-US"/>
        </a:p>
      </dgm:t>
    </dgm:pt>
    <dgm:pt modelId="{C5726BEA-746D-4B90-ADF7-6BF081776AB9}" type="sibTrans" cxnId="{A80088F1-E319-4ACF-AFD5-2E7B994D9E90}">
      <dgm:prSet/>
      <dgm:spPr/>
      <dgm:t>
        <a:bodyPr/>
        <a:lstStyle/>
        <a:p>
          <a:endParaRPr lang="zh-CN" altLang="en-US"/>
        </a:p>
      </dgm:t>
    </dgm:pt>
    <dgm:pt modelId="{2E8F2370-1A99-4E73-A996-3D8F75A7282D}">
      <dgm:prSet phldrT="[文本]"/>
      <dgm:spPr/>
      <dgm:t>
        <a:bodyPr/>
        <a:lstStyle/>
        <a:p>
          <a:r>
            <a:rPr lang="zh-CN" altLang="en-US"/>
            <a:t>象限 </a:t>
          </a:r>
          <a:r>
            <a:rPr lang="en-US" altLang="zh-CN"/>
            <a:t>3</a:t>
          </a:r>
          <a:endParaRPr lang="zh-CN" altLang="en-US"/>
        </a:p>
      </dgm:t>
    </dgm:pt>
    <dgm:pt modelId="{CD092EA6-8202-4FC7-886C-9EC061B98BC7}" type="parTrans" cxnId="{685C51ED-87B8-4F9E-AD03-19A29A4D6E7D}">
      <dgm:prSet/>
      <dgm:spPr/>
      <dgm:t>
        <a:bodyPr/>
        <a:lstStyle/>
        <a:p>
          <a:endParaRPr lang="zh-CN" altLang="en-US"/>
        </a:p>
      </dgm:t>
    </dgm:pt>
    <dgm:pt modelId="{AD21058F-957D-4204-AA8B-8FB5C4C66079}" type="sibTrans" cxnId="{685C51ED-87B8-4F9E-AD03-19A29A4D6E7D}">
      <dgm:prSet/>
      <dgm:spPr/>
      <dgm:t>
        <a:bodyPr/>
        <a:lstStyle/>
        <a:p>
          <a:endParaRPr lang="zh-CN" altLang="en-US"/>
        </a:p>
      </dgm:t>
    </dgm:pt>
    <dgm:pt modelId="{941C9EFA-BB01-4A0E-8EB5-21147C60F67B}">
      <dgm:prSet phldrT="[文本]"/>
      <dgm:spPr/>
      <dgm:t>
        <a:bodyPr/>
        <a:lstStyle/>
        <a:p>
          <a:r>
            <a:rPr lang="zh-CN" altLang="en-US"/>
            <a:t>象限 </a:t>
          </a:r>
          <a:r>
            <a:rPr lang="en-US" altLang="zh-CN"/>
            <a:t>4</a:t>
          </a:r>
          <a:endParaRPr lang="zh-CN" altLang="en-US"/>
        </a:p>
      </dgm:t>
    </dgm:pt>
    <dgm:pt modelId="{99A33895-6422-44EB-8DFD-6DBDE04E1C6B}" type="parTrans" cxnId="{5997F6F4-F0DF-42F9-9743-535A2A003B18}">
      <dgm:prSet/>
      <dgm:spPr/>
      <dgm:t>
        <a:bodyPr/>
        <a:lstStyle/>
        <a:p>
          <a:endParaRPr lang="zh-CN" altLang="en-US"/>
        </a:p>
      </dgm:t>
    </dgm:pt>
    <dgm:pt modelId="{1822AE59-F95A-439F-A7CF-69619A3D5340}" type="sibTrans" cxnId="{5997F6F4-F0DF-42F9-9743-535A2A003B18}">
      <dgm:prSet/>
      <dgm:spPr/>
      <dgm:t>
        <a:bodyPr/>
        <a:lstStyle/>
        <a:p>
          <a:endParaRPr lang="zh-CN" altLang="en-US"/>
        </a:p>
      </dgm:t>
    </dgm:pt>
    <dgm:pt modelId="{8A7C11F3-6920-49C4-9BF6-B20E8B6C6A09}">
      <dgm:prSet phldrT="[文本]"/>
      <dgm:spPr/>
      <dgm:t>
        <a:bodyPr/>
        <a:lstStyle/>
        <a:p>
          <a:r>
            <a:rPr lang="zh-CN" altLang="en-US"/>
            <a:t>象限 </a:t>
          </a:r>
          <a:r>
            <a:rPr lang="en-US" altLang="zh-CN"/>
            <a:t>5</a:t>
          </a:r>
          <a:endParaRPr lang="zh-CN" altLang="en-US"/>
        </a:p>
      </dgm:t>
    </dgm:pt>
    <dgm:pt modelId="{8CADE738-9C3D-4885-919C-3DA57AAC38D7}" type="parTrans" cxnId="{976C1E15-6462-409E-AC8C-A53BB3435396}">
      <dgm:prSet/>
      <dgm:spPr/>
      <dgm:t>
        <a:bodyPr/>
        <a:lstStyle/>
        <a:p>
          <a:endParaRPr lang="zh-CN" altLang="en-US"/>
        </a:p>
      </dgm:t>
    </dgm:pt>
    <dgm:pt modelId="{39434F02-B31F-4BFB-B77F-4D9281FD67C7}" type="sibTrans" cxnId="{976C1E15-6462-409E-AC8C-A53BB3435396}">
      <dgm:prSet/>
      <dgm:spPr/>
      <dgm:t>
        <a:bodyPr/>
        <a:lstStyle/>
        <a:p>
          <a:endParaRPr lang="zh-CN" altLang="en-US"/>
        </a:p>
      </dgm:t>
    </dgm:pt>
    <dgm:pt modelId="{8346AA5E-7F85-49E7-ADD4-A4057A199F6B}" type="pres">
      <dgm:prSet presAssocID="{BFB607BF-2440-4B19-BA62-393C4A037B80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30C5B91-BB85-440F-8954-A8F285955EDE}" type="pres">
      <dgm:prSet presAssocID="{BFB607BF-2440-4B19-BA62-393C4A037B80}" presName="matrix" presStyleCnt="0"/>
      <dgm:spPr/>
    </dgm:pt>
    <dgm:pt modelId="{D199E84F-9CA3-4976-8370-B185F2AE3269}" type="pres">
      <dgm:prSet presAssocID="{BFB607BF-2440-4B19-BA62-393C4A037B80}" presName="tile1" presStyleLbl="node1" presStyleIdx="0" presStyleCnt="4"/>
      <dgm:spPr/>
    </dgm:pt>
    <dgm:pt modelId="{8B70FF35-7903-4B36-B77A-A69B7848C03F}" type="pres">
      <dgm:prSet presAssocID="{BFB607BF-2440-4B19-BA62-393C4A037B80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28F3241-418A-4456-9DD1-48088187E898}" type="pres">
      <dgm:prSet presAssocID="{BFB607BF-2440-4B19-BA62-393C4A037B80}" presName="tile2" presStyleLbl="node1" presStyleIdx="1" presStyleCnt="4"/>
      <dgm:spPr/>
    </dgm:pt>
    <dgm:pt modelId="{D44EC8B0-96A8-4CD1-B513-048806794B83}" type="pres">
      <dgm:prSet presAssocID="{BFB607BF-2440-4B19-BA62-393C4A037B80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4E1245C-CDD1-4E88-9660-7A315C5B651E}" type="pres">
      <dgm:prSet presAssocID="{BFB607BF-2440-4B19-BA62-393C4A037B80}" presName="tile3" presStyleLbl="node1" presStyleIdx="2" presStyleCnt="4"/>
      <dgm:spPr/>
    </dgm:pt>
    <dgm:pt modelId="{61695667-25E8-4AB0-B2A2-A53631164495}" type="pres">
      <dgm:prSet presAssocID="{BFB607BF-2440-4B19-BA62-393C4A037B80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5B1B260-4BAB-4C66-AACA-8DA6886698F8}" type="pres">
      <dgm:prSet presAssocID="{BFB607BF-2440-4B19-BA62-393C4A037B80}" presName="tile4" presStyleLbl="node1" presStyleIdx="3" presStyleCnt="4"/>
      <dgm:spPr/>
    </dgm:pt>
    <dgm:pt modelId="{3C610C5A-7489-4645-8BCD-E5637DFC63BE}" type="pres">
      <dgm:prSet presAssocID="{BFB607BF-2440-4B19-BA62-393C4A037B80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A92BAD5-5C11-48E5-955C-A196C1B15936}" type="pres">
      <dgm:prSet presAssocID="{BFB607BF-2440-4B19-BA62-393C4A037B80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976C1E15-6462-409E-AC8C-A53BB3435396}" srcId="{546B9F2D-C9E8-4F2E-BC57-CDCE204D65D1}" destId="{8A7C11F3-6920-49C4-9BF6-B20E8B6C6A09}" srcOrd="3" destOrd="0" parTransId="{8CADE738-9C3D-4885-919C-3DA57AAC38D7}" sibTransId="{39434F02-B31F-4BFB-B77F-4D9281FD67C7}"/>
    <dgm:cxn modelId="{4218DF28-43BF-47DE-86AB-882D15377A60}" type="presOf" srcId="{941C9EFA-BB01-4A0E-8EB5-21147C60F67B}" destId="{04E1245C-CDD1-4E88-9660-7A315C5B651E}" srcOrd="0" destOrd="0" presId="urn:microsoft.com/office/officeart/2005/8/layout/matrix1"/>
    <dgm:cxn modelId="{7472602F-83F5-409C-9670-259A5DA06670}" type="presOf" srcId="{546B9F2D-C9E8-4F2E-BC57-CDCE204D65D1}" destId="{BA92BAD5-5C11-48E5-955C-A196C1B15936}" srcOrd="0" destOrd="0" presId="urn:microsoft.com/office/officeart/2005/8/layout/matrix1"/>
    <dgm:cxn modelId="{51803A44-3601-471F-87FF-A190A2A63ECC}" type="presOf" srcId="{8A7C11F3-6920-49C4-9BF6-B20E8B6C6A09}" destId="{E5B1B260-4BAB-4C66-AACA-8DA6886698F8}" srcOrd="0" destOrd="0" presId="urn:microsoft.com/office/officeart/2005/8/layout/matrix1"/>
    <dgm:cxn modelId="{1C3F644D-139A-488C-AF51-B9490F5102B8}" type="presOf" srcId="{941C9EFA-BB01-4A0E-8EB5-21147C60F67B}" destId="{61695667-25E8-4AB0-B2A2-A53631164495}" srcOrd="1" destOrd="0" presId="urn:microsoft.com/office/officeart/2005/8/layout/matrix1"/>
    <dgm:cxn modelId="{8F3EB870-4223-4E72-AB33-EFF07DCAAC4C}" srcId="{BFB607BF-2440-4B19-BA62-393C4A037B80}" destId="{546B9F2D-C9E8-4F2E-BC57-CDCE204D65D1}" srcOrd="0" destOrd="0" parTransId="{DD1D7093-6E41-4D8B-B9E1-4F5BCC4FC387}" sibTransId="{6B84B3A4-7C93-4964-A9F1-0F33030BC279}"/>
    <dgm:cxn modelId="{5878A774-FA7D-48A8-BA27-931F4599BCD2}" type="presOf" srcId="{D94A7321-C82C-49B3-B760-AE13C67A21EA}" destId="{8B70FF35-7903-4B36-B77A-A69B7848C03F}" srcOrd="1" destOrd="0" presId="urn:microsoft.com/office/officeart/2005/8/layout/matrix1"/>
    <dgm:cxn modelId="{75ECD7AB-CEA7-48B3-A266-74BF998E687A}" type="presOf" srcId="{2E8F2370-1A99-4E73-A996-3D8F75A7282D}" destId="{A28F3241-418A-4456-9DD1-48088187E898}" srcOrd="0" destOrd="0" presId="urn:microsoft.com/office/officeart/2005/8/layout/matrix1"/>
    <dgm:cxn modelId="{A447D7AF-2F4E-4321-849D-2A81D8C1EE1C}" type="presOf" srcId="{BFB607BF-2440-4B19-BA62-393C4A037B80}" destId="{8346AA5E-7F85-49E7-ADD4-A4057A199F6B}" srcOrd="0" destOrd="0" presId="urn:microsoft.com/office/officeart/2005/8/layout/matrix1"/>
    <dgm:cxn modelId="{3BE2ECC8-0EBB-4D3C-9072-1EEDA8D97D42}" type="presOf" srcId="{8A7C11F3-6920-49C4-9BF6-B20E8B6C6A09}" destId="{3C610C5A-7489-4645-8BCD-E5637DFC63BE}" srcOrd="1" destOrd="0" presId="urn:microsoft.com/office/officeart/2005/8/layout/matrix1"/>
    <dgm:cxn modelId="{06CFD3D3-CA67-4BCD-B2EF-89FF11CC0381}" type="presOf" srcId="{D94A7321-C82C-49B3-B760-AE13C67A21EA}" destId="{D199E84F-9CA3-4976-8370-B185F2AE3269}" srcOrd="0" destOrd="0" presId="urn:microsoft.com/office/officeart/2005/8/layout/matrix1"/>
    <dgm:cxn modelId="{685C51ED-87B8-4F9E-AD03-19A29A4D6E7D}" srcId="{546B9F2D-C9E8-4F2E-BC57-CDCE204D65D1}" destId="{2E8F2370-1A99-4E73-A996-3D8F75A7282D}" srcOrd="1" destOrd="0" parTransId="{CD092EA6-8202-4FC7-886C-9EC061B98BC7}" sibTransId="{AD21058F-957D-4204-AA8B-8FB5C4C66079}"/>
    <dgm:cxn modelId="{A80088F1-E319-4ACF-AFD5-2E7B994D9E90}" srcId="{546B9F2D-C9E8-4F2E-BC57-CDCE204D65D1}" destId="{D94A7321-C82C-49B3-B760-AE13C67A21EA}" srcOrd="0" destOrd="0" parTransId="{28AF243C-4ABF-4077-A7E2-28EBC79E37BC}" sibTransId="{C5726BEA-746D-4B90-ADF7-6BF081776AB9}"/>
    <dgm:cxn modelId="{5997F6F4-F0DF-42F9-9743-535A2A003B18}" srcId="{546B9F2D-C9E8-4F2E-BC57-CDCE204D65D1}" destId="{941C9EFA-BB01-4A0E-8EB5-21147C60F67B}" srcOrd="2" destOrd="0" parTransId="{99A33895-6422-44EB-8DFD-6DBDE04E1C6B}" sibTransId="{1822AE59-F95A-439F-A7CF-69619A3D5340}"/>
    <dgm:cxn modelId="{15605FFB-F9A5-407E-A1FF-50C536781AFE}" type="presOf" srcId="{2E8F2370-1A99-4E73-A996-3D8F75A7282D}" destId="{D44EC8B0-96A8-4CD1-B513-048806794B83}" srcOrd="1" destOrd="0" presId="urn:microsoft.com/office/officeart/2005/8/layout/matrix1"/>
    <dgm:cxn modelId="{592BAB29-6CD3-41AF-9931-01A2A75EDCDB}" type="presParOf" srcId="{8346AA5E-7F85-49E7-ADD4-A4057A199F6B}" destId="{030C5B91-BB85-440F-8954-A8F285955EDE}" srcOrd="0" destOrd="0" presId="urn:microsoft.com/office/officeart/2005/8/layout/matrix1"/>
    <dgm:cxn modelId="{531F92FC-4CEE-4DBA-B5F9-37B71B386B92}" type="presParOf" srcId="{030C5B91-BB85-440F-8954-A8F285955EDE}" destId="{D199E84F-9CA3-4976-8370-B185F2AE3269}" srcOrd="0" destOrd="0" presId="urn:microsoft.com/office/officeart/2005/8/layout/matrix1"/>
    <dgm:cxn modelId="{B05D2392-BE90-4C2E-8922-817BD55BD403}" type="presParOf" srcId="{030C5B91-BB85-440F-8954-A8F285955EDE}" destId="{8B70FF35-7903-4B36-B77A-A69B7848C03F}" srcOrd="1" destOrd="0" presId="urn:microsoft.com/office/officeart/2005/8/layout/matrix1"/>
    <dgm:cxn modelId="{9D8E6EBC-B235-40AD-969B-E8CFBFE0E06B}" type="presParOf" srcId="{030C5B91-BB85-440F-8954-A8F285955EDE}" destId="{A28F3241-418A-4456-9DD1-48088187E898}" srcOrd="2" destOrd="0" presId="urn:microsoft.com/office/officeart/2005/8/layout/matrix1"/>
    <dgm:cxn modelId="{9DF3A2CA-58F6-44E4-869F-B6836C206327}" type="presParOf" srcId="{030C5B91-BB85-440F-8954-A8F285955EDE}" destId="{D44EC8B0-96A8-4CD1-B513-048806794B83}" srcOrd="3" destOrd="0" presId="urn:microsoft.com/office/officeart/2005/8/layout/matrix1"/>
    <dgm:cxn modelId="{A6337423-D9C4-4784-BD39-E864FD96B4D6}" type="presParOf" srcId="{030C5B91-BB85-440F-8954-A8F285955EDE}" destId="{04E1245C-CDD1-4E88-9660-7A315C5B651E}" srcOrd="4" destOrd="0" presId="urn:microsoft.com/office/officeart/2005/8/layout/matrix1"/>
    <dgm:cxn modelId="{5EDC9BA2-59F5-4974-8991-4089AE551783}" type="presParOf" srcId="{030C5B91-BB85-440F-8954-A8F285955EDE}" destId="{61695667-25E8-4AB0-B2A2-A53631164495}" srcOrd="5" destOrd="0" presId="urn:microsoft.com/office/officeart/2005/8/layout/matrix1"/>
    <dgm:cxn modelId="{33D009E2-56AA-45CC-A385-5D5EBEFA259C}" type="presParOf" srcId="{030C5B91-BB85-440F-8954-A8F285955EDE}" destId="{E5B1B260-4BAB-4C66-AACA-8DA6886698F8}" srcOrd="6" destOrd="0" presId="urn:microsoft.com/office/officeart/2005/8/layout/matrix1"/>
    <dgm:cxn modelId="{FD4E3327-A65F-4B51-B453-E4FD8CCF939D}" type="presParOf" srcId="{030C5B91-BB85-440F-8954-A8F285955EDE}" destId="{3C610C5A-7489-4645-8BCD-E5637DFC63BE}" srcOrd="7" destOrd="0" presId="urn:microsoft.com/office/officeart/2005/8/layout/matrix1"/>
    <dgm:cxn modelId="{82EDC16B-4195-4D80-B5C8-D3E3AEBCF974}" type="presParOf" srcId="{8346AA5E-7F85-49E7-ADD4-A4057A199F6B}" destId="{BA92BAD5-5C11-48E5-955C-A196C1B15936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9E84F-9CA3-4976-8370-B185F2AE3269}">
      <dsp:nvSpPr>
        <dsp:cNvPr id="0" name=""/>
        <dsp:cNvSpPr/>
      </dsp:nvSpPr>
      <dsp:spPr>
        <a:xfrm rot="16200000">
          <a:off x="1079500" y="-1079500"/>
          <a:ext cx="2921000" cy="5080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160" tIns="391160" rIns="391160" bIns="39116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象限 </a:t>
          </a:r>
          <a:r>
            <a:rPr lang="en-US" altLang="zh-CN" sz="5500" kern="1200"/>
            <a:t>2</a:t>
          </a:r>
          <a:endParaRPr lang="zh-CN" altLang="en-US" sz="5500" kern="1200"/>
        </a:p>
      </dsp:txBody>
      <dsp:txXfrm rot="5400000">
        <a:off x="0" y="0"/>
        <a:ext cx="5080000" cy="2190750"/>
      </dsp:txXfrm>
    </dsp:sp>
    <dsp:sp modelId="{A28F3241-418A-4456-9DD1-48088187E898}">
      <dsp:nvSpPr>
        <dsp:cNvPr id="0" name=""/>
        <dsp:cNvSpPr/>
      </dsp:nvSpPr>
      <dsp:spPr>
        <a:xfrm>
          <a:off x="5080000" y="0"/>
          <a:ext cx="5080000" cy="2921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160" tIns="391160" rIns="391160" bIns="39116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象限 </a:t>
          </a:r>
          <a:r>
            <a:rPr lang="en-US" altLang="zh-CN" sz="5500" kern="1200"/>
            <a:t>3</a:t>
          </a:r>
          <a:endParaRPr lang="zh-CN" altLang="en-US" sz="5500" kern="1200"/>
        </a:p>
      </dsp:txBody>
      <dsp:txXfrm>
        <a:off x="5080000" y="0"/>
        <a:ext cx="5080000" cy="2190750"/>
      </dsp:txXfrm>
    </dsp:sp>
    <dsp:sp modelId="{04E1245C-CDD1-4E88-9660-7A315C5B651E}">
      <dsp:nvSpPr>
        <dsp:cNvPr id="0" name=""/>
        <dsp:cNvSpPr/>
      </dsp:nvSpPr>
      <dsp:spPr>
        <a:xfrm rot="10800000">
          <a:off x="0" y="2921000"/>
          <a:ext cx="5080000" cy="2921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160" tIns="391160" rIns="391160" bIns="39116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象限 </a:t>
          </a:r>
          <a:r>
            <a:rPr lang="en-US" altLang="zh-CN" sz="5500" kern="1200"/>
            <a:t>4</a:t>
          </a:r>
          <a:endParaRPr lang="zh-CN" altLang="en-US" sz="5500" kern="1200"/>
        </a:p>
      </dsp:txBody>
      <dsp:txXfrm rot="10800000">
        <a:off x="0" y="3651249"/>
        <a:ext cx="5080000" cy="2190750"/>
      </dsp:txXfrm>
    </dsp:sp>
    <dsp:sp modelId="{E5B1B260-4BAB-4C66-AACA-8DA6886698F8}">
      <dsp:nvSpPr>
        <dsp:cNvPr id="0" name=""/>
        <dsp:cNvSpPr/>
      </dsp:nvSpPr>
      <dsp:spPr>
        <a:xfrm rot="5400000">
          <a:off x="6159500" y="1841499"/>
          <a:ext cx="2921000" cy="5080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160" tIns="391160" rIns="391160" bIns="39116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象限 </a:t>
          </a:r>
          <a:r>
            <a:rPr lang="en-US" altLang="zh-CN" sz="5500" kern="1200"/>
            <a:t>5</a:t>
          </a:r>
          <a:endParaRPr lang="zh-CN" altLang="en-US" sz="5500" kern="1200"/>
        </a:p>
      </dsp:txBody>
      <dsp:txXfrm rot="-5400000">
        <a:off x="5080000" y="3651249"/>
        <a:ext cx="5080000" cy="2190750"/>
      </dsp:txXfrm>
    </dsp:sp>
    <dsp:sp modelId="{BA92BAD5-5C11-48E5-955C-A196C1B15936}">
      <dsp:nvSpPr>
        <dsp:cNvPr id="0" name=""/>
        <dsp:cNvSpPr/>
      </dsp:nvSpPr>
      <dsp:spPr>
        <a:xfrm>
          <a:off x="3556000" y="2190750"/>
          <a:ext cx="3048000" cy="146050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500" kern="1200"/>
            <a:t>象限 </a:t>
          </a:r>
          <a:r>
            <a:rPr lang="en-US" altLang="zh-CN" sz="5500" kern="1200"/>
            <a:t>1</a:t>
          </a:r>
          <a:endParaRPr lang="zh-CN" altLang="en-US" sz="5500" kern="1200"/>
        </a:p>
      </dsp:txBody>
      <dsp:txXfrm>
        <a:off x="3627296" y="2262046"/>
        <a:ext cx="2905408" cy="1317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28CE0-5018-49E0-9A87-64EB23573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0831E0-6839-2A14-5448-668F9E175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9548F8-526E-3265-BAF1-569C4D2F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F64FC-B486-F6F6-8AC7-FC1CFBEE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DAAAA-E599-41B3-63D4-AF6C31E3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52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7D631-5C77-84F9-CE50-366A7CC2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45A85-80ED-7273-A46E-7E4BCB6DF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55922-B24B-F5B8-5A02-06CE2A0C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84355B-93DC-F5DB-9FDC-9AB41E29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71051-64D7-484E-C22D-8052B486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94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F17D6-9E78-E1A9-A62F-F3FEF741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46CCB1-DC11-0041-96E4-0855EB961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D7D92E-6739-D443-E9A1-FB9EF3A9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5E334E-7F74-118F-9B87-5D365A60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5A83F-9BDF-8B9B-242F-35703629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24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C3B6F-9005-8DE3-92EF-3B8960C5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76697-0DF0-9D84-229E-7B72C8600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E86F7D-A88A-2784-DBF8-33AA74A96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4C7B8-A08B-2E2A-9216-76F08353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0F5689-3CB7-0428-30EB-E4A12D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E3BD1-B84E-2AEA-B896-D13BE76C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50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98336-B75A-DCAB-8972-D49AA90C8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515576-C5F1-1D9B-D54D-8C454526A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7B876B-1163-AD36-E345-6C3349C1F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A1BB35-FA5B-6B11-1614-0812D8413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6A3CF7-9D40-1ADE-ECEB-F5BC633F1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D48A47-86EB-FF01-3DDE-F3086A6D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F6F3DE-9E12-6EFB-C6DC-B03CF157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04BB81-E1CE-8B17-C730-9FDA0C90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39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25B4C-E9EE-A455-9C6E-898641E8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877861-2825-81AB-6029-CA797EEB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417464-D0AA-7660-2510-019F21D8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3558E8-8416-C7DA-6B78-CD8259E0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3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936041-36A0-021F-8A9E-0BCEE8A1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DFF0C8-724C-E035-40AE-1BAA3F770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001AF-05C4-5D73-404F-A74E4590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70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66C8B-B827-E0EC-44E0-463C0AD10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020078-3B62-C51A-1705-B9A8EF9F9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8FAA6C-668E-EFFA-43C2-A946B4BF7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43E8B3-AEBB-2BFA-4A8D-9D4206A5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FB71CF-6657-A2C3-D767-1E41DEA7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53D4F5-1237-144C-D3C8-206A10D9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4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6F018-5E6B-18A4-501A-4913ACC3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0FEB9C-F1A5-BA54-D14F-6DFEBA737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CA7472-88BE-EFFB-2BC0-ADAD6CBC6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89D03-832B-F692-C6D4-B886C681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4315F3-621B-077D-E10E-FED0BD63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06F30-2C93-94B2-FD60-2AC8C39D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8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9A731-834B-DAF4-83C0-212E84D8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5BB92F-9490-E9E9-03DC-8DB2AFB05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0CFEC-1157-8D3B-801B-891AD7CD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331FB-C6BC-7866-F46C-8FE6224E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D63AD0-D408-C9B1-DE9F-FB42AB74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2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4D3794-A3F3-A420-C95F-DB821651C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7F1E80-4DB1-D2F1-8BB2-29DFB49C2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FE395-B89A-D891-CD83-D78DD458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2CC94-4EA3-82EE-1B33-C7A9116E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F078F-2039-BD29-03B9-EF22F713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29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F09F75-56E1-1677-C205-FC04726D5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8DC713-BA76-27B2-D4E5-28371892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EC175-BD74-2CBB-96B3-9641CCE51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A9C8C-A273-4497-8CC3-4197D48BED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92CE8B-7F6B-B7BE-2996-79025B98D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D2677-C682-B47C-E4C6-531CED48A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EE798-A1E9-4B0E-BD18-5AC1E8AEC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22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E7957CAC-6D03-8DBA-638B-1949D0A43F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0478035"/>
              </p:ext>
            </p:extLst>
          </p:nvPr>
        </p:nvGraphicFramePr>
        <p:xfrm>
          <a:off x="1016000" y="508000"/>
          <a:ext cx="10160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650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2026-10-15T12:56:37Z</dcterms:created>
  <dcterms:modified xsi:type="dcterms:W3CDTF">2026-10-15T12:56:37Z</dcterms:modified>
</cp:coreProperties>
</file>