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2E924-B27E-E310-E249-40154638C3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B6760-2E95-A087-5FE4-BB6674497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8C11AC-7FBB-5C65-F721-130235E5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00ADB5-FC30-56EB-BEB5-2272EE84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0E9793-E223-7884-1E88-B1CA24DE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82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F25A11-104F-3AD2-0F70-A2C5125F7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5955FB-C32D-0166-A2D7-C681A69D5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63D303-271E-5215-35F1-78FAC102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E19F5A-30EE-9B63-A18D-D41E19B5A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4F1528-68D6-6B9C-265B-3974D5F8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532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32A84-462E-E0E0-6DC4-6199557F1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E5FADE-0BCA-DD6C-CEBD-B48F6C8F6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8C3F33-58AB-AE7A-0262-BA296321A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CA97AF-9F8F-5BDD-7147-FDFD3D1E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8DEAE6-28AD-A4C3-119D-59642F2A2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93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08A788-0BF9-81D9-D3EB-C7F0D8B6A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839B52-6111-B6BB-0BF3-3303FD8F92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5C30061-B358-351E-AC9E-6E1B76A11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407C43-FE05-6ABB-EB08-89FA29F46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B41A97-FBC0-858C-05CA-B161CDE9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BF6EE1-EA8A-FBE3-64D0-1A9ED88C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3780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AA7B6-7450-EEC3-3909-A71A31D61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5D619F-B411-FC13-FD80-A758FA5FB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73BC59-3EC2-C840-75AE-6067F3D871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314035-0EBB-2194-B810-39E1384B6C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AA19AB-6122-4F77-5BC5-52177679C4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B89BEB-DDF8-4A11-0D02-226FFA65E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C3547C-A193-94C2-C081-502B15F52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91DD89-BA26-A30F-5179-241A9121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325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68AEA-EB5D-CCD7-6CF2-55117666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181DE0-36D6-44D6-E7D9-3B3B5B92D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6B1FC2-1AE0-661C-76BC-78F537602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DCFCB2-F92C-79B5-F62A-ADE6C74D3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80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6BA8F37-8F66-EA7A-D868-CCD9E679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70A5FD-3162-96DD-A77E-FDD93288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2BEA24-8440-540C-B7A9-F6E3473D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174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D5792-B99E-52F6-DDA7-1AF820CA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2977A9-A942-7A55-2BBA-0CB5C0F23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74C0A2-9A78-EE8C-1DD1-AB4BFD2A3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892D81-77E1-FCC4-B603-7131162F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972707B-73AC-C9AF-E164-8DE2B0E88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95A9B3-16C4-7BA0-0B10-A0D76693B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262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CA1709-72A5-7148-E173-DA325C9D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E9C1A8-8D32-1D46-E729-872D3274D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9F3D88-CD30-4348-7B03-BF763C4D1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C4953C-3556-4FF0-B35E-51B4E1F9A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8B0CE7-BBFB-5BEB-4BF4-94B04CBE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C6A1A3-FCEB-27AA-7BB2-986E5370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175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182B10-8032-1071-FC2C-A9E12904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3E11A5-FA09-87DE-45FC-3C0934EED8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DABCB7-07A4-CED2-AB46-1E94A60A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F8B4B4-A849-AAED-9F99-7DBD249D5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D2D211-F563-D2D4-4636-E1C725BF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915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4312A57-4957-AF63-CB58-F618CE46E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95B7F47-B112-3262-2DAD-8B93A2E3F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44C048-7C6D-26FA-DCC5-38FA3CA10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1DD755-EA7D-AB76-7C59-F747F83BB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7DB2DA-AEE8-1B81-B72E-C3AB16E2C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956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C57D62-181B-4268-B486-9B00E4D7C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ECCE14-6184-ED24-8925-AAB81C681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68CB3-C6B5-51D6-1F23-F2A70AE65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CC6E5-7115-4BE3-B67F-22293E14CCA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098F1A-050E-967D-A379-0F60DAFFD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68D8EB-0D25-AB23-F093-518DF4AF9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650E5-99F9-432B-931A-7EE743250C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33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156133-90D0-0C63-EFC6-D5429929BB59}"/>
              </a:ext>
            </a:extLst>
          </p:cNvPr>
          <p:cNvSpPr txBox="1"/>
          <p:nvPr/>
        </p:nvSpPr>
        <p:spPr>
          <a:xfrm>
            <a:off x="101600" y="762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342900" indent="-342900" algn="l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342900" indent="-342900" algn="l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FE346D6-D552-2BF9-CE68-1DF449B68CD9}"/>
              </a:ext>
            </a:extLst>
          </p:cNvPr>
          <p:cNvSpPr txBox="1"/>
          <p:nvPr/>
        </p:nvSpPr>
        <p:spPr>
          <a:xfrm>
            <a:off x="2514600" y="762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342900" indent="-342900" algn="ctr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342900" indent="-342900" algn="ctr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0CA6DF8-3DC1-4817-8F36-7536021B697A}"/>
              </a:ext>
            </a:extLst>
          </p:cNvPr>
          <p:cNvSpPr txBox="1"/>
          <p:nvPr/>
        </p:nvSpPr>
        <p:spPr>
          <a:xfrm>
            <a:off x="4927600" y="762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342900" indent="-342900" algn="r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342900" indent="-342900" algn="r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4A06E58-7D67-5DD8-363D-B45A84EE4045}"/>
              </a:ext>
            </a:extLst>
          </p:cNvPr>
          <p:cNvSpPr txBox="1"/>
          <p:nvPr/>
        </p:nvSpPr>
        <p:spPr>
          <a:xfrm>
            <a:off x="7340600" y="762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342900" indent="-342900" algn="just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8E68AF3-D998-2E79-6A34-25DB19E15D50}"/>
              </a:ext>
            </a:extLst>
          </p:cNvPr>
          <p:cNvSpPr txBox="1"/>
          <p:nvPr/>
        </p:nvSpPr>
        <p:spPr>
          <a:xfrm>
            <a:off x="9753600" y="762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342900" indent="-342900" algn="dist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342900" indent="-342900" algn="dist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79ED7CF-D72F-CCE8-E5EE-D402227C444B}"/>
              </a:ext>
            </a:extLst>
          </p:cNvPr>
          <p:cNvSpPr txBox="1"/>
          <p:nvPr/>
        </p:nvSpPr>
        <p:spPr>
          <a:xfrm>
            <a:off x="101600" y="17653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228600" algn="l">
              <a:buFont typeface="Wingdings" pitchFamily="2" charset="2"/>
              <a:buChar char="§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571500" indent="-228600" algn="l">
              <a:buFont typeface="Wingdings" pitchFamily="2" charset="2"/>
              <a:buChar char="§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ACB259E-873B-6E81-9AC9-33EB83BCB622}"/>
              </a:ext>
            </a:extLst>
          </p:cNvPr>
          <p:cNvSpPr txBox="1"/>
          <p:nvPr/>
        </p:nvSpPr>
        <p:spPr>
          <a:xfrm>
            <a:off x="2514600" y="17653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228600" algn="ctr">
              <a:buFont typeface="Wingdings" pitchFamily="2" charset="2"/>
              <a:buChar char="§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571500" indent="-228600" algn="ctr">
              <a:buFont typeface="Wingdings" pitchFamily="2" charset="2"/>
              <a:buChar char="§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4F26932-376A-4B6B-67D1-CB27AB65A452}"/>
              </a:ext>
            </a:extLst>
          </p:cNvPr>
          <p:cNvSpPr txBox="1"/>
          <p:nvPr/>
        </p:nvSpPr>
        <p:spPr>
          <a:xfrm>
            <a:off x="4927600" y="17653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228600" algn="r">
              <a:buFont typeface="Wingdings" pitchFamily="2" charset="2"/>
              <a:buChar char="§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571500" indent="-228600" algn="r">
              <a:buFont typeface="Wingdings" pitchFamily="2" charset="2"/>
              <a:buChar char="§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3A0BC7F-A40C-1904-28B0-83707647491D}"/>
              </a:ext>
            </a:extLst>
          </p:cNvPr>
          <p:cNvSpPr txBox="1"/>
          <p:nvPr/>
        </p:nvSpPr>
        <p:spPr>
          <a:xfrm>
            <a:off x="7340600" y="17653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228600" algn="just">
              <a:buFont typeface="Wingdings" pitchFamily="2" charset="2"/>
              <a:buChar char="§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571500" indent="-228600" algn="just">
              <a:buFont typeface="Wingdings" pitchFamily="2" charset="2"/>
              <a:buChar char="§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FCA25AE-4E3E-DB04-8082-1A8577DEF3BA}"/>
              </a:ext>
            </a:extLst>
          </p:cNvPr>
          <p:cNvSpPr txBox="1"/>
          <p:nvPr/>
        </p:nvSpPr>
        <p:spPr>
          <a:xfrm>
            <a:off x="9753600" y="17653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571500" indent="-228600" algn="dist">
              <a:buFont typeface="Wingdings" pitchFamily="2" charset="2"/>
              <a:buChar char="§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571500" indent="-228600" algn="dist">
              <a:buFont typeface="Wingdings" pitchFamily="2" charset="2"/>
              <a:buChar char="§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316080-5782-1FAF-7E49-A90A5113BD0B}"/>
              </a:ext>
            </a:extLst>
          </p:cNvPr>
          <p:cNvSpPr txBox="1"/>
          <p:nvPr/>
        </p:nvSpPr>
        <p:spPr>
          <a:xfrm>
            <a:off x="101600" y="34544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228600" indent="228600" algn="l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228600" indent="228600" algn="l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B26583-148C-9C98-D213-704FDAE78C18}"/>
              </a:ext>
            </a:extLst>
          </p:cNvPr>
          <p:cNvSpPr txBox="1"/>
          <p:nvPr/>
        </p:nvSpPr>
        <p:spPr>
          <a:xfrm>
            <a:off x="2514600" y="34544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228600" indent="228600" algn="ctr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228600" indent="228600" algn="ctr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CFB08E-39C8-E953-76FB-1407FB23CBBF}"/>
              </a:ext>
            </a:extLst>
          </p:cNvPr>
          <p:cNvSpPr txBox="1"/>
          <p:nvPr/>
        </p:nvSpPr>
        <p:spPr>
          <a:xfrm>
            <a:off x="4927600" y="34544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228600" indent="228600" algn="r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228600" indent="228600" algn="r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4E1F5B5-20FC-9589-EA1D-164973921CA7}"/>
              </a:ext>
            </a:extLst>
          </p:cNvPr>
          <p:cNvSpPr txBox="1"/>
          <p:nvPr/>
        </p:nvSpPr>
        <p:spPr>
          <a:xfrm>
            <a:off x="7340600" y="34544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228600" indent="228600" algn="just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228600" indent="228600" algn="just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B39994F-537A-31A7-72A5-212E8D40B5C5}"/>
              </a:ext>
            </a:extLst>
          </p:cNvPr>
          <p:cNvSpPr txBox="1"/>
          <p:nvPr/>
        </p:nvSpPr>
        <p:spPr>
          <a:xfrm>
            <a:off x="9753600" y="34544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228600" indent="228600" algn="dist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228600" indent="228600" algn="dist">
              <a:buFont typeface="Arial"/>
              <a:buChar char="•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2F371D1-2B4D-0595-7450-3B37AB5570EF}"/>
              </a:ext>
            </a:extLst>
          </p:cNvPr>
          <p:cNvSpPr txBox="1"/>
          <p:nvPr/>
        </p:nvSpPr>
        <p:spPr>
          <a:xfrm>
            <a:off x="101600" y="51435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-342900" algn="l">
              <a:buFont typeface="+mj-lt"/>
              <a:buAutoNum type="arabicPeriod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0" indent="-342900" algn="l">
              <a:buFont typeface="+mj-lt"/>
              <a:buAutoNum type="arabicPeriod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1EA7809-F915-F848-AABF-D2DD0C05F113}"/>
              </a:ext>
            </a:extLst>
          </p:cNvPr>
          <p:cNvSpPr txBox="1"/>
          <p:nvPr/>
        </p:nvSpPr>
        <p:spPr>
          <a:xfrm>
            <a:off x="2514600" y="51435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-342900" algn="ctr">
              <a:buFont typeface="+mj-lt"/>
              <a:buAutoNum type="arabicPeriod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0" indent="-342900" algn="ctr">
              <a:buFont typeface="+mj-lt"/>
              <a:buAutoNum type="arabicPeriod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E8FF2B4-7300-B81D-AB8A-CEE181CCFBDC}"/>
              </a:ext>
            </a:extLst>
          </p:cNvPr>
          <p:cNvSpPr txBox="1"/>
          <p:nvPr/>
        </p:nvSpPr>
        <p:spPr>
          <a:xfrm>
            <a:off x="4927600" y="51435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-342900" algn="r">
              <a:buFont typeface="+mj-lt"/>
              <a:buAutoNum type="arabicPeriod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0" indent="-342900" algn="r">
              <a:buFont typeface="+mj-lt"/>
              <a:buAutoNum type="arabicPeriod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ED4600-118C-86DE-F741-DB28F0D4DE10}"/>
              </a:ext>
            </a:extLst>
          </p:cNvPr>
          <p:cNvSpPr txBox="1"/>
          <p:nvPr/>
        </p:nvSpPr>
        <p:spPr>
          <a:xfrm>
            <a:off x="7340600" y="51435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-342900" algn="just">
              <a:buFont typeface="+mj-lt"/>
              <a:buAutoNum type="arabicPeriod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0" indent="-342900" algn="just">
              <a:buFont typeface="+mj-lt"/>
              <a:buAutoNum type="arabicPeriod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A699019-BD3F-FD59-2C6C-BC1C53BB3CB8}"/>
              </a:ext>
            </a:extLst>
          </p:cNvPr>
          <p:cNvSpPr txBox="1"/>
          <p:nvPr/>
        </p:nvSpPr>
        <p:spPr>
          <a:xfrm>
            <a:off x="9753600" y="5143500"/>
            <a:ext cx="2311400" cy="16129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0" indent="-342900" algn="dist">
              <a:buFont typeface="+mj-lt"/>
              <a:buAutoNum type="arabicPeriod"/>
            </a:pPr>
            <a:r>
              <a:rPr lang="zh-CN" altLang="en-US" sz="1400">
                <a:latin typeface="微软雅黑"/>
                <a:ea typeface="微软雅黑"/>
              </a:rPr>
              <a:t>ABC一二三</a:t>
            </a:r>
          </a:p>
          <a:p>
            <a:pPr marL="0" indent="-342900" algn="dist">
              <a:buFont typeface="+mj-lt"/>
              <a:buAutoNum type="arabicPeriod"/>
            </a:pPr>
            <a:r>
              <a:rPr lang="zh-CN" altLang="en-US" sz="1400">
                <a:latin typeface="微软雅黑"/>
                <a:ea typeface="微软雅黑"/>
              </a:rPr>
              <a:t>一二三四五六七八九十一二三四五六</a:t>
            </a:r>
          </a:p>
        </p:txBody>
      </p:sp>
    </p:spTree>
    <p:extLst>
      <p:ext uri="{BB962C8B-B14F-4D97-AF65-F5344CB8AC3E}">
        <p14:creationId xmlns:p14="http://schemas.microsoft.com/office/powerpoint/2010/main" val="45033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62F4AD-DCD7-016E-C2EB-B1E7A15E45DE}"/>
              </a:ext>
            </a:extLst>
          </p:cNvPr>
          <p:cNvSpPr txBox="1"/>
          <p:nvPr/>
        </p:nvSpPr>
        <p:spPr>
          <a:xfrm>
            <a:off x="254000" y="254000"/>
            <a:ext cx="3810000" cy="2159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zh-CN" altLang="en-US" sz="1600">
                <a:latin typeface="微软雅黑"/>
                <a:ea typeface="微软雅黑"/>
              </a:rPr>
              <a:t>一二三四</a:t>
            </a:r>
          </a:p>
          <a:p>
            <a:pPr marL="285750" indent="-285750" algn="ctr">
              <a:buFont typeface="Arial"/>
              <a:buChar char="•"/>
            </a:pPr>
            <a:r>
              <a:rPr lang="zh-CN" altLang="en-US" sz="1600">
                <a:latin typeface="微软雅黑"/>
                <a:ea typeface="微软雅黑"/>
              </a:rPr>
              <a:t>一二三四五六七八九十一二三四五六七八九十</a:t>
            </a:r>
          </a:p>
          <a:p>
            <a:pPr marL="285750" indent="-285750" algn="ctr">
              <a:buFont typeface="Arial"/>
              <a:buChar char="•"/>
            </a:pPr>
            <a:r>
              <a:rPr lang="zh-CN" altLang="en-US" sz="1600">
                <a:latin typeface="微软雅黑"/>
                <a:ea typeface="微软雅黑"/>
              </a:rPr>
              <a:t>ABC 123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ED9D03F-8A6A-59FF-30A0-12452EE697B0}"/>
              </a:ext>
            </a:extLst>
          </p:cNvPr>
          <p:cNvSpPr txBox="1"/>
          <p:nvPr/>
        </p:nvSpPr>
        <p:spPr>
          <a:xfrm>
            <a:off x="4318000" y="254000"/>
            <a:ext cx="3810000" cy="2159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285750" indent="-285750" algn="r">
              <a:buFont typeface="Arial"/>
              <a:buChar char="•"/>
            </a:pPr>
            <a:r>
              <a:rPr lang="zh-CN" altLang="en-US" sz="1600">
                <a:latin typeface="微软雅黑"/>
                <a:ea typeface="微软雅黑"/>
              </a:rPr>
              <a:t>一二三四</a:t>
            </a:r>
          </a:p>
          <a:p>
            <a:pPr marL="285750" indent="-285750" algn="r">
              <a:buFont typeface="Arial"/>
              <a:buChar char="•"/>
            </a:pPr>
            <a:r>
              <a:rPr lang="zh-CN" altLang="en-US" sz="1600">
                <a:latin typeface="微软雅黑"/>
                <a:ea typeface="微软雅黑"/>
              </a:rPr>
              <a:t>一二三四五六七八九十一二三四五六七八九十</a:t>
            </a:r>
          </a:p>
          <a:p>
            <a:pPr marL="285750" indent="-285750" algn="r">
              <a:buFont typeface="Arial"/>
              <a:buChar char="•"/>
            </a:pPr>
            <a:r>
              <a:rPr lang="zh-CN" altLang="en-US" sz="1600">
                <a:latin typeface="微软雅黑"/>
                <a:ea typeface="微软雅黑"/>
              </a:rPr>
              <a:t>ABC 123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9652708-6EF5-BF06-6EE1-0835F5EAA660}"/>
              </a:ext>
            </a:extLst>
          </p:cNvPr>
          <p:cNvSpPr txBox="1"/>
          <p:nvPr/>
        </p:nvSpPr>
        <p:spPr>
          <a:xfrm>
            <a:off x="8382000" y="254000"/>
            <a:ext cx="3556000" cy="2159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anchorCtr="1" vert="horz" wrap="square" rtlCol="0">
            <a:noAutofit/>
          </a:bodyPr>
          <a:lstStyle/>
          <a:p>
            <a:pPr marL="285750" indent="-285750" algn="l">
              <a:buFont typeface="Arial"/>
              <a:buChar char="•"/>
            </a:pPr>
            <a:r>
              <a:rPr lang="zh-CN" altLang="en-US" sz="1600">
                <a:latin typeface="微软雅黑"/>
                <a:ea typeface="微软雅黑"/>
              </a:rPr>
              <a:t>一二三</a:t>
            </a:r>
          </a:p>
          <a:p>
            <a:pPr marL="285750" indent="-285750" algn="l">
              <a:buFont typeface="Arial"/>
              <a:buChar char="•"/>
            </a:pPr>
            <a:r>
              <a:rPr lang="zh-CN" altLang="en-US" sz="1600">
                <a:latin typeface="微软雅黑"/>
                <a:ea typeface="微软雅黑"/>
              </a:rPr>
              <a:t>一二三四五六七八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73F7F3-1994-728D-C12F-0C32E30A5667}"/>
              </a:ext>
            </a:extLst>
          </p:cNvPr>
          <p:cNvSpPr txBox="1"/>
          <p:nvPr/>
        </p:nvSpPr>
        <p:spPr>
          <a:xfrm>
            <a:off x="254000" y="2794000"/>
            <a:ext cx="3810000" cy="1524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wrap="none" vert="horz" rtlCol="0">
            <a:noAutofit/>
          </a:bodyPr>
          <a:lstStyle/>
          <a:p>
            <a:pPr marL="342900" indent="-342900" algn="ctr">
              <a:buFont typeface="Arial"/>
              <a:buChar char="•"/>
            </a:pPr>
            <a:r>
              <a:rPr lang="zh-CN" altLang="en-US" sz="2000">
                <a:latin typeface="微软雅黑"/>
                <a:ea typeface="微软雅黑"/>
              </a:rPr>
              <a:t>一二三四五六</a:t>
            </a:r>
          </a:p>
          <a:p>
            <a:pPr marL="342900" indent="-342900" algn="ctr">
              <a:buFont typeface="Arial"/>
              <a:buChar char="•"/>
            </a:pPr>
            <a:r>
              <a:rPr lang="zh-CN" altLang="en-US" sz="2000">
                <a:latin typeface="微软雅黑"/>
                <a:ea typeface="微软雅黑"/>
              </a:rPr>
              <a:t>ABC一二三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B7BC5DD-7912-7B8B-BCC5-2FDD93BFE8F5}"/>
              </a:ext>
            </a:extLst>
          </p:cNvPr>
          <p:cNvSpPr txBox="1"/>
          <p:nvPr/>
        </p:nvSpPr>
        <p:spPr>
          <a:xfrm>
            <a:off x="4318000" y="2794000"/>
            <a:ext cx="3810000" cy="1524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285750" indent="-285750" algn="dist">
              <a:buFont typeface="Arial"/>
              <a:buChar char="•"/>
            </a:pPr>
            <a:r>
              <a:rPr lang="zh-CN" altLang="en-US" sz="1600">
                <a:latin typeface="微软雅黑"/>
                <a:ea typeface="微软雅黑"/>
              </a:rPr>
              <a:t>一二三四五</a:t>
            </a:r>
          </a:p>
          <a:p>
            <a:pPr marL="285750" indent="-285750" algn="dist">
              <a:buFont typeface="Arial"/>
              <a:buChar char="•"/>
            </a:pPr>
            <a:r>
              <a:rPr lang="zh-CN" altLang="en-US" sz="1600">
                <a:latin typeface="微软雅黑"/>
                <a:ea typeface="微软雅黑"/>
              </a:rPr>
              <a:t>一二三四五六七八九十一二三四五六七八九十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353D3A0-6AD4-91B9-CDE7-1CF1BBEF0533}"/>
              </a:ext>
            </a:extLst>
          </p:cNvPr>
          <p:cNvSpPr txBox="1"/>
          <p:nvPr/>
        </p:nvSpPr>
        <p:spPr>
          <a:xfrm>
            <a:off x="8382000" y="2794000"/>
            <a:ext cx="3556000" cy="2159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marL="342900" indent="-342900" algn="ctr">
              <a:buFont typeface="+mj-lt"/>
              <a:buAutoNum type="arabicPeriod"/>
            </a:pPr>
            <a:r>
              <a:rPr lang="zh-CN" altLang="en-US" sz="1600">
                <a:latin typeface="微软雅黑"/>
                <a:ea typeface="微软雅黑"/>
              </a:rPr>
              <a:t>一二三四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zh-CN" altLang="en-US" sz="1600">
                <a:latin typeface="微软雅黑"/>
                <a:ea typeface="微软雅黑"/>
              </a:rPr>
              <a:t>一二三四五六七八九十一二三四五六七八九十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zh-CN" altLang="en-US" sz="1600">
                <a:latin typeface="微软雅黑"/>
                <a:ea typeface="微软雅黑"/>
              </a:rPr>
              <a:t>ABC 123</a:t>
            </a:r>
          </a:p>
        </p:txBody>
      </p:sp>
    </p:spTree>
    <p:extLst>
      <p:ext uri="{BB962C8B-B14F-4D97-AF65-F5344CB8AC3E}">
        <p14:creationId xmlns:p14="http://schemas.microsoft.com/office/powerpoint/2010/main" val="2731015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自定义</PresentationFormat>
  <Paragraphs>26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2026-10-23T12:45:10Z</dcterms:created>
  <dcterms:modified xsi:type="dcterms:W3CDTF">2026-10-23T12:45:10Z</dcterms:modified>
</cp:coreProperties>
</file>