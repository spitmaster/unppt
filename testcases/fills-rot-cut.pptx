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9C087-E3DB-84C6-1E29-ECE8CF808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1A1C15-5D8D-A69A-7A0F-243806518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F0E965-901F-63D9-83D7-73C6DD8E0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10EA-F4FF-4881-9FFD-E29CCEE65FF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2F4D68-F1C5-406D-A089-5B252AE56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58DE4B-E20D-6F13-A01B-230BE7CD4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D10D3-1CD2-44C1-8DD8-42D2DB345D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363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BBF66-351D-461A-70F4-7A1416537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659FEB-8481-EA42-8457-3EF5197D3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DEBDA6-E018-A010-B6F0-C50616B8F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10EA-F4FF-4881-9FFD-E29CCEE65FF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6EA39-33A5-5C8A-38CA-4CF0A0E65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DFE37E-F75F-E43E-C697-1C143D518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D10D3-1CD2-44C1-8DD8-42D2DB345D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660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D8BE34-39AE-38D8-7454-A014297F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F13391-5D39-AF63-646A-C6994532D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476778-7873-B914-E9FC-12B423817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10EA-F4FF-4881-9FFD-E29CCEE65FF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BDFFC2-310F-D23D-D0C5-C5EDE6550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28BD97-CA18-9E42-024B-1ABA2BD1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D10D3-1CD2-44C1-8DD8-42D2DB345D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13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A8F6F-A8CA-0071-790A-14000BB3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ED287C-7374-75D4-462E-61A9CE475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E47F34-578A-2FB8-2774-4033F482F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548CB1-E7FA-6BDF-0EDA-54382DC8C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10EA-F4FF-4881-9FFD-E29CCEE65FF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552A34-7C84-116B-AF60-70C5D247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0EE9ED-4A36-0804-3E15-DB94166A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D10D3-1CD2-44C1-8DD8-42D2DB345D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419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6B17E1-D54F-9E31-9C00-0B822E3B9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2D3E20-0D5C-B11D-48D5-D8F662E4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9C5637-6B36-A87E-5CB2-24C44154C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D5AB323-3D59-9E34-E733-AF63D1C0A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91591B-C9B6-A05E-6237-10F887AA4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E77F946-4A1D-1B18-26D9-21AAA6E0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10EA-F4FF-4881-9FFD-E29CCEE65FF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A970A13-C163-C26D-E9A2-5406599C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43101F-B22E-C221-5589-5FC287386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D10D3-1CD2-44C1-8DD8-42D2DB345D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65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612D77-E0ED-DE88-6ADE-53A5EA7E3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3DECAE-19E3-2F64-41B3-75DAA9F09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10EA-F4FF-4881-9FFD-E29CCEE65FF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4DBA2F-D5A2-48D0-58D8-9AD3A31C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38656E-FEB0-0E9B-E403-BC283CA1B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D10D3-1CD2-44C1-8DD8-42D2DB345D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695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B4B6C5-C18F-C839-372A-4D137A796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10EA-F4FF-4881-9FFD-E29CCEE65FF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FB46D51-FE8A-E0ED-DF56-BEB025C7A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FB1EB6-A858-058D-1D0D-1FA697D46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D10D3-1CD2-44C1-8DD8-42D2DB345D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70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918B7-4EA0-43ED-EB8A-CE485590F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24130D-3168-F33A-A9F8-7D83BDD67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485893-2890-587B-DFD7-79010BC4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AB8036-055E-4401-C3CF-CC86FAC9E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10EA-F4FF-4881-9FFD-E29CCEE65FF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33FD70-D905-7CFE-E7CC-E08E967E1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36866C-E988-F2A7-D73D-DB2AB9BA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D10D3-1CD2-44C1-8DD8-42D2DB345D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763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005932-E1DC-EFC8-D447-609477C19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A0A70F-0290-BDC8-51BA-4E604C606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B1481D-38E3-1D44-B1DD-EEC765479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EEC5A0-CC2E-98F2-55FA-2AC8343B3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10EA-F4FF-4881-9FFD-E29CCEE65FF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86C782-617A-63B6-387B-C212C6E4A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AA84A3-AFBE-13C9-B892-2E073080D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D10D3-1CD2-44C1-8DD8-42D2DB345D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56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467A5-68CF-0096-7362-8DA40DCFF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F928EE-EE26-E78F-60B0-5EDAC9940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3C0C0A-0555-BDE3-0421-69428C52B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10EA-F4FF-4881-9FFD-E29CCEE65FF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1D0C78-FBCF-754D-FCB1-E3217EF6E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00F66A-2330-606A-A1B5-6D1416B23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D10D3-1CD2-44C1-8DD8-42D2DB345D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818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D234CD-D817-A5B6-B661-3672F07F4E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04C5F3-1A92-B1DC-1F17-3EC27C7F9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A909AD-36CB-CC86-515A-2445D05E9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10EA-F4FF-4881-9FFD-E29CCEE65FF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8D4634-A689-0FD8-F697-933F00C8A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911A34-C27A-D375-93EB-39B39F724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D10D3-1CD2-44C1-8DD8-42D2DB345D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254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7C074D-A41A-8ACF-E0FC-FA8B24462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B455B5-BEF1-96B6-47C3-EF44F70A1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F41190-A561-E371-D164-BD7B3DD62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10EA-F4FF-4881-9FFD-E29CCEE65FF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070840-A21C-17E1-BF34-10B87349F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442ACE-973E-C28A-B795-808A7E8B0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D10D3-1CD2-44C1-8DD8-42D2DB345D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58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剪去单角 1">
            <a:extLst>
              <a:ext uri="{FF2B5EF4-FFF2-40B4-BE49-F238E27FC236}">
                <a16:creationId xmlns:a16="http://schemas.microsoft.com/office/drawing/2014/main" id="{B3A4E39B-3EEC-D87D-958B-9FE55484584A}"/>
              </a:ext>
            </a:extLst>
          </p:cNvPr>
          <p:cNvSpPr/>
          <p:nvPr/>
        </p:nvSpPr>
        <p:spPr>
          <a:xfrm rot="2700000">
            <a:off x="889000" y="508000"/>
            <a:ext cx="2667000" cy="2540000"/>
          </a:xfrm>
          <a:prstGeom prst="snip1Rect">
            <a:avLst>
              <a:gd name="adj" fmla="val 45000"/>
            </a:avLst>
          </a:prstGeom>
          <a:blipFill dpi="0" rotWithShape="0">
            <a:blip r:embed="rId2"/>
            <a:srcRect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86ABD890-AAA9-C432-4CE7-C9D33807DA56}"/>
              </a:ext>
            </a:extLst>
          </p:cNvPr>
          <p:cNvSpPr/>
          <p:nvPr/>
        </p:nvSpPr>
        <p:spPr>
          <a:xfrm rot="2700000">
            <a:off x="4699000" y="508000"/>
            <a:ext cx="2667001" cy="2540001"/>
          </a:xfrm>
          <a:custGeom>
            <a:avLst/>
            <a:gdLst/>
            <a:ahLst/>
            <a:cxnLst/>
            <a:rect l="0" t="0" r="0" b="0"/>
            <a:pathLst>
              <a:path w="2667001" h="2540001">
                <a:moveTo>
                  <a:pt x="0" y="1778000"/>
                </a:moveTo>
                <a:lnTo>
                  <a:pt x="1866900" y="0"/>
                </a:lnTo>
                <a:lnTo>
                  <a:pt x="2667000" y="762000"/>
                </a:lnTo>
                <a:lnTo>
                  <a:pt x="2667000" y="2540000"/>
                </a:lnTo>
                <a:lnTo>
                  <a:pt x="0" y="2540000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AE284B2D-2663-7847-9B7D-08DD1B4B7908}"/>
              </a:ext>
            </a:extLst>
          </p:cNvPr>
          <p:cNvSpPr/>
          <p:nvPr/>
        </p:nvSpPr>
        <p:spPr>
          <a:xfrm rot="1800000" flipH="1">
            <a:off x="8509000" y="508000"/>
            <a:ext cx="2667000" cy="2540000"/>
          </a:xfrm>
          <a:prstGeom prst="triangle">
            <a:avLst/>
          </a:prstGeom>
          <a:blipFill dpi="0" rotWithShape="0">
            <a:blip r:embed="rId2"/>
            <a:srcRect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剪去单角 4">
            <a:extLst>
              <a:ext uri="{FF2B5EF4-FFF2-40B4-BE49-F238E27FC236}">
                <a16:creationId xmlns:a16="http://schemas.microsoft.com/office/drawing/2014/main" id="{D516EFFB-3F2E-810E-6AE0-F5A5CD33A749}"/>
              </a:ext>
            </a:extLst>
          </p:cNvPr>
          <p:cNvSpPr/>
          <p:nvPr/>
        </p:nvSpPr>
        <p:spPr>
          <a:xfrm rot="2700000">
            <a:off x="889000" y="3810000"/>
            <a:ext cx="2667000" cy="2540000"/>
          </a:xfrm>
          <a:prstGeom prst="snip1Rect">
            <a:avLst>
              <a:gd name="adj" fmla="val 45000"/>
            </a:avLst>
          </a:prstGeom>
          <a:gradFill flip="none" rotWithShape="0">
            <a:gsLst>
              <a:gs pos="0">
                <a:srgbClr val="1E50C8"/>
              </a:gs>
              <a:gs pos="100000">
                <a:srgbClr val="FADC28"/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2339B77-3A73-5078-9992-3139220E721E}"/>
              </a:ext>
            </a:extLst>
          </p:cNvPr>
          <p:cNvSpPr/>
          <p:nvPr/>
        </p:nvSpPr>
        <p:spPr>
          <a:xfrm rot="2700000">
            <a:off x="4699000" y="3810000"/>
            <a:ext cx="2667001" cy="2540001"/>
          </a:xfrm>
          <a:custGeom>
            <a:avLst/>
            <a:gdLst/>
            <a:ahLst/>
            <a:cxnLst/>
            <a:rect l="0" t="0" r="0" b="0"/>
            <a:pathLst>
              <a:path w="2667001" h="2540001">
                <a:moveTo>
                  <a:pt x="0" y="1778000"/>
                </a:moveTo>
                <a:lnTo>
                  <a:pt x="1866900" y="0"/>
                </a:lnTo>
                <a:lnTo>
                  <a:pt x="2667000" y="762000"/>
                </a:lnTo>
                <a:lnTo>
                  <a:pt x="2667000" y="2540000"/>
                </a:lnTo>
                <a:lnTo>
                  <a:pt x="0" y="2540000"/>
                </a:lnTo>
                <a:close/>
              </a:path>
            </a:pathLst>
          </a:custGeom>
          <a:gradFill flip="none" rotWithShape="0">
            <a:gsLst>
              <a:gs pos="0">
                <a:srgbClr val="1E50C8"/>
              </a:gs>
              <a:gs pos="100000">
                <a:srgbClr val="FADC28"/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F9F4E07A-4864-5A40-60D5-C17A15AF024F}"/>
              </a:ext>
            </a:extLst>
          </p:cNvPr>
          <p:cNvSpPr/>
          <p:nvPr/>
        </p:nvSpPr>
        <p:spPr>
          <a:xfrm rot="1800000" flipH="1">
            <a:off x="8509000" y="3810000"/>
            <a:ext cx="2667000" cy="2540000"/>
          </a:xfrm>
          <a:prstGeom prst="triangle">
            <a:avLst/>
          </a:prstGeom>
          <a:gradFill flip="none" rotWithShape="0">
            <a:gsLst>
              <a:gs pos="0">
                <a:srgbClr val="1E50C8"/>
              </a:gs>
              <a:gs pos="100000">
                <a:srgbClr val="FADC28"/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372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2026-10-17T07:43:19Z</dcterms:created>
  <dcterms:modified xsi:type="dcterms:W3CDTF">2026-10-17T07:43:19Z</dcterms:modified>
</cp:coreProperties>
</file>