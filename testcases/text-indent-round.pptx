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879CB6-6D6D-1446-6404-0571F728D8F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73C7B85-0EC8-E7D7-65D5-A750729ABF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CE5522A-F7F1-EB2C-0590-590C777987E0}"/>
              </a:ext>
            </a:extLst>
          </p:cNvPr>
          <p:cNvSpPr>
            <a:spLocks noGrp="1"/>
          </p:cNvSpPr>
          <p:nvPr>
            <p:ph type="dt" sz="half" idx="10"/>
          </p:nvPr>
        </p:nvSpPr>
        <p:spPr/>
        <p:txBody>
          <a:bodyPr/>
          <a:lstStyle/>
          <a:p>
            <a:fld id="{F18BE3D4-831D-4CB6-A546-EF743D117647}"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9EEC27D1-4267-A01D-60E0-7FA57B8BB8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EF15826-63FC-4550-AC5A-AA3048039160}"/>
              </a:ext>
            </a:extLst>
          </p:cNvPr>
          <p:cNvSpPr>
            <a:spLocks noGrp="1"/>
          </p:cNvSpPr>
          <p:nvPr>
            <p:ph type="sldNum" sz="quarter" idx="12"/>
          </p:nvPr>
        </p:nvSpPr>
        <p:spPr/>
        <p:txBody>
          <a:body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2014948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A87067-D0FB-19ED-B48C-244298D873E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9346E91-2E50-AA32-29AC-3024676A57B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BDDE60-9BDC-4CE9-42CD-D65A2217E585}"/>
              </a:ext>
            </a:extLst>
          </p:cNvPr>
          <p:cNvSpPr>
            <a:spLocks noGrp="1"/>
          </p:cNvSpPr>
          <p:nvPr>
            <p:ph type="dt" sz="half" idx="10"/>
          </p:nvPr>
        </p:nvSpPr>
        <p:spPr/>
        <p:txBody>
          <a:bodyPr/>
          <a:lstStyle/>
          <a:p>
            <a:fld id="{F18BE3D4-831D-4CB6-A546-EF743D117647}"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EAEEE274-5FA0-93A8-449F-6C7EFCCFFEB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68B5E9F-D728-7903-D1AF-AA41186D16CB}"/>
              </a:ext>
            </a:extLst>
          </p:cNvPr>
          <p:cNvSpPr>
            <a:spLocks noGrp="1"/>
          </p:cNvSpPr>
          <p:nvPr>
            <p:ph type="sldNum" sz="quarter" idx="12"/>
          </p:nvPr>
        </p:nvSpPr>
        <p:spPr/>
        <p:txBody>
          <a:body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3467057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13D32-360B-9F79-F18A-A972985BDFD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97881DA-725B-B3EA-48AA-BC6D3C4752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7DEDC4C-09DD-54B9-4073-E11C045DAC9F}"/>
              </a:ext>
            </a:extLst>
          </p:cNvPr>
          <p:cNvSpPr>
            <a:spLocks noGrp="1"/>
          </p:cNvSpPr>
          <p:nvPr>
            <p:ph type="dt" sz="half" idx="10"/>
          </p:nvPr>
        </p:nvSpPr>
        <p:spPr/>
        <p:txBody>
          <a:bodyPr/>
          <a:lstStyle/>
          <a:p>
            <a:fld id="{F18BE3D4-831D-4CB6-A546-EF743D117647}"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56E57649-4E3B-8896-AF2C-118ADB46D1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4FBE0DD-84BB-A110-38F9-79BB0DAA3AF1}"/>
              </a:ext>
            </a:extLst>
          </p:cNvPr>
          <p:cNvSpPr>
            <a:spLocks noGrp="1"/>
          </p:cNvSpPr>
          <p:nvPr>
            <p:ph type="sldNum" sz="quarter" idx="12"/>
          </p:nvPr>
        </p:nvSpPr>
        <p:spPr/>
        <p:txBody>
          <a:body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1786826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D75498-56D8-EE98-E189-9D87AF1B72F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F8150C0-D287-C920-F37C-EFB8674223C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A5879B1-7E22-C456-7667-EA70521D853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443E88E-27CD-DE10-3643-8FA9354277F2}"/>
              </a:ext>
            </a:extLst>
          </p:cNvPr>
          <p:cNvSpPr>
            <a:spLocks noGrp="1"/>
          </p:cNvSpPr>
          <p:nvPr>
            <p:ph type="dt" sz="half" idx="10"/>
          </p:nvPr>
        </p:nvSpPr>
        <p:spPr/>
        <p:txBody>
          <a:bodyPr/>
          <a:lstStyle/>
          <a:p>
            <a:fld id="{F18BE3D4-831D-4CB6-A546-EF743D117647}" type="datetimeFigureOut">
              <a:rPr lang="zh-CN" altLang="en-US" smtClean="0"/>
              <a:t>2026/10/26</a:t>
            </a:fld>
            <a:endParaRPr lang="zh-CN" altLang="en-US"/>
          </a:p>
        </p:txBody>
      </p:sp>
      <p:sp>
        <p:nvSpPr>
          <p:cNvPr id="6" name="页脚占位符 5">
            <a:extLst>
              <a:ext uri="{FF2B5EF4-FFF2-40B4-BE49-F238E27FC236}">
                <a16:creationId xmlns:a16="http://schemas.microsoft.com/office/drawing/2014/main" id="{32CDA1BC-E6E6-0572-1A06-7E8084AC3C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E06918F-D8B5-390D-6E0D-81E059C99B8F}"/>
              </a:ext>
            </a:extLst>
          </p:cNvPr>
          <p:cNvSpPr>
            <a:spLocks noGrp="1"/>
          </p:cNvSpPr>
          <p:nvPr>
            <p:ph type="sldNum" sz="quarter" idx="12"/>
          </p:nvPr>
        </p:nvSpPr>
        <p:spPr/>
        <p:txBody>
          <a:body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2874266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49B9D7-1555-2343-C341-05EF0DCC3B4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F78C396-6738-C98D-9D1C-07B546FC31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2F9932D-ECA8-0C5D-9F89-22AECFC1E19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50A5F3F-7947-5E4F-588D-21E9589C9F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1752E0E-3CEA-29D5-651E-302966D4248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2674076-FD29-93D0-9DD9-EA790E3E19BE}"/>
              </a:ext>
            </a:extLst>
          </p:cNvPr>
          <p:cNvSpPr>
            <a:spLocks noGrp="1"/>
          </p:cNvSpPr>
          <p:nvPr>
            <p:ph type="dt" sz="half" idx="10"/>
          </p:nvPr>
        </p:nvSpPr>
        <p:spPr/>
        <p:txBody>
          <a:bodyPr/>
          <a:lstStyle/>
          <a:p>
            <a:fld id="{F18BE3D4-831D-4CB6-A546-EF743D117647}" type="datetimeFigureOut">
              <a:rPr lang="zh-CN" altLang="en-US" smtClean="0"/>
              <a:t>2026/10/26</a:t>
            </a:fld>
            <a:endParaRPr lang="zh-CN" altLang="en-US"/>
          </a:p>
        </p:txBody>
      </p:sp>
      <p:sp>
        <p:nvSpPr>
          <p:cNvPr id="8" name="页脚占位符 7">
            <a:extLst>
              <a:ext uri="{FF2B5EF4-FFF2-40B4-BE49-F238E27FC236}">
                <a16:creationId xmlns:a16="http://schemas.microsoft.com/office/drawing/2014/main" id="{40DE73DA-07A0-0059-E050-B943814CD1F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56BFF99-B957-66B4-B0BC-ECA9CA4F5D2F}"/>
              </a:ext>
            </a:extLst>
          </p:cNvPr>
          <p:cNvSpPr>
            <a:spLocks noGrp="1"/>
          </p:cNvSpPr>
          <p:nvPr>
            <p:ph type="sldNum" sz="quarter" idx="12"/>
          </p:nvPr>
        </p:nvSpPr>
        <p:spPr/>
        <p:txBody>
          <a:body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3820131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487D65-E951-89B6-3010-75BF7A3F3B7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3D6C84D-F8D6-D7B0-9FCB-3C8668B3E11A}"/>
              </a:ext>
            </a:extLst>
          </p:cNvPr>
          <p:cNvSpPr>
            <a:spLocks noGrp="1"/>
          </p:cNvSpPr>
          <p:nvPr>
            <p:ph type="dt" sz="half" idx="10"/>
          </p:nvPr>
        </p:nvSpPr>
        <p:spPr/>
        <p:txBody>
          <a:bodyPr/>
          <a:lstStyle/>
          <a:p>
            <a:fld id="{F18BE3D4-831D-4CB6-A546-EF743D117647}" type="datetimeFigureOut">
              <a:rPr lang="zh-CN" altLang="en-US" smtClean="0"/>
              <a:t>2026/10/26</a:t>
            </a:fld>
            <a:endParaRPr lang="zh-CN" altLang="en-US"/>
          </a:p>
        </p:txBody>
      </p:sp>
      <p:sp>
        <p:nvSpPr>
          <p:cNvPr id="4" name="页脚占位符 3">
            <a:extLst>
              <a:ext uri="{FF2B5EF4-FFF2-40B4-BE49-F238E27FC236}">
                <a16:creationId xmlns:a16="http://schemas.microsoft.com/office/drawing/2014/main" id="{1BA5ECD4-5423-DAC7-4A77-4449E0AAD2A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F12894B-6891-5153-3199-7245B8243EB2}"/>
              </a:ext>
            </a:extLst>
          </p:cNvPr>
          <p:cNvSpPr>
            <a:spLocks noGrp="1"/>
          </p:cNvSpPr>
          <p:nvPr>
            <p:ph type="sldNum" sz="quarter" idx="12"/>
          </p:nvPr>
        </p:nvSpPr>
        <p:spPr/>
        <p:txBody>
          <a:body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513859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FD50757-C3B7-7EBE-6E28-3F8C9F08E9A7}"/>
              </a:ext>
            </a:extLst>
          </p:cNvPr>
          <p:cNvSpPr>
            <a:spLocks noGrp="1"/>
          </p:cNvSpPr>
          <p:nvPr>
            <p:ph type="dt" sz="half" idx="10"/>
          </p:nvPr>
        </p:nvSpPr>
        <p:spPr/>
        <p:txBody>
          <a:bodyPr/>
          <a:lstStyle/>
          <a:p>
            <a:fld id="{F18BE3D4-831D-4CB6-A546-EF743D117647}" type="datetimeFigureOut">
              <a:rPr lang="zh-CN" altLang="en-US" smtClean="0"/>
              <a:t>2026/10/26</a:t>
            </a:fld>
            <a:endParaRPr lang="zh-CN" altLang="en-US"/>
          </a:p>
        </p:txBody>
      </p:sp>
      <p:sp>
        <p:nvSpPr>
          <p:cNvPr id="3" name="页脚占位符 2">
            <a:extLst>
              <a:ext uri="{FF2B5EF4-FFF2-40B4-BE49-F238E27FC236}">
                <a16:creationId xmlns:a16="http://schemas.microsoft.com/office/drawing/2014/main" id="{3889270B-2A74-2066-63C1-AF2F9DA64D9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853D88F-C7E7-C31A-B008-DDCEA3B8E0F4}"/>
              </a:ext>
            </a:extLst>
          </p:cNvPr>
          <p:cNvSpPr>
            <a:spLocks noGrp="1"/>
          </p:cNvSpPr>
          <p:nvPr>
            <p:ph type="sldNum" sz="quarter" idx="12"/>
          </p:nvPr>
        </p:nvSpPr>
        <p:spPr/>
        <p:txBody>
          <a:body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793470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B6B4B4-8E04-FFA7-1266-E96976294C8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EF5C939-994C-659C-703D-74A9E4DE9B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95B30FF-2824-F238-8E62-A4CD50F684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ABFF6A3-D536-9EDD-1D4F-06A77D759271}"/>
              </a:ext>
            </a:extLst>
          </p:cNvPr>
          <p:cNvSpPr>
            <a:spLocks noGrp="1"/>
          </p:cNvSpPr>
          <p:nvPr>
            <p:ph type="dt" sz="half" idx="10"/>
          </p:nvPr>
        </p:nvSpPr>
        <p:spPr/>
        <p:txBody>
          <a:bodyPr/>
          <a:lstStyle/>
          <a:p>
            <a:fld id="{F18BE3D4-831D-4CB6-A546-EF743D117647}" type="datetimeFigureOut">
              <a:rPr lang="zh-CN" altLang="en-US" smtClean="0"/>
              <a:t>2026/10/26</a:t>
            </a:fld>
            <a:endParaRPr lang="zh-CN" altLang="en-US"/>
          </a:p>
        </p:txBody>
      </p:sp>
      <p:sp>
        <p:nvSpPr>
          <p:cNvPr id="6" name="页脚占位符 5">
            <a:extLst>
              <a:ext uri="{FF2B5EF4-FFF2-40B4-BE49-F238E27FC236}">
                <a16:creationId xmlns:a16="http://schemas.microsoft.com/office/drawing/2014/main" id="{5CF92AC0-263C-A7BB-F090-10A068471CC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4E2561-864D-22E5-E63D-D2568611219A}"/>
              </a:ext>
            </a:extLst>
          </p:cNvPr>
          <p:cNvSpPr>
            <a:spLocks noGrp="1"/>
          </p:cNvSpPr>
          <p:nvPr>
            <p:ph type="sldNum" sz="quarter" idx="12"/>
          </p:nvPr>
        </p:nvSpPr>
        <p:spPr/>
        <p:txBody>
          <a:body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2252048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5E203D-3570-4E57-84A5-5057D22BE26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EC5BD90-045C-F829-F60C-A978136920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5250D2D-CB62-7269-7D8D-019CA20C5C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F591E85-B4F8-4DAA-4E1B-E477A946E828}"/>
              </a:ext>
            </a:extLst>
          </p:cNvPr>
          <p:cNvSpPr>
            <a:spLocks noGrp="1"/>
          </p:cNvSpPr>
          <p:nvPr>
            <p:ph type="dt" sz="half" idx="10"/>
          </p:nvPr>
        </p:nvSpPr>
        <p:spPr/>
        <p:txBody>
          <a:bodyPr/>
          <a:lstStyle/>
          <a:p>
            <a:fld id="{F18BE3D4-831D-4CB6-A546-EF743D117647}" type="datetimeFigureOut">
              <a:rPr lang="zh-CN" altLang="en-US" smtClean="0"/>
              <a:t>2026/10/26</a:t>
            </a:fld>
            <a:endParaRPr lang="zh-CN" altLang="en-US"/>
          </a:p>
        </p:txBody>
      </p:sp>
      <p:sp>
        <p:nvSpPr>
          <p:cNvPr id="6" name="页脚占位符 5">
            <a:extLst>
              <a:ext uri="{FF2B5EF4-FFF2-40B4-BE49-F238E27FC236}">
                <a16:creationId xmlns:a16="http://schemas.microsoft.com/office/drawing/2014/main" id="{E9B6AABC-3951-6C54-120C-234509E15D6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03B80D-5CA6-A3C1-4B07-72BC9E6D2322}"/>
              </a:ext>
            </a:extLst>
          </p:cNvPr>
          <p:cNvSpPr>
            <a:spLocks noGrp="1"/>
          </p:cNvSpPr>
          <p:nvPr>
            <p:ph type="sldNum" sz="quarter" idx="12"/>
          </p:nvPr>
        </p:nvSpPr>
        <p:spPr/>
        <p:txBody>
          <a:body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1662413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7CA12E-5700-4544-EFF7-DB4736827EA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193DA-3B9B-EE3F-4C42-6987682C341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8D2652-81B1-5CCE-7D8F-1E7F5656BBDA}"/>
              </a:ext>
            </a:extLst>
          </p:cNvPr>
          <p:cNvSpPr>
            <a:spLocks noGrp="1"/>
          </p:cNvSpPr>
          <p:nvPr>
            <p:ph type="dt" sz="half" idx="10"/>
          </p:nvPr>
        </p:nvSpPr>
        <p:spPr/>
        <p:txBody>
          <a:bodyPr/>
          <a:lstStyle/>
          <a:p>
            <a:fld id="{F18BE3D4-831D-4CB6-A546-EF743D117647}"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097D3694-FB05-27E8-3769-9EDAF6C918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C737ED2-9C7F-1E7A-CCB8-7D42044C80D7}"/>
              </a:ext>
            </a:extLst>
          </p:cNvPr>
          <p:cNvSpPr>
            <a:spLocks noGrp="1"/>
          </p:cNvSpPr>
          <p:nvPr>
            <p:ph type="sldNum" sz="quarter" idx="12"/>
          </p:nvPr>
        </p:nvSpPr>
        <p:spPr/>
        <p:txBody>
          <a:body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2366116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1B84059-FFBD-D6E0-2FD6-80BF30DA176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30B724F-17EB-4632-DD0A-7137BBAF213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3E8FF4F-685E-D3F9-2F80-6FB1A0859FDD}"/>
              </a:ext>
            </a:extLst>
          </p:cNvPr>
          <p:cNvSpPr>
            <a:spLocks noGrp="1"/>
          </p:cNvSpPr>
          <p:nvPr>
            <p:ph type="dt" sz="half" idx="10"/>
          </p:nvPr>
        </p:nvSpPr>
        <p:spPr/>
        <p:txBody>
          <a:bodyPr/>
          <a:lstStyle/>
          <a:p>
            <a:fld id="{F18BE3D4-831D-4CB6-A546-EF743D117647}"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9CC76609-B6D5-1CD5-063E-6A4292488A5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1C7DDA6-A0B3-8B52-E796-76B384C00FFA}"/>
              </a:ext>
            </a:extLst>
          </p:cNvPr>
          <p:cNvSpPr>
            <a:spLocks noGrp="1"/>
          </p:cNvSpPr>
          <p:nvPr>
            <p:ph type="sldNum" sz="quarter" idx="12"/>
          </p:nvPr>
        </p:nvSpPr>
        <p:spPr/>
        <p:txBody>
          <a:body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1065959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FBDC8F2-416F-E569-A38B-FDFC59D72F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B030E5D-692D-BDA8-6B48-B72298B0FC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FF4FE1C-C30D-0B06-E506-5CEC3CBB1D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8BE3D4-831D-4CB6-A546-EF743D117647}"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79727FF8-E2AF-4FF1-8A61-4E85A8D3A0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04F3DB98-9823-8C70-7303-E9A5F454A7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30D32C-B452-42BA-AA30-527E86FBCE78}" type="slidenum">
              <a:rPr lang="zh-CN" altLang="en-US" smtClean="0"/>
              <a:t>‹#›</a:t>
            </a:fld>
            <a:endParaRPr lang="zh-CN" altLang="en-US"/>
          </a:p>
        </p:txBody>
      </p:sp>
    </p:spTree>
    <p:extLst>
      <p:ext uri="{BB962C8B-B14F-4D97-AF65-F5344CB8AC3E}">
        <p14:creationId xmlns:p14="http://schemas.microsoft.com/office/powerpoint/2010/main" val="1585608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924F013-437A-CFEF-2430-93B78526C4BC}"/>
              </a:ext>
            </a:extLst>
          </p:cNvPr>
          <p:cNvSpPr txBox="1"/>
          <p:nvPr/>
        </p:nvSpPr>
        <p:spPr>
          <a:xfrm>
            <a:off x="127000" y="127000"/>
            <a:ext cx="5411216" cy="369332"/>
          </a:xfrm>
          <a:prstGeom prst="rect">
            <a:avLst/>
          </a:prstGeom>
          <a:noFill/>
          <a:ln>
            <a:solidFill>
              <a:srgbClr val="C8C8C8"/>
            </a:solidFill>
          </a:ln>
        </p:spPr>
        <p:txBody>
          <a:bodyPr wrap="square" lIns="0" rIns="0" rtlCol="0">
            <a:noAutofit/>
          </a:bodyPr>
          <a:lstStyle/>
          <a:p>
            <a:pPr marL="329565" marR="0" indent="-317500" algn="l">
              <a:buFont typeface="Arial"/>
              <a:buChar char="•"/>
            </a:pPr>
            <a:r>
              <a:rPr lang="zh-CN" altLang="en-US" sz="2000" spc="2">
                <a:latin typeface="Microsoft YaHei"/>
                <a:ea typeface="Microsoft YaHei"/>
              </a:rPr>
              <a:t>一二</a:t>
            </a:r>
            <a:r>
              <a:rPr lang="zh-CN" altLang="en-US" sz="2000">
                <a:latin typeface="Microsoft YaHei"/>
                <a:ea typeface="Microsoft YaHei"/>
              </a:rPr>
              <a:t>三四五六七八九十一二三四五六七八九十一二三四五六七八九十一二三四五六七八九十</a:t>
            </a:r>
            <a:endParaRPr lang="zh-CN" altLang="en-US" sz="2000"/>
          </a:p>
        </p:txBody>
      </p:sp>
      <p:sp>
        <p:nvSpPr>
          <p:cNvPr id="3" name="文本框 2">
            <a:extLst>
              <a:ext uri="{FF2B5EF4-FFF2-40B4-BE49-F238E27FC236}">
                <a16:creationId xmlns:a16="http://schemas.microsoft.com/office/drawing/2014/main" id="{6EB2EFFA-D4E9-81CB-86AF-95EF79298DB3}"/>
              </a:ext>
            </a:extLst>
          </p:cNvPr>
          <p:cNvSpPr txBox="1"/>
          <p:nvPr/>
        </p:nvSpPr>
        <p:spPr>
          <a:xfrm>
            <a:off x="5715000" y="127000"/>
            <a:ext cx="3644265" cy="369332"/>
          </a:xfrm>
          <a:prstGeom prst="rect">
            <a:avLst/>
          </a:prstGeom>
          <a:noFill/>
          <a:ln>
            <a:solidFill>
              <a:srgbClr val="C8C8C8"/>
            </a:solidFill>
          </a:ln>
        </p:spPr>
        <p:txBody>
          <a:bodyPr wrap="square" lIns="91440" rIns="91440" rtlCol="0">
            <a:noAutofit/>
          </a:bodyPr>
          <a:lstStyle/>
          <a:p>
            <a:pPr marL="247547" marR="0" indent="-120079" algn="l">
              <a:buFont typeface="Arial"/>
              <a:buChar char="•"/>
            </a:pPr>
            <a:r>
              <a:rPr lang="zh-CN" altLang="en-US" sz="1100">
                <a:latin typeface="Microsoft YaHei"/>
                <a:ea typeface="Microsoft YaHei"/>
              </a:rPr>
              <a:t>一二三四五六七八九十一二三四五六七八九十一二三四五六七八九十一二三四五六七八九十一二三四五六七八九十</a:t>
            </a:r>
            <a:endParaRPr lang="zh-CN" altLang="en-US" sz="1100"/>
          </a:p>
        </p:txBody>
      </p:sp>
      <p:sp>
        <p:nvSpPr>
          <p:cNvPr id="4" name="文本框 3">
            <a:extLst>
              <a:ext uri="{FF2B5EF4-FFF2-40B4-BE49-F238E27FC236}">
                <a16:creationId xmlns:a16="http://schemas.microsoft.com/office/drawing/2014/main" id="{EB9C2BE5-8492-855B-060B-D2FAC8DFCF81}"/>
              </a:ext>
            </a:extLst>
          </p:cNvPr>
          <p:cNvSpPr txBox="1"/>
          <p:nvPr/>
        </p:nvSpPr>
        <p:spPr>
          <a:xfrm>
            <a:off x="127000" y="1905000"/>
            <a:ext cx="4247515" cy="369332"/>
          </a:xfrm>
          <a:prstGeom prst="rect">
            <a:avLst/>
          </a:prstGeom>
          <a:noFill/>
          <a:ln>
            <a:solidFill>
              <a:srgbClr val="C8C8C8"/>
            </a:solidFill>
          </a:ln>
        </p:spPr>
        <p:txBody>
          <a:bodyPr wrap="square" lIns="91440" rIns="91440" rtlCol="0">
            <a:noAutofit/>
          </a:bodyPr>
          <a:lstStyle/>
          <a:p>
            <a:pPr marL="0" marR="0" indent="-379297" algn="just">
              <a:buFont typeface="Arial"/>
              <a:buChar char="•"/>
            </a:pPr>
            <a:r>
              <a:rPr lang="zh-CN" altLang="en-US" sz="1600" b="1">
                <a:latin typeface="Microsoft YaHei"/>
                <a:ea typeface="Microsoft YaHei"/>
              </a:rPr>
              <a:t>一二三四五六七八九十一二三四五六七八九十一二三四五六七八九十一二三四五六七八九十一二三四五六七八九十</a:t>
            </a:r>
            <a:endParaRPr lang="zh-CN" altLang="en-US" sz="1600" b="1"/>
          </a:p>
        </p:txBody>
      </p:sp>
      <p:sp>
        <p:nvSpPr>
          <p:cNvPr id="5" name="文本框 4">
            <a:extLst>
              <a:ext uri="{FF2B5EF4-FFF2-40B4-BE49-F238E27FC236}">
                <a16:creationId xmlns:a16="http://schemas.microsoft.com/office/drawing/2014/main" id="{ED1E82C5-0FCA-283C-C2C8-E04C1799A18E}"/>
              </a:ext>
            </a:extLst>
          </p:cNvPr>
          <p:cNvSpPr txBox="1"/>
          <p:nvPr/>
        </p:nvSpPr>
        <p:spPr>
          <a:xfrm>
            <a:off x="4826000" y="1905000"/>
            <a:ext cx="2883154" cy="369332"/>
          </a:xfrm>
          <a:prstGeom prst="rect">
            <a:avLst/>
          </a:prstGeom>
          <a:noFill/>
          <a:ln>
            <a:solidFill>
              <a:srgbClr val="C8C8C8"/>
            </a:solidFill>
          </a:ln>
        </p:spPr>
        <p:txBody>
          <a:bodyPr wrap="square" lIns="0" rIns="0" rtlCol="0">
            <a:noAutofit/>
          </a:bodyPr>
          <a:lstStyle/>
          <a:p>
            <a:pPr marL="213360" marR="0" indent="0" algn="l">
              <a:buNone/>
            </a:pPr>
            <a:r>
              <a:rPr lang="zh-CN" altLang="en-US" sz="1400" spc="1">
                <a:latin typeface="Microsoft YaHei"/>
                <a:ea typeface="Microsoft YaHei"/>
              </a:rPr>
              <a:t>一二三四五六七八九十一二三四五六七八九十一二三四五六七八九十</a:t>
            </a:r>
            <a:endParaRPr lang="zh-CN" altLang="en-US" sz="1400"/>
          </a:p>
        </p:txBody>
      </p:sp>
      <p:sp>
        <p:nvSpPr>
          <p:cNvPr id="6" name="文本框 5">
            <a:extLst>
              <a:ext uri="{FF2B5EF4-FFF2-40B4-BE49-F238E27FC236}">
                <a16:creationId xmlns:a16="http://schemas.microsoft.com/office/drawing/2014/main" id="{8E04EE4D-C678-C0C5-4459-62E23FD28632}"/>
              </a:ext>
            </a:extLst>
          </p:cNvPr>
          <p:cNvSpPr txBox="1"/>
          <p:nvPr/>
        </p:nvSpPr>
        <p:spPr>
          <a:xfrm>
            <a:off x="8128000" y="1905000"/>
            <a:ext cx="2883154" cy="369332"/>
          </a:xfrm>
          <a:prstGeom prst="rect">
            <a:avLst/>
          </a:prstGeom>
          <a:noFill/>
          <a:ln>
            <a:solidFill>
              <a:srgbClr val="C8C8C8"/>
            </a:solidFill>
          </a:ln>
        </p:spPr>
        <p:txBody>
          <a:bodyPr wrap="square" lIns="0" rIns="0" rtlCol="0">
            <a:noAutofit/>
          </a:bodyPr>
          <a:lstStyle/>
          <a:p>
            <a:pPr marL="0" marR="213360" indent="0" algn="l">
              <a:buNone/>
            </a:pPr>
            <a:r>
              <a:rPr lang="zh-CN" altLang="en-US" sz="1400" spc="1">
                <a:latin typeface="Microsoft YaHei"/>
                <a:ea typeface="Microsoft YaHei"/>
              </a:rPr>
              <a:t>一二三四五六七八九十一二三四五六七八九十一二三四五六七八九十</a:t>
            </a:r>
            <a:endParaRPr lang="zh-CN" altLang="en-US" sz="1400"/>
          </a:p>
        </p:txBody>
      </p:sp>
      <p:graphicFrame>
        <p:nvGraphicFramePr>
          <p:cNvPr id="7" name="表格 6">
            <a:extLst>
              <a:ext uri="{FF2B5EF4-FFF2-40B4-BE49-F238E27FC236}">
                <a16:creationId xmlns:a16="http://schemas.microsoft.com/office/drawing/2014/main" id="{5CB81114-096A-AD85-E580-9FC8C445BA8E}"/>
              </a:ext>
            </a:extLst>
          </p:cNvPr>
          <p:cNvGraphicFramePr>
            <a:graphicFrameLocks noGrp="1"/>
          </p:cNvGraphicFramePr>
          <p:nvPr>
            <p:extLst>
              <p:ext uri="{D42A27DB-BD31-4B8C-83A1-F6EECF244321}">
                <p14:modId xmlns:p14="http://schemas.microsoft.com/office/powerpoint/2010/main" val="2135898801"/>
              </p:ext>
            </p:extLst>
          </p:nvPr>
        </p:nvGraphicFramePr>
        <p:xfrm>
          <a:off x="127001" y="4572000"/>
          <a:ext cx="3254629" cy="1016000"/>
        </p:xfrm>
        <a:graphic>
          <a:graphicData uri="http://schemas.openxmlformats.org/drawingml/2006/table">
            <a:tbl>
              <a:tblPr firstRow="1" bandRow="1">
                <a:tableStyleId>{5C22544A-7EE6-4342-B048-85BDC9FD1C3A}</a:tableStyleId>
              </a:tblPr>
              <a:tblGrid>
                <a:gridCol w="3254629">
                  <a:extLst>
                    <a:ext uri="{9D8B030D-6E8A-4147-A177-3AD203B41FA5}">
                      <a16:colId xmlns:a16="http://schemas.microsoft.com/office/drawing/2014/main" val="2562079869"/>
                    </a:ext>
                  </a:extLst>
                </a:gridCol>
              </a:tblGrid>
              <a:tr h="508000">
                <a:tc>
                  <a:txBody>
                    <a:bodyPr/>
                    <a:lstStyle/>
                    <a:p>
                      <a:pPr marL="503555" marR="845185" indent="0" algn="l">
                        <a:buNone/>
                      </a:pPr>
                      <a:r>
                        <a:rPr lang="zh-CN" altLang="en-US" sz="1000">
                          <a:latin typeface="Microsoft YaHei"/>
                          <a:ea typeface="Microsoft YaHei"/>
                        </a:rPr>
                        <a:t>一二三四五六七八九十一二三四五六七八九十一二三四五六七八九十</a:t>
                      </a:r>
                      <a:endParaRPr lang="zh-CN" altLang="en-US" sz="1000"/>
                    </a:p>
                  </a:txBody>
                  <a:tcPr marL="0" marR="0"/>
                </a:tc>
                <a:extLst>
                  <a:ext uri="{0D108BD9-81ED-4DB2-BD59-A6C34878D82A}">
                    <a16:rowId xmlns:a16="http://schemas.microsoft.com/office/drawing/2014/main" val="472718262"/>
                  </a:ext>
                </a:extLst>
              </a:tr>
              <a:tr h="508000">
                <a:tc>
                  <a:txBody>
                    <a:bodyPr/>
                    <a:lstStyle/>
                    <a:p>
                      <a:pPr marL="0" marR="0" indent="0" algn="l">
                        <a:buNone/>
                      </a:pPr>
                      <a:r>
                        <a:rPr lang="zh-CN" altLang="en-US" sz="1000">
                          <a:latin typeface="Microsoft YaHei"/>
                          <a:ea typeface="Microsoft YaHei"/>
                        </a:rPr>
                        <a:t>一二三四五六七八九十</a:t>
                      </a:r>
                      <a:endParaRPr lang="zh-CN" altLang="en-US" sz="1000"/>
                    </a:p>
                  </a:txBody>
                  <a:tcPr marL="0" marR="0"/>
                </a:tc>
                <a:extLst>
                  <a:ext uri="{0D108BD9-81ED-4DB2-BD59-A6C34878D82A}">
                    <a16:rowId xmlns:a16="http://schemas.microsoft.com/office/drawing/2014/main" val="4210251623"/>
                  </a:ext>
                </a:extLst>
              </a:tr>
            </a:tbl>
          </a:graphicData>
        </a:graphic>
      </p:graphicFrame>
    </p:spTree>
    <p:extLst>
      <p:ext uri="{BB962C8B-B14F-4D97-AF65-F5344CB8AC3E}">
        <p14:creationId xmlns:p14="http://schemas.microsoft.com/office/powerpoint/2010/main" val="237404278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Words>
  <Application>Microsoft Office PowerPoint</Application>
  <PresentationFormat>自定义</PresentationFormat>
  <Paragraphs>7</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等线 Light</vt:lpstr>
      <vt:lpstr>Arial</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yijin zhou</dc:creator>
  <cp:lastModifiedBy>yijin zhou</cp:lastModifiedBy>
  <cp:revision>1</cp:revision>
  <dcterms:created xsi:type="dcterms:W3CDTF">2026-10-26T02:44:48Z</dcterms:created>
  <dcterms:modified xsi:type="dcterms:W3CDTF">2026-10-26T02:44:48Z</dcterms:modified>
</cp:coreProperties>
</file>