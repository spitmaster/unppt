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CE740-05AA-61F3-9B82-80099E7AC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F73377-2F80-57E9-CD94-480B1617F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7E45A-02BE-F4F1-C7CC-EF7D2793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478EA6-8CA4-6F5F-75BC-942EE5EF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1E1C7C-29E8-DD1B-8A67-A7DD1F32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2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51EA3-F4EF-AE73-D76A-3EDF6A7E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7D38F-6823-DA59-6E52-D1007F048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3AEB44-440F-B06D-87CA-CA4D8564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F78E52-0AC0-9AA7-4562-16C3A39C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6C4BF3-F7EA-777C-FADE-461D8DE6B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6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3B2AC-1070-D43A-9409-80E04B03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7BD60-D4A1-74A2-850E-4FBDC74FD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B9B12-2F6C-B181-724B-1235702E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3F2C9-FF56-EFCF-879D-F443E930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54586-01A7-2814-3E59-170F3B48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5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10F49-D598-4FB3-5272-5FA1B83F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6CF73B-8B34-3A7C-6EF3-F1D40EDFB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E2563A-4C58-99D1-F854-83BC7ADD3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68BE57-B703-283A-F84F-2359764C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4C246-2F5D-0203-5C5E-E12B262C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66AD5E-C34D-0E76-3CA0-6EC548ED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791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D73AA-4553-BF78-071E-CB7BFEED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442024-97D5-AFD7-94BA-E1DDEE6F0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3CC388-634F-07AC-DDB1-6A0873B78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CE89FD-0F90-6912-1A34-D0F8FCD83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826154-CE0C-563A-7508-F80701965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BB5E80-2F08-E0EE-ED1F-D4389561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B49697-176B-98F6-56E6-773C199D4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A70EA96-A685-3250-AAB8-DD50F6B5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3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2FC07-AF7E-55F7-9542-FCA8C415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D61CC8-88FB-EC7E-767E-C69E5D79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FFB749-12F5-664B-76FC-3FDD1065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CDED74-FAF1-A442-F1DB-10E0321F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81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3EF75E-A12F-EDF7-B2EA-EF7522A6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612E6A-45BE-9AA8-D409-37F29996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A9715-B0FB-EDF2-8664-46728591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EC360-2B29-842D-9AB8-8E959DE7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36962-CAA9-9F52-8DBF-78E2EAB4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2FD290-A7A0-9E85-012A-763809FBA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EDCB5B-CD2F-C516-3180-EEAE8D47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62917-5BD0-443C-83C7-6AAD27FC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5EC098-4CA9-4B9C-862E-E8143351A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45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A4D0-7570-0592-CA85-2368D86C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CD37D2-BBF2-2D1D-4939-3FEC8C81F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F343D9-4663-9786-F901-12085D1D8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68EB3F-FD37-85EA-1459-F8E71A45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A86539-4CB4-01B6-6481-ED823FB00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34A47-E776-1A4F-705A-2696D95C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53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6F05D-E1C5-1852-665A-BA5B1A91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4C62E7-97E1-359D-B778-2D5A5D1C6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B2AF0E-F94B-5262-60DA-8800B420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ACA09-FE06-6C2E-39EA-689D2B3E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DC19A-1479-25F3-7F0B-5492F806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1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7A5A2D-BC43-F09F-1DE1-5D9D68E5A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2FADE8-7286-DF0F-E41A-6226868ED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E12C0-AEAA-2A39-4DDF-9E309684F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AA424E-09C8-65C5-C13A-50F95DBF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CB425-1FE6-A11B-A55C-64EDC349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99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D2BCD1-4DAC-52AD-38A4-8437E7B4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A69FA3-BF0B-5758-625A-84179612C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0CA84-81BE-AC1A-72C5-69FF0F552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1B7FF-36AD-477C-A784-8052783D666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9450B7-E444-F99D-1A1F-7E722EB9D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0F506-1808-0DCD-7079-1AB297292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EEE55-F157-4501-82FF-8FFBB54BF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AD4F40F8-70CE-86CB-B41F-4C6197892714}"/>
              </a:ext>
            </a:extLst>
          </p:cNvPr>
          <p:cNvSpPr/>
          <p:nvPr/>
        </p:nvSpPr>
        <p:spPr>
          <a:xfrm>
            <a:off x="190500" y="190500"/>
            <a:ext cx="1524000" cy="889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</a:t>
            </a:r>
            <a:endParaRPr lang="zh-CN" altLang="en-US" sz="14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3196410-CE8F-EC83-3663-50FF1A7725D5}"/>
              </a:ext>
            </a:extLst>
          </p:cNvPr>
          <p:cNvSpPr/>
          <p:nvPr/>
        </p:nvSpPr>
        <p:spPr>
          <a:xfrm>
            <a:off x="1905000" y="190500"/>
            <a:ext cx="1524000" cy="8890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D681359-2038-0BBF-1D98-A0E124758766}"/>
              </a:ext>
            </a:extLst>
          </p:cNvPr>
          <p:cNvSpPr/>
          <p:nvPr/>
        </p:nvSpPr>
        <p:spPr>
          <a:xfrm>
            <a:off x="3619500" y="190500"/>
            <a:ext cx="1524000" cy="889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9B83704-A5DE-0E05-F344-636FB9D83924}"/>
              </a:ext>
            </a:extLst>
          </p:cNvPr>
          <p:cNvSpPr/>
          <p:nvPr/>
        </p:nvSpPr>
        <p:spPr>
          <a:xfrm>
            <a:off x="5334000" y="190500"/>
            <a:ext cx="1524000" cy="889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</a:t>
            </a:r>
            <a:endParaRPr lang="zh-CN" altLang="en-US" sz="14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7A9A26-38F1-06DD-C81E-29BA3F666A39}"/>
              </a:ext>
            </a:extLst>
          </p:cNvPr>
          <p:cNvSpPr/>
          <p:nvPr/>
        </p:nvSpPr>
        <p:spPr>
          <a:xfrm>
            <a:off x="7048500" y="190500"/>
            <a:ext cx="1524000" cy="8890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</a:t>
            </a:r>
            <a:endParaRPr lang="zh-CN" altLang="en-US" sz="14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50805F-04A0-D400-3EE6-3FEA895C888B}"/>
              </a:ext>
            </a:extLst>
          </p:cNvPr>
          <p:cNvSpPr/>
          <p:nvPr/>
        </p:nvSpPr>
        <p:spPr>
          <a:xfrm>
            <a:off x="8763000" y="190500"/>
            <a:ext cx="1524000" cy="889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</a:t>
            </a:r>
            <a:endParaRPr lang="zh-CN" altLang="en-US" sz="14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35246A7-3A35-9D4A-2E7B-2FCE6AE4B8C2}"/>
              </a:ext>
            </a:extLst>
          </p:cNvPr>
          <p:cNvSpPr/>
          <p:nvPr/>
        </p:nvSpPr>
        <p:spPr>
          <a:xfrm>
            <a:off x="10477500" y="190500"/>
            <a:ext cx="1524000" cy="889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</a:t>
            </a:r>
            <a:endParaRPr lang="zh-CN" altLang="en-US" sz="14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E369B1B-BB66-7740-2A22-A51A536914B0}"/>
              </a:ext>
            </a:extLst>
          </p:cNvPr>
          <p:cNvSpPr/>
          <p:nvPr/>
        </p:nvSpPr>
        <p:spPr>
          <a:xfrm>
            <a:off x="190500" y="1308100"/>
            <a:ext cx="1524000" cy="889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8</a:t>
            </a:r>
            <a:endParaRPr lang="zh-CN" altLang="en-US" sz="14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94B93E2-D4C5-3370-0F02-30DBA0B62D1E}"/>
              </a:ext>
            </a:extLst>
          </p:cNvPr>
          <p:cNvSpPr/>
          <p:nvPr/>
        </p:nvSpPr>
        <p:spPr>
          <a:xfrm>
            <a:off x="1905000" y="1308100"/>
            <a:ext cx="1524000" cy="889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9</a:t>
            </a:r>
            <a:endParaRPr lang="zh-CN" altLang="en-US" sz="1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77DD11-D28C-23F2-2B98-25B5F3788F5D}"/>
              </a:ext>
            </a:extLst>
          </p:cNvPr>
          <p:cNvSpPr/>
          <p:nvPr/>
        </p:nvSpPr>
        <p:spPr>
          <a:xfrm>
            <a:off x="3619500" y="1308100"/>
            <a:ext cx="1524000" cy="889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10</a:t>
            </a:r>
            <a:endParaRPr lang="zh-CN" altLang="en-US" sz="1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AFE0EF-08A1-B814-39D1-66AC8724E0BF}"/>
              </a:ext>
            </a:extLst>
          </p:cNvPr>
          <p:cNvSpPr/>
          <p:nvPr/>
        </p:nvSpPr>
        <p:spPr>
          <a:xfrm>
            <a:off x="5334000" y="1308100"/>
            <a:ext cx="1524000" cy="8890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11</a:t>
            </a:r>
            <a:endParaRPr lang="zh-CN" altLang="en-US" sz="14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9F7FF66-0E25-85DB-4C94-7C29C743BB4E}"/>
              </a:ext>
            </a:extLst>
          </p:cNvPr>
          <p:cNvSpPr/>
          <p:nvPr/>
        </p:nvSpPr>
        <p:spPr>
          <a:xfrm>
            <a:off x="7048500" y="1308100"/>
            <a:ext cx="1524000" cy="8890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12</a:t>
            </a:r>
            <a:endParaRPr lang="zh-CN" altLang="en-US" sz="14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30501B9-4EC4-556A-7766-B25A8511017E}"/>
              </a:ext>
            </a:extLst>
          </p:cNvPr>
          <p:cNvSpPr/>
          <p:nvPr/>
        </p:nvSpPr>
        <p:spPr>
          <a:xfrm>
            <a:off x="8763000" y="1308100"/>
            <a:ext cx="1524000" cy="889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13</a:t>
            </a:r>
            <a:endParaRPr lang="zh-CN" altLang="en-US" sz="1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DB870F-16A8-57D4-771B-4418A85EFD6F}"/>
              </a:ext>
            </a:extLst>
          </p:cNvPr>
          <p:cNvSpPr/>
          <p:nvPr/>
        </p:nvSpPr>
        <p:spPr>
          <a:xfrm>
            <a:off x="10477500" y="1308100"/>
            <a:ext cx="1524000" cy="889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14</a:t>
            </a:r>
            <a:endParaRPr lang="zh-CN" altLang="en-US" sz="140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91AA695-2617-CA28-C9E0-7C3B8F5E8488}"/>
              </a:ext>
            </a:extLst>
          </p:cNvPr>
          <p:cNvSpPr/>
          <p:nvPr/>
        </p:nvSpPr>
        <p:spPr>
          <a:xfrm>
            <a:off x="1905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15</a:t>
            </a:r>
            <a:endParaRPr lang="zh-CN" altLang="en-US" sz="140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8827E78-4A5A-971C-D427-3477785002EA}"/>
              </a:ext>
            </a:extLst>
          </p:cNvPr>
          <p:cNvSpPr/>
          <p:nvPr/>
        </p:nvSpPr>
        <p:spPr>
          <a:xfrm>
            <a:off x="19050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16</a:t>
            </a:r>
            <a:endParaRPr lang="zh-CN" altLang="en-US" sz="14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06BD8F0-C20D-8FC5-21D5-C4C960563E11}"/>
              </a:ext>
            </a:extLst>
          </p:cNvPr>
          <p:cNvSpPr/>
          <p:nvPr/>
        </p:nvSpPr>
        <p:spPr>
          <a:xfrm>
            <a:off x="36195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17</a:t>
            </a:r>
            <a:endParaRPr lang="zh-CN" altLang="en-US" sz="1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D4EDD97-2849-9F49-5D51-3E6BBB6AB58A}"/>
              </a:ext>
            </a:extLst>
          </p:cNvPr>
          <p:cNvSpPr/>
          <p:nvPr/>
        </p:nvSpPr>
        <p:spPr>
          <a:xfrm>
            <a:off x="53340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18</a:t>
            </a:r>
            <a:endParaRPr lang="zh-CN" altLang="en-US" sz="1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9A08260-B5AB-6EFA-28B8-D19FB98EED46}"/>
              </a:ext>
            </a:extLst>
          </p:cNvPr>
          <p:cNvSpPr/>
          <p:nvPr/>
        </p:nvSpPr>
        <p:spPr>
          <a:xfrm>
            <a:off x="70485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19</a:t>
            </a:r>
            <a:endParaRPr lang="zh-CN" altLang="en-US" sz="14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56286C4-C0A3-22F7-2A2B-476EDC76732A}"/>
              </a:ext>
            </a:extLst>
          </p:cNvPr>
          <p:cNvSpPr/>
          <p:nvPr/>
        </p:nvSpPr>
        <p:spPr>
          <a:xfrm>
            <a:off x="87630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20</a:t>
            </a:r>
            <a:endParaRPr lang="zh-CN" altLang="en-US" sz="140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CCC8B6A-4AA9-502E-2356-6F2C676FC39F}"/>
              </a:ext>
            </a:extLst>
          </p:cNvPr>
          <p:cNvSpPr/>
          <p:nvPr/>
        </p:nvSpPr>
        <p:spPr>
          <a:xfrm>
            <a:off x="10477500" y="2425700"/>
            <a:ext cx="1524000" cy="889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21</a:t>
            </a:r>
            <a:endParaRPr lang="zh-CN" altLang="en-US" sz="140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BF54211-FE70-BDB9-59D1-B28A1F3AF4F3}"/>
              </a:ext>
            </a:extLst>
          </p:cNvPr>
          <p:cNvSpPr/>
          <p:nvPr/>
        </p:nvSpPr>
        <p:spPr>
          <a:xfrm>
            <a:off x="190500" y="3543300"/>
            <a:ext cx="1524000" cy="889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22</a:t>
            </a:r>
            <a:endParaRPr lang="zh-CN" altLang="en-US" sz="14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D105DDA-7F99-317D-52E3-E04382E0DE50}"/>
              </a:ext>
            </a:extLst>
          </p:cNvPr>
          <p:cNvSpPr/>
          <p:nvPr/>
        </p:nvSpPr>
        <p:spPr>
          <a:xfrm>
            <a:off x="1905000" y="3543300"/>
            <a:ext cx="1524000" cy="889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23</a:t>
            </a:r>
            <a:endParaRPr lang="zh-CN" altLang="en-US" sz="14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FD0A65A-E354-EC2D-81F0-702C566EDC9E}"/>
              </a:ext>
            </a:extLst>
          </p:cNvPr>
          <p:cNvSpPr/>
          <p:nvPr/>
        </p:nvSpPr>
        <p:spPr>
          <a:xfrm>
            <a:off x="3619500" y="3543300"/>
            <a:ext cx="1524000" cy="88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24</a:t>
            </a:r>
            <a:endParaRPr lang="zh-CN" altLang="en-US" sz="14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E08B819-CD6E-6F61-A366-E83592EE1754}"/>
              </a:ext>
            </a:extLst>
          </p:cNvPr>
          <p:cNvSpPr/>
          <p:nvPr/>
        </p:nvSpPr>
        <p:spPr>
          <a:xfrm>
            <a:off x="5334000" y="3543300"/>
            <a:ext cx="1524000" cy="889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25</a:t>
            </a:r>
            <a:endParaRPr lang="zh-CN" altLang="en-US" sz="14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407C7C6-2308-DEB0-3C83-7A32BE456741}"/>
              </a:ext>
            </a:extLst>
          </p:cNvPr>
          <p:cNvSpPr/>
          <p:nvPr/>
        </p:nvSpPr>
        <p:spPr>
          <a:xfrm>
            <a:off x="7048500" y="3543300"/>
            <a:ext cx="1524000" cy="889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26</a:t>
            </a:r>
            <a:endParaRPr lang="zh-CN" altLang="en-US" sz="140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431A70F-0DBD-1B42-82D0-166313F2165B}"/>
              </a:ext>
            </a:extLst>
          </p:cNvPr>
          <p:cNvSpPr/>
          <p:nvPr/>
        </p:nvSpPr>
        <p:spPr>
          <a:xfrm>
            <a:off x="8763000" y="3543300"/>
            <a:ext cx="1524000" cy="889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27</a:t>
            </a:r>
            <a:endParaRPr lang="zh-CN" altLang="en-US" sz="140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3225761-5055-1D86-32E9-E3BCDA8DFE3E}"/>
              </a:ext>
            </a:extLst>
          </p:cNvPr>
          <p:cNvSpPr/>
          <p:nvPr/>
        </p:nvSpPr>
        <p:spPr>
          <a:xfrm>
            <a:off x="10477500" y="3543300"/>
            <a:ext cx="1524000" cy="889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28</a:t>
            </a:r>
            <a:endParaRPr lang="zh-CN" altLang="en-US" sz="14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3BC151E-37E9-7305-3C14-9BD0CACDB572}"/>
              </a:ext>
            </a:extLst>
          </p:cNvPr>
          <p:cNvSpPr/>
          <p:nvPr/>
        </p:nvSpPr>
        <p:spPr>
          <a:xfrm>
            <a:off x="190500" y="4660900"/>
            <a:ext cx="1524000" cy="8890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29</a:t>
            </a:r>
            <a:endParaRPr lang="zh-CN" altLang="en-US" sz="14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E5304B8-5955-7DE8-97A5-86EB2E12B30F}"/>
              </a:ext>
            </a:extLst>
          </p:cNvPr>
          <p:cNvSpPr/>
          <p:nvPr/>
        </p:nvSpPr>
        <p:spPr>
          <a:xfrm>
            <a:off x="1905000" y="4660900"/>
            <a:ext cx="1524000" cy="889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30</a:t>
            </a:r>
            <a:endParaRPr lang="zh-CN" altLang="en-US" sz="140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362AA30-6948-AC1D-C498-34D099C0AA5F}"/>
              </a:ext>
            </a:extLst>
          </p:cNvPr>
          <p:cNvSpPr/>
          <p:nvPr/>
        </p:nvSpPr>
        <p:spPr>
          <a:xfrm>
            <a:off x="3619500" y="4660900"/>
            <a:ext cx="1524000" cy="8890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31</a:t>
            </a:r>
            <a:endParaRPr lang="zh-CN" altLang="en-US" sz="14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BBE9B32-3CFD-8C0B-DD7E-5A6CC9912B80}"/>
              </a:ext>
            </a:extLst>
          </p:cNvPr>
          <p:cNvSpPr/>
          <p:nvPr/>
        </p:nvSpPr>
        <p:spPr>
          <a:xfrm>
            <a:off x="5334000" y="4660900"/>
            <a:ext cx="1524000" cy="88900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32</a:t>
            </a:r>
            <a:endParaRPr lang="zh-CN" altLang="en-US" sz="140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5EEBD22-90CD-2A43-3664-0A4A87A34174}"/>
              </a:ext>
            </a:extLst>
          </p:cNvPr>
          <p:cNvSpPr/>
          <p:nvPr/>
        </p:nvSpPr>
        <p:spPr>
          <a:xfrm>
            <a:off x="7048500" y="4660900"/>
            <a:ext cx="1524000" cy="88900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33</a:t>
            </a:r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B306B13-154A-20C1-81F7-35C854E91A45}"/>
              </a:ext>
            </a:extLst>
          </p:cNvPr>
          <p:cNvSpPr/>
          <p:nvPr/>
        </p:nvSpPr>
        <p:spPr>
          <a:xfrm>
            <a:off x="8763000" y="4660900"/>
            <a:ext cx="1524000" cy="8890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34</a:t>
            </a:r>
            <a:endParaRPr lang="zh-CN" altLang="en-US" sz="14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FB5FC85-7CBB-7801-6F4A-44546CDBAF59}"/>
              </a:ext>
            </a:extLst>
          </p:cNvPr>
          <p:cNvSpPr/>
          <p:nvPr/>
        </p:nvSpPr>
        <p:spPr>
          <a:xfrm>
            <a:off x="10477500" y="4660900"/>
            <a:ext cx="1524000" cy="8890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35</a:t>
            </a:r>
            <a:endParaRPr lang="zh-CN" altLang="en-US" sz="14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4AF688F-A307-5A82-12A4-0D088F3FBA7F}"/>
              </a:ext>
            </a:extLst>
          </p:cNvPr>
          <p:cNvSpPr/>
          <p:nvPr/>
        </p:nvSpPr>
        <p:spPr>
          <a:xfrm>
            <a:off x="190500" y="5778500"/>
            <a:ext cx="1524000" cy="8890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36</a:t>
            </a:r>
            <a:endParaRPr lang="zh-CN" altLang="en-US" sz="140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A990470-75E6-400D-0F27-7FECD4836D0E}"/>
              </a:ext>
            </a:extLst>
          </p:cNvPr>
          <p:cNvSpPr/>
          <p:nvPr/>
        </p:nvSpPr>
        <p:spPr>
          <a:xfrm>
            <a:off x="1905000" y="5778500"/>
            <a:ext cx="1524000" cy="889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37</a:t>
            </a:r>
            <a:endParaRPr lang="zh-CN" altLang="en-US" sz="14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35B5201-A86A-E7C8-7C3A-E74A09F07EA3}"/>
              </a:ext>
            </a:extLst>
          </p:cNvPr>
          <p:cNvSpPr/>
          <p:nvPr/>
        </p:nvSpPr>
        <p:spPr>
          <a:xfrm>
            <a:off x="3619500" y="5778500"/>
            <a:ext cx="1524000" cy="889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38</a:t>
            </a:r>
            <a:endParaRPr lang="zh-CN" altLang="en-US" sz="1400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69EC6D5-3DBF-91FA-4A29-01F3FC57D93B}"/>
              </a:ext>
            </a:extLst>
          </p:cNvPr>
          <p:cNvSpPr/>
          <p:nvPr/>
        </p:nvSpPr>
        <p:spPr>
          <a:xfrm>
            <a:off x="5334000" y="5778500"/>
            <a:ext cx="1524000" cy="88900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39</a:t>
            </a:r>
            <a:endParaRPr lang="zh-CN" altLang="en-US" sz="140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011C629-690C-26CF-137D-0CB2F572A8AC}"/>
              </a:ext>
            </a:extLst>
          </p:cNvPr>
          <p:cNvSpPr/>
          <p:nvPr/>
        </p:nvSpPr>
        <p:spPr>
          <a:xfrm>
            <a:off x="7048500" y="5778500"/>
            <a:ext cx="1524000" cy="88900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40</a:t>
            </a:r>
            <a:endParaRPr lang="zh-CN" altLang="en-US" sz="140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2E0A635D-B458-756F-0556-1F4E90396646}"/>
              </a:ext>
            </a:extLst>
          </p:cNvPr>
          <p:cNvSpPr/>
          <p:nvPr/>
        </p:nvSpPr>
        <p:spPr>
          <a:xfrm>
            <a:off x="8763000" y="5778500"/>
            <a:ext cx="1524000" cy="88900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41</a:t>
            </a:r>
            <a:endParaRPr lang="zh-CN" altLang="en-US" sz="140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FC41DDB-53D7-EB86-AD1F-7A8B4CDB234B}"/>
              </a:ext>
            </a:extLst>
          </p:cNvPr>
          <p:cNvSpPr/>
          <p:nvPr/>
        </p:nvSpPr>
        <p:spPr>
          <a:xfrm>
            <a:off x="10477500" y="5778500"/>
            <a:ext cx="1524000" cy="8890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42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46616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69372DF-4E68-3FCE-CFFC-C603880393D7}"/>
              </a:ext>
            </a:extLst>
          </p:cNvPr>
          <p:cNvSpPr/>
          <p:nvPr/>
        </p:nvSpPr>
        <p:spPr>
          <a:xfrm>
            <a:off x="1905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43</a:t>
            </a:r>
            <a:endParaRPr lang="zh-CN" altLang="en-US" sz="14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62B805B-B179-9E03-A46D-09E8883C2A31}"/>
              </a:ext>
            </a:extLst>
          </p:cNvPr>
          <p:cNvSpPr/>
          <p:nvPr/>
        </p:nvSpPr>
        <p:spPr>
          <a:xfrm>
            <a:off x="19050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44</a:t>
            </a:r>
            <a:endParaRPr lang="zh-CN" altLang="en-US" sz="14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B4A508E-4B7F-1B63-FCFE-BFFB9945D835}"/>
              </a:ext>
            </a:extLst>
          </p:cNvPr>
          <p:cNvSpPr/>
          <p:nvPr/>
        </p:nvSpPr>
        <p:spPr>
          <a:xfrm>
            <a:off x="36195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45</a:t>
            </a:r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A9B49E-1A9B-9B66-1BD8-7F959B176E14}"/>
              </a:ext>
            </a:extLst>
          </p:cNvPr>
          <p:cNvSpPr/>
          <p:nvPr/>
        </p:nvSpPr>
        <p:spPr>
          <a:xfrm>
            <a:off x="53340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46</a:t>
            </a:r>
            <a:endParaRPr lang="zh-CN" altLang="en-US" sz="14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C934A0-8FBA-6DC0-2313-0744DC7BE695}"/>
              </a:ext>
            </a:extLst>
          </p:cNvPr>
          <p:cNvSpPr/>
          <p:nvPr/>
        </p:nvSpPr>
        <p:spPr>
          <a:xfrm>
            <a:off x="70485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47</a:t>
            </a:r>
            <a:endParaRPr lang="zh-CN" altLang="en-US" sz="14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781676-6CD1-FF4F-C224-D29BFAA37BD3}"/>
              </a:ext>
            </a:extLst>
          </p:cNvPr>
          <p:cNvSpPr/>
          <p:nvPr/>
        </p:nvSpPr>
        <p:spPr>
          <a:xfrm>
            <a:off x="87630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48</a:t>
            </a:r>
            <a:endParaRPr lang="zh-CN" altLang="en-US" sz="14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73403F0-C2AC-194A-D5DE-DC44FC0EAAE2}"/>
              </a:ext>
            </a:extLst>
          </p:cNvPr>
          <p:cNvSpPr/>
          <p:nvPr/>
        </p:nvSpPr>
        <p:spPr>
          <a:xfrm>
            <a:off x="10477500" y="190500"/>
            <a:ext cx="1524000" cy="8890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49</a:t>
            </a:r>
            <a:endParaRPr lang="zh-CN" altLang="en-US" sz="14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CCDDF7E-4541-4706-B7D6-12C0370734CE}"/>
              </a:ext>
            </a:extLst>
          </p:cNvPr>
          <p:cNvSpPr/>
          <p:nvPr/>
        </p:nvSpPr>
        <p:spPr>
          <a:xfrm>
            <a:off x="1905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50</a:t>
            </a:r>
            <a:endParaRPr lang="zh-CN" altLang="en-US" sz="14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9EFB0C8-060C-A625-34B3-6E267DB7E575}"/>
              </a:ext>
            </a:extLst>
          </p:cNvPr>
          <p:cNvSpPr/>
          <p:nvPr/>
        </p:nvSpPr>
        <p:spPr>
          <a:xfrm>
            <a:off x="19050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51</a:t>
            </a:r>
            <a:endParaRPr lang="zh-CN" altLang="en-US" sz="14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B2A250E-0740-2419-9DE0-4D30142A1D0E}"/>
              </a:ext>
            </a:extLst>
          </p:cNvPr>
          <p:cNvSpPr/>
          <p:nvPr/>
        </p:nvSpPr>
        <p:spPr>
          <a:xfrm>
            <a:off x="36195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52</a:t>
            </a:r>
            <a:endParaRPr lang="zh-CN" altLang="en-US" sz="1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7342418-7DAF-20D1-E0AA-5041D46A5F38}"/>
              </a:ext>
            </a:extLst>
          </p:cNvPr>
          <p:cNvSpPr/>
          <p:nvPr/>
        </p:nvSpPr>
        <p:spPr>
          <a:xfrm>
            <a:off x="53340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53</a:t>
            </a:r>
            <a:endParaRPr lang="zh-CN" altLang="en-US" sz="14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FCDE415-9411-0DCB-D676-8B39C79BF03B}"/>
              </a:ext>
            </a:extLst>
          </p:cNvPr>
          <p:cNvSpPr/>
          <p:nvPr/>
        </p:nvSpPr>
        <p:spPr>
          <a:xfrm>
            <a:off x="70485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54</a:t>
            </a:r>
            <a:endParaRPr lang="zh-CN" altLang="en-US" sz="14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A98B68-56A6-D371-6BF2-08858404268C}"/>
              </a:ext>
            </a:extLst>
          </p:cNvPr>
          <p:cNvSpPr/>
          <p:nvPr/>
        </p:nvSpPr>
        <p:spPr>
          <a:xfrm>
            <a:off x="87630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55</a:t>
            </a:r>
            <a:endParaRPr lang="zh-CN" altLang="en-US" sz="1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B0BA7D1-9632-B087-F3AE-46E303EE1B56}"/>
              </a:ext>
            </a:extLst>
          </p:cNvPr>
          <p:cNvSpPr/>
          <p:nvPr/>
        </p:nvSpPr>
        <p:spPr>
          <a:xfrm>
            <a:off x="10477500" y="1308100"/>
            <a:ext cx="1524000" cy="88900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56</a:t>
            </a:r>
            <a:endParaRPr lang="zh-CN" altLang="en-US" sz="140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5D43FD6-B7FB-108C-BD3C-D01AD9A754A8}"/>
              </a:ext>
            </a:extLst>
          </p:cNvPr>
          <p:cNvSpPr/>
          <p:nvPr/>
        </p:nvSpPr>
        <p:spPr>
          <a:xfrm>
            <a:off x="190500" y="2425700"/>
            <a:ext cx="1524000" cy="8890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57</a:t>
            </a:r>
            <a:endParaRPr lang="zh-CN" altLang="en-US" sz="140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EA0B71C-BBD4-814A-5BEF-86CF1B6A686D}"/>
              </a:ext>
            </a:extLst>
          </p:cNvPr>
          <p:cNvSpPr/>
          <p:nvPr/>
        </p:nvSpPr>
        <p:spPr>
          <a:xfrm>
            <a:off x="1905000" y="2425700"/>
            <a:ext cx="1524000" cy="8890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58</a:t>
            </a:r>
            <a:endParaRPr lang="zh-CN" altLang="en-US" sz="14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78B1470-5707-8476-5DDE-F9CD3F178533}"/>
              </a:ext>
            </a:extLst>
          </p:cNvPr>
          <p:cNvSpPr/>
          <p:nvPr/>
        </p:nvSpPr>
        <p:spPr>
          <a:xfrm>
            <a:off x="3619500" y="2425700"/>
            <a:ext cx="1524000" cy="88900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59</a:t>
            </a:r>
            <a:endParaRPr lang="zh-CN" altLang="en-US" sz="1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6823384-86F3-56F1-B5D4-06DF5027C775}"/>
              </a:ext>
            </a:extLst>
          </p:cNvPr>
          <p:cNvSpPr/>
          <p:nvPr/>
        </p:nvSpPr>
        <p:spPr>
          <a:xfrm>
            <a:off x="5334000" y="2425700"/>
            <a:ext cx="1524000" cy="88900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60</a:t>
            </a:r>
            <a:endParaRPr lang="zh-CN" altLang="en-US" sz="1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15F8695-5ECB-13B9-2E2A-0E01458639AC}"/>
              </a:ext>
            </a:extLst>
          </p:cNvPr>
          <p:cNvSpPr/>
          <p:nvPr/>
        </p:nvSpPr>
        <p:spPr>
          <a:xfrm>
            <a:off x="7048500" y="2425700"/>
            <a:ext cx="1524000" cy="8890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61</a:t>
            </a:r>
            <a:endParaRPr lang="zh-CN" altLang="en-US" sz="140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AAE19BE-9C06-68FB-337A-0B6273AD2457}"/>
              </a:ext>
            </a:extLst>
          </p:cNvPr>
          <p:cNvSpPr/>
          <p:nvPr/>
        </p:nvSpPr>
        <p:spPr>
          <a:xfrm>
            <a:off x="8763000" y="2425700"/>
            <a:ext cx="1524000" cy="88900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62</a:t>
            </a:r>
            <a:endParaRPr lang="zh-CN" altLang="en-US" sz="140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8DC58D-3CBB-9B13-6B6C-0F970BA94ACD}"/>
              </a:ext>
            </a:extLst>
          </p:cNvPr>
          <p:cNvSpPr/>
          <p:nvPr/>
        </p:nvSpPr>
        <p:spPr>
          <a:xfrm>
            <a:off x="10477500" y="2425700"/>
            <a:ext cx="1524000" cy="88900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63</a:t>
            </a:r>
            <a:endParaRPr lang="zh-CN" altLang="en-US" sz="140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160DB3-4C8D-1916-9154-3BAF763171B2}"/>
              </a:ext>
            </a:extLst>
          </p:cNvPr>
          <p:cNvSpPr/>
          <p:nvPr/>
        </p:nvSpPr>
        <p:spPr>
          <a:xfrm>
            <a:off x="190500" y="3543300"/>
            <a:ext cx="1524000" cy="88900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64</a:t>
            </a:r>
            <a:endParaRPr lang="zh-CN" altLang="en-US" sz="140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7E5F25C-E2D1-9723-E6BA-02CFC77A6761}"/>
              </a:ext>
            </a:extLst>
          </p:cNvPr>
          <p:cNvSpPr/>
          <p:nvPr/>
        </p:nvSpPr>
        <p:spPr>
          <a:xfrm>
            <a:off x="1905000" y="3543300"/>
            <a:ext cx="1524000" cy="889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65</a:t>
            </a:r>
            <a:endParaRPr lang="zh-CN" altLang="en-US" sz="14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70170E7-8BEF-6AF6-5123-DA19A4AAABC7}"/>
              </a:ext>
            </a:extLst>
          </p:cNvPr>
          <p:cNvSpPr/>
          <p:nvPr/>
        </p:nvSpPr>
        <p:spPr>
          <a:xfrm>
            <a:off x="3619500" y="3543300"/>
            <a:ext cx="1524000" cy="889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66</a:t>
            </a:r>
            <a:endParaRPr lang="zh-CN" altLang="en-US" sz="14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F9C1252-4D7E-1A86-99BF-AB56F30DAB7B}"/>
              </a:ext>
            </a:extLst>
          </p:cNvPr>
          <p:cNvSpPr/>
          <p:nvPr/>
        </p:nvSpPr>
        <p:spPr>
          <a:xfrm>
            <a:off x="5334000" y="3543300"/>
            <a:ext cx="1524000" cy="8890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67</a:t>
            </a:r>
            <a:endParaRPr lang="zh-CN" altLang="en-US" sz="14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26097FF-EF5E-B1F0-3D21-24245DDDCAD8}"/>
              </a:ext>
            </a:extLst>
          </p:cNvPr>
          <p:cNvSpPr/>
          <p:nvPr/>
        </p:nvSpPr>
        <p:spPr>
          <a:xfrm>
            <a:off x="7048500" y="3543300"/>
            <a:ext cx="1524000" cy="889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68</a:t>
            </a:r>
            <a:endParaRPr lang="zh-CN" altLang="en-US" sz="140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555EBFC-BEF8-D639-A005-8AAED7A93321}"/>
              </a:ext>
            </a:extLst>
          </p:cNvPr>
          <p:cNvSpPr/>
          <p:nvPr/>
        </p:nvSpPr>
        <p:spPr>
          <a:xfrm>
            <a:off x="8763000" y="3543300"/>
            <a:ext cx="1524000" cy="889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69</a:t>
            </a:r>
            <a:endParaRPr lang="zh-CN" altLang="en-US" sz="140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9A0D960-8A18-EB7A-27FC-83A8841C00D8}"/>
              </a:ext>
            </a:extLst>
          </p:cNvPr>
          <p:cNvSpPr/>
          <p:nvPr/>
        </p:nvSpPr>
        <p:spPr>
          <a:xfrm>
            <a:off x="10477500" y="3543300"/>
            <a:ext cx="1524000" cy="889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70</a:t>
            </a:r>
            <a:endParaRPr lang="zh-CN" altLang="en-US" sz="140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B1B12FF-C2C9-ED12-EA68-956F0EFB9F8D}"/>
              </a:ext>
            </a:extLst>
          </p:cNvPr>
          <p:cNvSpPr/>
          <p:nvPr/>
        </p:nvSpPr>
        <p:spPr>
          <a:xfrm>
            <a:off x="1905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71</a:t>
            </a:r>
            <a:endParaRPr lang="zh-CN" altLang="en-US" sz="140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C74337F-432B-59B9-DA29-D826F83F20B1}"/>
              </a:ext>
            </a:extLst>
          </p:cNvPr>
          <p:cNvSpPr/>
          <p:nvPr/>
        </p:nvSpPr>
        <p:spPr>
          <a:xfrm>
            <a:off x="19050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72</a:t>
            </a:r>
            <a:endParaRPr lang="zh-CN" altLang="en-US" sz="140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B92AFA6-1329-58A7-00C4-B9B94F32F01F}"/>
              </a:ext>
            </a:extLst>
          </p:cNvPr>
          <p:cNvSpPr/>
          <p:nvPr/>
        </p:nvSpPr>
        <p:spPr>
          <a:xfrm>
            <a:off x="36195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73</a:t>
            </a:r>
            <a:endParaRPr lang="zh-CN" altLang="en-US" sz="14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02C7BE5-8F03-BD75-4041-244AE87FE535}"/>
              </a:ext>
            </a:extLst>
          </p:cNvPr>
          <p:cNvSpPr/>
          <p:nvPr/>
        </p:nvSpPr>
        <p:spPr>
          <a:xfrm>
            <a:off x="53340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74</a:t>
            </a:r>
            <a:endParaRPr lang="zh-CN" altLang="en-US" sz="140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75074F-1680-4857-A6E7-BD1A258997E4}"/>
              </a:ext>
            </a:extLst>
          </p:cNvPr>
          <p:cNvSpPr/>
          <p:nvPr/>
        </p:nvSpPr>
        <p:spPr>
          <a:xfrm>
            <a:off x="70485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75</a:t>
            </a:r>
            <a:endParaRPr lang="zh-CN" altLang="en-US" sz="14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4E26246-FC78-F3E0-0D83-025C50A125C1}"/>
              </a:ext>
            </a:extLst>
          </p:cNvPr>
          <p:cNvSpPr/>
          <p:nvPr/>
        </p:nvSpPr>
        <p:spPr>
          <a:xfrm>
            <a:off x="87630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76</a:t>
            </a:r>
            <a:endParaRPr lang="zh-CN" altLang="en-US" sz="14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87D51F9-83BB-4E35-6739-B8CCB5974271}"/>
              </a:ext>
            </a:extLst>
          </p:cNvPr>
          <p:cNvSpPr/>
          <p:nvPr/>
        </p:nvSpPr>
        <p:spPr>
          <a:xfrm>
            <a:off x="10477500" y="4660900"/>
            <a:ext cx="1524000" cy="88900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样式</a:t>
            </a:r>
            <a:r>
              <a:rPr lang="en-US" altLang="zh-CN" sz="1400"/>
              <a:t>77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61672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自定义</PresentationFormat>
  <Paragraphs>77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2026-10-14T07:56:22Z</dcterms:created>
  <dcterms:modified xsi:type="dcterms:W3CDTF">2026-10-14T07:56:22Z</dcterms:modified>
</cp:coreProperties>
</file>