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80-4E93-9B4E-EA0C27B7605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80-4E93-9B4E-EA0C27B7605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80-4E93-9B4E-EA0C27B760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649616"/>
        <c:axId val="23648656"/>
      </c:barChart>
      <c:catAx>
        <c:axId val="23649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648656"/>
        <c:crosses val="autoZero"/>
        <c:auto val="1"/>
        <c:lblAlgn val="ctr"/>
        <c:lblOffset val="100"/>
        <c:noMultiLvlLbl val="0"/>
      </c:catAx>
      <c:valAx>
        <c:axId val="23648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3649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FF-48FD-BB1C-1D7E633035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FF-48FD-BB1C-1D7E633035F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FF-48FD-BB1C-1D7E633035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5017423"/>
        <c:axId val="45020303"/>
      </c:barChart>
      <c:catAx>
        <c:axId val="450174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020303"/>
        <c:crosses val="autoZero"/>
        <c:auto val="1"/>
        <c:lblAlgn val="ctr"/>
        <c:lblOffset val="100"/>
        <c:noMultiLvlLbl val="0"/>
      </c:catAx>
      <c:valAx>
        <c:axId val="45020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017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63-4076-A7EF-66E528E45F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63-4076-A7EF-66E528E45F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007903"/>
        <c:axId val="43006463"/>
      </c:areaChart>
      <c:dateAx>
        <c:axId val="43007903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3006463"/>
        <c:crosses val="autoZero"/>
        <c:auto val="1"/>
        <c:lblOffset val="100"/>
        <c:baseTimeUnit val="days"/>
      </c:dateAx>
      <c:valAx>
        <c:axId val="43006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30079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B5-44CA-A24F-BEF0114569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B5-44CA-A24F-BEF0114569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B5-44CA-A24F-BEF0114569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5013583"/>
        <c:axId val="45019823"/>
      </c:barChart>
      <c:catAx>
        <c:axId val="4501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019823"/>
        <c:crosses val="autoZero"/>
        <c:auto val="1"/>
        <c:lblAlgn val="ctr"/>
        <c:lblOffset val="100"/>
        <c:noMultiLvlLbl val="0"/>
      </c:catAx>
      <c:valAx>
        <c:axId val="45019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013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48-4ACC-AAFB-B9BE9123CD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48-4ACC-AAFB-B9BE9123CD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48-4ACC-AAFB-B9BE9123CD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5193872"/>
        <c:axId val="365190512"/>
      </c:barChart>
      <c:catAx>
        <c:axId val="365193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65190512"/>
        <c:crosses val="autoZero"/>
        <c:auto val="1"/>
        <c:lblAlgn val="ctr"/>
        <c:lblOffset val="100"/>
        <c:noMultiLvlLbl val="0"/>
      </c:catAx>
      <c:valAx>
        <c:axId val="3651905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65193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32-4103-AE4C-9703885144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32-4103-AE4C-9703885144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9914928"/>
        <c:axId val="1549911568"/>
      </c:areaChart>
      <c:dateAx>
        <c:axId val="154991492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9911568"/>
        <c:crosses val="autoZero"/>
        <c:auto val="1"/>
        <c:lblOffset val="100"/>
        <c:baseTimeUnit val="days"/>
      </c:dateAx>
      <c:valAx>
        <c:axId val="1549911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499149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83C2A-A06B-A492-AAAD-F7BF7C337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2641BA-DA32-3DDF-06C2-40EEF9B63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0BBCC4-504B-0BEA-B9E8-B57A9556B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1FFCFB-DC9B-7FBD-8C28-7FEFA83B0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7C9D34-7A3A-34F4-83EF-E178B5EC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55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A89A0C-C40B-8921-B990-95A11D49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1C996-F7C8-47DB-1FBE-A12468C4F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B16A86-E313-3A87-481B-D39A1DCAF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230534-424E-1268-67AE-AFCAF7DB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1B19D8-7358-4376-59EC-765882380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44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834C7-BD7C-AE07-D5B1-8D4450CD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66BB92-962F-28CF-EE6F-A9F9B2D91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5A7A44-4612-4EC6-EA66-73C018B57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7CE6-E584-F763-6B48-31ECA667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E1D063-84CC-39E4-9E0C-AD2D5BA4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AD7562-2FCC-16BF-6748-C62E924D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6F2235-CC75-6DCA-A162-2A63EB966F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8A2284-3D29-084E-3EBC-52F8511D9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052FFA-BF2F-0F1E-D5E6-FE9AFA9C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7E1F66-8D11-CAB8-CFC5-6A73329BD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6EE275-391B-DFBD-8678-AA3B041D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30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68D37-001B-F61D-9DE4-4C9863934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5C1494-83EB-94B2-5560-31BAD1049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41BB50-F1F9-1D8A-F177-BAEFCDF93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CB48FA-D393-B994-E8A6-BC71A6B7C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316DCB1-8A19-C785-6D75-7475B25E9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9F22E1-562A-8B93-D40B-A654C19B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8D3463-0848-6A5A-28A3-8398588C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9D91BF-AB28-7A99-BF9F-01E70D18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85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612512-8F2D-3B15-02FA-D4686D979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D725C2-2CF5-0F7C-CA76-1A6E76A3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1721400-6C9E-4A17-5070-103F395A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7BE709-9B82-51B5-3E44-1EB01027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42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C49ACEF-2D6F-F674-A6CB-396CCE7B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85C363-D26B-81F3-EE69-88DB0083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17FC33-D3C0-1681-4016-9F003F02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94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D16809-D9FF-292D-B52F-A50A7E54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30CB9A-2BBF-091A-5B29-5FC672212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69F439-0CAB-23A4-B72C-E536CE389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F2533A-4E15-D840-8CD3-78864ACC4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04CE73-3415-BC02-D388-DE4F09F0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7CCD1B-3218-28D6-4177-4C0D33A0A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5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3A64A-BBE5-F4D8-BCEC-ADC6DF8C3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0F1F2E2-A965-030C-68CE-82F48063F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C35523-0452-BA03-7053-FE4E0B353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BC5C9C-F1A3-DF06-DE18-4A1480BA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5B2F68-CAE6-84DE-C46A-66A996415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3E47CB-05D6-9066-66C5-766146BFE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551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825BD-1310-30E0-4FF5-7C42625C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3F06B66-E33C-B5A1-5BFE-5088A278C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E4C929-01B8-2636-3EA8-7E1E28B06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187DA-9F79-98E0-8F09-21266153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CD220-BEB2-E18F-A1B0-C40160B8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25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B5C348-6398-9C4E-0023-81C7879D0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F38F4F-6933-4723-8D85-5977F4317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220CB6-6C85-CE7B-7C15-C1CD16F7F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3A87E-76B6-82A8-E132-AAA970AB9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D2BCB0-1586-BB55-D570-09A11C63A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96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BBFE06F-91B7-DB0E-1DD3-3B75A1314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A66C0A-F36A-B563-F7C3-97F394A46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6B1C99-1B7B-4EB0-8A5F-65BFF2CFB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D96F2-8CFD-466E-B59B-50C5C429C729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B0A9FA-4DCA-F7F5-FC34-7A8701FE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49DD99-A426-A215-3A2F-42F8DC45E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D42D5-39E3-4D48-90FF-174EC70E92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856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2505E88A-04D4-1F53-57FE-0DD045DDF0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88529"/>
              </p:ext>
            </p:extLst>
          </p:nvPr>
        </p:nvGraphicFramePr>
        <p:xfrm>
          <a:off x="127000" y="762000"/>
          <a:ext cx="381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03524B4C-0D20-CBB0-204A-46D02AF031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3368621"/>
              </p:ext>
            </p:extLst>
          </p:nvPr>
        </p:nvGraphicFramePr>
        <p:xfrm>
          <a:off x="4127500" y="762000"/>
          <a:ext cx="381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F5E5D4DE-2B50-5931-ABAC-59E44EA6F5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106364"/>
              </p:ext>
            </p:extLst>
          </p:nvPr>
        </p:nvGraphicFramePr>
        <p:xfrm>
          <a:off x="8128000" y="762000"/>
          <a:ext cx="381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977085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ADB6C0B7-7DCA-8897-495D-BDF206E799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0537102"/>
              </p:ext>
            </p:extLst>
          </p:nvPr>
        </p:nvGraphicFramePr>
        <p:xfrm>
          <a:off x="127000" y="762000"/>
          <a:ext cx="381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99DC916-0C9C-320A-5FCF-EAFFA1A366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3702735"/>
              </p:ext>
            </p:extLst>
          </p:nvPr>
        </p:nvGraphicFramePr>
        <p:xfrm>
          <a:off x="4127500" y="762000"/>
          <a:ext cx="381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DCBF74B8-D567-6C78-10F9-0B45D17A3B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2153102"/>
              </p:ext>
            </p:extLst>
          </p:nvPr>
        </p:nvGraphicFramePr>
        <p:xfrm>
          <a:off x="8128000" y="762000"/>
          <a:ext cx="381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15550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2026-10-17T09:28:23Z</dcterms:created>
  <dcterms:modified xsi:type="dcterms:W3CDTF">2026-10-17T09:28:23Z</dcterms:modified>
</cp:coreProperties>
</file>