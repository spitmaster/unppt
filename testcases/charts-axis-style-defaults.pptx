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1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C5-436F-A6BC-E2D17D50A3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C5-436F-A6BC-E2D17D50A3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C5-436F-A6BC-E2D17D50A3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4643520"/>
        <c:axId val="1177597984"/>
      </c:barChart>
      <c:catAx>
        <c:axId val="1174643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77597984"/>
        <c:crosses val="autoZero"/>
        <c:auto val="1"/>
        <c:lblAlgn val="ctr"/>
        <c:lblOffset val="100"/>
        <c:noMultiLvlLbl val="0"/>
      </c:catAx>
      <c:valAx>
        <c:axId val="117759798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74643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6C-4964-944D-956DCC6E0E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6C-4964-944D-956DCC6E0E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6C-4964-944D-956DCC6E0E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5077119"/>
        <c:axId val="915082879"/>
      </c:barChart>
      <c:catAx>
        <c:axId val="9150771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5082879"/>
        <c:crosses val="autoZero"/>
        <c:auto val="1"/>
        <c:lblAlgn val="ctr"/>
        <c:lblOffset val="100"/>
        <c:noMultiLvlLbl val="0"/>
      </c:catAx>
      <c:valAx>
        <c:axId val="915082879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5077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3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B6-498D-BC1B-1D190D0387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B6-498D-BC1B-1D190D0387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B6-498D-BC1B-1D190D038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900655"/>
        <c:axId val="919905935"/>
      </c:barChart>
      <c:catAx>
        <c:axId val="9199006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9905935"/>
        <c:crosses val="autoZero"/>
        <c:auto val="1"/>
        <c:lblAlgn val="ctr"/>
        <c:lblOffset val="100"/>
        <c:noMultiLvlLbl val="0"/>
      </c:catAx>
      <c:valAx>
        <c:axId val="919905935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9900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6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E0-44F3-AB16-57633B2FDC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E0-44F3-AB16-57633B2FDC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E0-44F3-AB16-57633B2FD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895375"/>
        <c:axId val="919899215"/>
      </c:barChart>
      <c:catAx>
        <c:axId val="9198953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9899215"/>
        <c:crosses val="autoZero"/>
        <c:auto val="1"/>
        <c:lblAlgn val="ctr"/>
        <c:lblOffset val="100"/>
        <c:noMultiLvlLbl val="0"/>
      </c:catAx>
      <c:valAx>
        <c:axId val="919899215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98953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9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D-4482-B57A-996D8F9D30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FD-4482-B57A-996D8F9D30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FD-4482-B57A-996D8F9D3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892495"/>
        <c:axId val="919896335"/>
      </c:barChart>
      <c:catAx>
        <c:axId val="9198924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9896335"/>
        <c:crosses val="autoZero"/>
        <c:auto val="1"/>
        <c:lblAlgn val="ctr"/>
        <c:lblOffset val="100"/>
        <c:noMultiLvlLbl val="0"/>
      </c:catAx>
      <c:valAx>
        <c:axId val="919896335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9892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17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74-4B97-9122-20D578E891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74-4B97-9122-20D578E891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74-4B97-9122-20D578E891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5083839"/>
        <c:axId val="915084319"/>
      </c:barChart>
      <c:catAx>
        <c:axId val="9150838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5084319"/>
        <c:crosses val="autoZero"/>
        <c:auto val="1"/>
        <c:lblAlgn val="ctr"/>
        <c:lblOffset val="100"/>
        <c:noMultiLvlLbl val="0"/>
      </c:catAx>
      <c:valAx>
        <c:axId val="915084319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5083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5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78-4C9E-929B-8103C1A7C5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78-4C9E-929B-8103C1A7C5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78-4C9E-929B-8103C1A7C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8916048"/>
        <c:axId val="1088917488"/>
      </c:barChart>
      <c:catAx>
        <c:axId val="1088916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88917488"/>
        <c:crosses val="autoZero"/>
        <c:auto val="1"/>
        <c:lblAlgn val="ctr"/>
        <c:lblOffset val="100"/>
        <c:noMultiLvlLbl val="0"/>
      </c:catAx>
      <c:valAx>
        <c:axId val="1088917488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8891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33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90-463E-B450-59264FA131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90-463E-B450-59264FA13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90-463E-B450-59264FA13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5072799"/>
        <c:axId val="1177603264"/>
      </c:barChart>
      <c:catAx>
        <c:axId val="9150727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77603264"/>
        <c:crosses val="autoZero"/>
        <c:auto val="1"/>
        <c:lblAlgn val="ctr"/>
        <c:lblOffset val="100"/>
        <c:noMultiLvlLbl val="0"/>
      </c:catAx>
      <c:valAx>
        <c:axId val="117760326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5072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41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D8-42D4-890A-89498CB27D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D8-42D4-890A-89498CB27D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D8-42D4-890A-89498CB27D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5081439"/>
        <c:axId val="966065071"/>
      </c:barChart>
      <c:catAx>
        <c:axId val="9150814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065071"/>
        <c:crosses val="autoZero"/>
        <c:auto val="1"/>
        <c:lblAlgn val="ctr"/>
        <c:lblOffset val="100"/>
        <c:noMultiLvlLbl val="0"/>
      </c:catAx>
      <c:valAx>
        <c:axId val="966065071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50814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42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04-4F93-8AEA-157D37652E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04-4F93-8AEA-157D37652E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04-4F93-8AEA-157D37652E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66071311"/>
        <c:axId val="966070351"/>
      </c:barChart>
      <c:catAx>
        <c:axId val="9660713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070351"/>
        <c:crosses val="autoZero"/>
        <c:auto val="1"/>
        <c:lblAlgn val="ctr"/>
        <c:lblOffset val="100"/>
        <c:noMultiLvlLbl val="0"/>
      </c:catAx>
      <c:valAx>
        <c:axId val="966070351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071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45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CA-4C92-A7C4-C5EF2F8CB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CA-4C92-A7C4-C5EF2F8CBD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CA-4C92-A7C4-C5EF2F8CB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66062191"/>
        <c:axId val="966067951"/>
      </c:barChart>
      <c:catAx>
        <c:axId val="966062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067951"/>
        <c:crosses val="autoZero"/>
        <c:auto val="1"/>
        <c:lblAlgn val="ctr"/>
        <c:lblOffset val="100"/>
        <c:noMultiLvlLbl val="0"/>
      </c:catAx>
      <c:valAx>
        <c:axId val="966067951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06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48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A-4B07-94E0-F634B04D8C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0A-4B07-94E0-F634B04D8C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0A-4B07-94E0-F634B04D8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66073231"/>
        <c:axId val="966073711"/>
      </c:barChart>
      <c:catAx>
        <c:axId val="96607323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073711"/>
        <c:crosses val="autoZero"/>
        <c:auto val="1"/>
        <c:lblAlgn val="ctr"/>
        <c:lblOffset val="100"/>
        <c:noMultiLvlLbl val="0"/>
      </c:catAx>
      <c:valAx>
        <c:axId val="966073711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073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47AB0-E691-275B-3B32-4E08C494A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BF5ABD-6252-2B94-404A-D2F99ED9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15546-2E4E-4095-1985-6A2B2B2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46829-FB68-A796-E52B-EBF09304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C9E3B0-342E-9EF0-12B9-6ED8E99A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51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2B002-F9FE-5D19-9337-89A55505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E04F70-555E-D5E1-AE0D-50ED62D4C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205C5-2FCC-351A-BAB6-C1F999D79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D5D3F-F6D1-7923-4CB2-EF3E15AA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1F41D5-C1AF-A75D-2C6D-25646287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00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683F3-0BA0-8650-02A4-C3CF766E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FF3776-6018-2338-57A3-DF6FA7ACB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58503D-84FD-1A23-33BF-6FCE786D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4A941A-12D5-3F69-3559-82274036E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95BED4-A33D-8DFC-55A5-B823F3F4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49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944FA-AE0E-983C-5309-F33D6C09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459F0-6E9B-D148-27FB-74B397DD9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F7D81F-CABC-45F3-E102-77B406E91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13E66-CE49-2F72-2BF9-719D0137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E3D50-4A9E-019C-F5D6-6A4E724C2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B6D142-9156-7B4E-4B5C-5A3C4589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99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6F005-D396-D4E0-0137-F2F0E7C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2FFD88-21A4-D041-678B-0B090F718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B6CF50-BA1A-ED34-565F-7A75B4636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B4BBFB-6EF0-AC2C-9537-52E0A0283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3C25D4-E2E4-9248-2E80-3EBB6F7ED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C2F539-23A0-6427-DE71-002162BB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0C860E-2756-3C4E-9303-9B972BE8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293A0D-5D01-73E9-F8DE-F041EBB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65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9DE0D-0412-8CAB-0BD4-BD9C0D42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B769F3-150C-D9F1-AD70-9D1B7BA3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09C238-E3C4-1B37-9455-D7F6F7D5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4AC2AB-D49F-39BD-D905-04C95C80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43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7D209D-AFCB-5196-2D7F-273D921E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89341E-434C-6551-B825-7BCF77E8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C1793D-7BB7-BE7D-19D5-D908A5A2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67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9405B-C53E-F589-475D-E11238AAD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931971-C009-6FEF-6BB7-2D8F052E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534441-6408-28E5-D55D-81856C596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E8675-F1E4-D1C5-CF70-394ED79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A9CBCD-3EEB-A837-B650-418CF2EF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B50CF-1435-7DC0-73E1-F6294F89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4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23741-FB9C-5C8F-4DB0-92AA3F22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D84CD8-873C-2E97-BB7F-FBFBD719C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AA480C-C222-7FB7-5E9D-8D45207A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06BB0-4FFD-A183-D869-5EA1EBEB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092E16-D069-73FB-B0EB-AB340D20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B14821-44F7-28A0-C44C-59286A72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5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65B25-AC83-654A-320D-35A9B1E8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973DE1-B819-1865-B62A-7C9B029BD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DA331-09F3-7FAB-B550-D853A456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E6F17-53A6-C07F-6FA6-7D81911F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FE0D6C-F2E4-3EDE-9E9F-5ADF33B1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71D993-616C-7B84-78EF-4A3FF3708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2E3005-1D14-1F1E-0429-FCEA74BAE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51AEB-DCC9-2F54-A2C6-FF8D0C80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F8E4B-B50B-89C4-4883-4A3DBF301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0121B-4C6E-4918-CFAC-AB28BC8B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9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F9C647-95BD-4D75-DBE8-A76D2C50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51C81B-80D1-E4AC-4033-24742BFDD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94568-7732-76ED-8D59-907DFDA5D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4F126-8BAE-4450-B589-B88EAA78AF30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495C3F-F0DA-4549-B2F3-3027AA249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0BFA8-B0E4-B132-6318-5BBC24DCC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02A31-5854-47B2-9824-D72BDC2B3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6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13" Type="http://schemas.openxmlformats.org/officeDocument/2006/relationships/chart" Target="../charts/chart12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12" Type="http://schemas.openxmlformats.org/officeDocument/2006/relationships/chart" Target="../charts/chart1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11" Type="http://schemas.openxmlformats.org/officeDocument/2006/relationships/chart" Target="../charts/chart10.xml"/><Relationship Id="rId5" Type="http://schemas.openxmlformats.org/officeDocument/2006/relationships/chart" Target="../charts/chart4.xml"/><Relationship Id="rId10" Type="http://schemas.openxmlformats.org/officeDocument/2006/relationships/chart" Target="../charts/chart9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03FB78C9-BF41-0B4C-860F-5CFC889166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139505"/>
              </p:ext>
            </p:extLst>
          </p:nvPr>
        </p:nvGraphicFramePr>
        <p:xfrm>
          <a:off x="63500" y="635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B6CAD47-0909-C42C-2951-EB28CC3BA6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6712615"/>
              </p:ext>
            </p:extLst>
          </p:nvPr>
        </p:nvGraphicFramePr>
        <p:xfrm>
          <a:off x="3086100" y="635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E6A813A5-ACB9-4BA1-0A99-C66F61A858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904416"/>
              </p:ext>
            </p:extLst>
          </p:nvPr>
        </p:nvGraphicFramePr>
        <p:xfrm>
          <a:off x="6108700" y="635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177412CB-8CB2-BE96-AFDD-1D1A96E59B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6896257"/>
              </p:ext>
            </p:extLst>
          </p:nvPr>
        </p:nvGraphicFramePr>
        <p:xfrm>
          <a:off x="9131300" y="635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60183745-A90A-B496-67E9-39F1503CD7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3073909"/>
              </p:ext>
            </p:extLst>
          </p:nvPr>
        </p:nvGraphicFramePr>
        <p:xfrm>
          <a:off x="63500" y="23241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63612BCD-D4C6-A6FB-94E6-907486357B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632616"/>
              </p:ext>
            </p:extLst>
          </p:nvPr>
        </p:nvGraphicFramePr>
        <p:xfrm>
          <a:off x="3086100" y="23241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A851EF8D-A7F6-51E4-D7EA-276C2A1D1E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030525"/>
              </p:ext>
            </p:extLst>
          </p:nvPr>
        </p:nvGraphicFramePr>
        <p:xfrm>
          <a:off x="6108700" y="23241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9F199050-CEF6-EEE7-9623-81749ADC58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99860"/>
              </p:ext>
            </p:extLst>
          </p:nvPr>
        </p:nvGraphicFramePr>
        <p:xfrm>
          <a:off x="9131300" y="23241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9EDCE404-C3AB-A5E0-3541-13892E38F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4493101"/>
              </p:ext>
            </p:extLst>
          </p:nvPr>
        </p:nvGraphicFramePr>
        <p:xfrm>
          <a:off x="63500" y="45847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DBAD4A75-7F03-DDE4-D1EF-5FB84EA2F4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0404329"/>
              </p:ext>
            </p:extLst>
          </p:nvPr>
        </p:nvGraphicFramePr>
        <p:xfrm>
          <a:off x="3086100" y="45847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78C588BE-3756-087D-F073-9788B1C5D6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80881"/>
              </p:ext>
            </p:extLst>
          </p:nvPr>
        </p:nvGraphicFramePr>
        <p:xfrm>
          <a:off x="6108700" y="45847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F4710A86-A867-A2A6-E2AB-F7FBB5695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6006538"/>
              </p:ext>
            </p:extLst>
          </p:nvPr>
        </p:nvGraphicFramePr>
        <p:xfrm>
          <a:off x="9131300" y="4584700"/>
          <a:ext cx="2921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extLst>
      <p:ext uri="{BB962C8B-B14F-4D97-AF65-F5344CB8AC3E}">
        <p14:creationId xmlns:p14="http://schemas.microsoft.com/office/powerpoint/2010/main" val="261739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2026-10-20T12:10:21Z</dcterms:created>
  <dcterms:modified xsi:type="dcterms:W3CDTF">2026-10-20T12:10:21Z</dcterms:modified>
</cp:coreProperties>
</file>