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E43B6F-83B2-4BF8-9EAF-E5285A45654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51952D3-E37F-4089-98AD-B4346AFC2095}">
      <dgm:prSet phldrT="[文本]" custT="1"/>
      <dgm:spPr/>
      <dgm:t>
        <a:bodyPr/>
        <a:lstStyle/>
        <a:p>
          <a:r>
            <a: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rPr>
            <a:t>第一段文字</a:t>
          </a:r>
        </a:p>
        <a:p>
          <a:r>
            <a: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rPr>
            <a:t>第二段文字内容</a:t>
          </a:r>
        </a:p>
        <a:p>
          <a:r>
            <a: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rPr>
            <a:t>第三段</a:t>
          </a:r>
        </a:p>
      </dgm:t>
    </dgm:pt>
    <dgm:pt modelId="{9C50CD06-E2ED-413B-B77A-A7C8C17B910D}" type="parTrans" cxnId="{9C3C1BA0-EB21-41DE-A3E3-05BC5006CFB5}">
      <dgm:prSet/>
      <dgm:spPr/>
      <dgm:t>
        <a:bodyPr/>
        <a:lstStyle/>
        <a:p>
          <a:endParaRPr lang="zh-CN" altLang="en-US"/>
        </a:p>
      </dgm:t>
    </dgm:pt>
    <dgm:pt modelId="{95E6047E-3351-4BAA-99C3-D41B841018A1}" type="sibTrans" cxnId="{9C3C1BA0-EB21-41DE-A3E3-05BC5006CFB5}">
      <dgm:prSet/>
      <dgm:spPr/>
      <dgm:t>
        <a:bodyPr/>
        <a:lstStyle/>
        <a:p>
          <a:endParaRPr lang="zh-CN" altLang="en-US"/>
        </a:p>
      </dgm:t>
    </dgm:pt>
    <dgm:pt modelId="{E43B37DA-8D77-4597-947D-23AACB950881}">
      <dgm:prSet phldrT="[文本]" custT="1"/>
      <dgm:spPr/>
      <dgm:t>
        <a:bodyPr/>
        <a:lstStyle/>
        <a:p>
          <a:r>
            <a: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rPr>
            <a:t>第三段</a:t>
          </a:r>
        </a:p>
        <a:p>
          <a:r>
            <a: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rPr>
            <a:t>第二段文字内容</a:t>
          </a:r>
        </a:p>
        <a:p>
          <a:r>
            <a: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rPr>
            <a:t>第一段文字</a:t>
          </a:r>
        </a:p>
      </dgm:t>
    </dgm:pt>
    <dgm:pt modelId="{55779170-4EC1-48C8-BF10-B35A59070D90}" type="parTrans" cxnId="{83C74E20-AD3B-4D74-9E95-36B6D50F160B}">
      <dgm:prSet/>
      <dgm:spPr/>
      <dgm:t>
        <a:bodyPr/>
        <a:lstStyle/>
        <a:p>
          <a:endParaRPr lang="zh-CN" altLang="en-US"/>
        </a:p>
      </dgm:t>
    </dgm:pt>
    <dgm:pt modelId="{9773A5D9-1372-40FE-92FD-CA1A14FDCBEA}" type="sibTrans" cxnId="{83C74E20-AD3B-4D74-9E95-36B6D50F160B}">
      <dgm:prSet/>
      <dgm:spPr/>
      <dgm:t>
        <a:bodyPr/>
        <a:lstStyle/>
        <a:p>
          <a:endParaRPr lang="zh-CN" altLang="en-US"/>
        </a:p>
      </dgm:t>
    </dgm:pt>
    <dgm:pt modelId="{F99C6F41-0FEB-403C-B8E2-4B3DE0BC8F96}" type="pres">
      <dgm:prSet presAssocID="{02E43B6F-83B2-4BF8-9EAF-E5285A45654E}" presName="diagram" presStyleCnt="0">
        <dgm:presLayoutVars>
          <dgm:dir/>
          <dgm:resizeHandles val="exact"/>
        </dgm:presLayoutVars>
      </dgm:prSet>
      <dgm:spPr/>
    </dgm:pt>
    <dgm:pt modelId="{5CE2DD44-F4E6-4FD2-9079-1DE96C5146A7}" type="pres">
      <dgm:prSet presAssocID="{F51952D3-E37F-4089-98AD-B4346AFC2095}" presName="node" presStyleLbl="node1" presStyleIdx="0" presStyleCnt="2">
        <dgm:presLayoutVars>
          <dgm:bulletEnabled val="1"/>
        </dgm:presLayoutVars>
      </dgm:prSet>
      <dgm:spPr/>
    </dgm:pt>
    <dgm:pt modelId="{0F239EA4-87CE-4CB5-99E8-384623F60279}" type="pres">
      <dgm:prSet presAssocID="{95E6047E-3351-4BAA-99C3-D41B841018A1}" presName="sibTrans" presStyleCnt="0"/>
      <dgm:spPr/>
    </dgm:pt>
    <dgm:pt modelId="{FEDD3301-5977-403F-A314-8DE47C11BB56}" type="pres">
      <dgm:prSet presAssocID="{E43B37DA-8D77-4597-947D-23AACB950881}" presName="node" presStyleLbl="node1" presStyleIdx="1" presStyleCnt="2">
        <dgm:presLayoutVars>
          <dgm:bulletEnabled val="1"/>
        </dgm:presLayoutVars>
      </dgm:prSet>
      <dgm:spPr/>
    </dgm:pt>
  </dgm:ptLst>
  <dgm:cxnLst>
    <dgm:cxn modelId="{D4402C0F-8171-4E7A-808E-19EC5ED7ED22}" type="presOf" srcId="{F51952D3-E37F-4089-98AD-B4346AFC2095}" destId="{5CE2DD44-F4E6-4FD2-9079-1DE96C5146A7}" srcOrd="0" destOrd="0" presId="urn:microsoft.com/office/officeart/2005/8/layout/default"/>
    <dgm:cxn modelId="{83C74E20-AD3B-4D74-9E95-36B6D50F160B}" srcId="{02E43B6F-83B2-4BF8-9EAF-E5285A45654E}" destId="{E43B37DA-8D77-4597-947D-23AACB950881}" srcOrd="1" destOrd="0" parTransId="{55779170-4EC1-48C8-BF10-B35A59070D90}" sibTransId="{9773A5D9-1372-40FE-92FD-CA1A14FDCBEA}"/>
    <dgm:cxn modelId="{A1C31F6F-E966-4111-9E5D-CCCBB44D89CF}" type="presOf" srcId="{E43B37DA-8D77-4597-947D-23AACB950881}" destId="{FEDD3301-5977-403F-A314-8DE47C11BB56}" srcOrd="0" destOrd="0" presId="urn:microsoft.com/office/officeart/2005/8/layout/default"/>
    <dgm:cxn modelId="{9C3C1BA0-EB21-41DE-A3E3-05BC5006CFB5}" srcId="{02E43B6F-83B2-4BF8-9EAF-E5285A45654E}" destId="{F51952D3-E37F-4089-98AD-B4346AFC2095}" srcOrd="0" destOrd="0" parTransId="{9C50CD06-E2ED-413B-B77A-A7C8C17B910D}" sibTransId="{95E6047E-3351-4BAA-99C3-D41B841018A1}"/>
    <dgm:cxn modelId="{E8D478DC-7160-4A81-813A-10E72B803BD5}" type="presOf" srcId="{02E43B6F-83B2-4BF8-9EAF-E5285A45654E}" destId="{F99C6F41-0FEB-403C-B8E2-4B3DE0BC8F96}" srcOrd="0" destOrd="0" presId="urn:microsoft.com/office/officeart/2005/8/layout/default"/>
    <dgm:cxn modelId="{83FE8E8C-E893-44E1-8213-481B4A53045D}" type="presParOf" srcId="{F99C6F41-0FEB-403C-B8E2-4B3DE0BC8F96}" destId="{5CE2DD44-F4E6-4FD2-9079-1DE96C5146A7}" srcOrd="0" destOrd="0" presId="urn:microsoft.com/office/officeart/2005/8/layout/default"/>
    <dgm:cxn modelId="{263453A2-3C36-427C-869D-E200E2D3F69C}" type="presParOf" srcId="{F99C6F41-0FEB-403C-B8E2-4B3DE0BC8F96}" destId="{0F239EA4-87CE-4CB5-99E8-384623F60279}" srcOrd="1" destOrd="0" presId="urn:microsoft.com/office/officeart/2005/8/layout/default"/>
    <dgm:cxn modelId="{A9A98780-C10F-49E5-A6A5-F57A895D840D}" type="presParOf" srcId="{F99C6F41-0FEB-403C-B8E2-4B3DE0BC8F96}" destId="{FEDD3301-5977-403F-A314-8DE47C11BB56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B51CED-5480-48DD-90CC-C5B9066C998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7D85155-B7D4-45D2-8908-45AAE55C0A0A}">
      <dgm:prSet phldrT="[文本]" custT="1"/>
      <dgm:spPr/>
      <dgm:t>
        <a:bodyPr/>
        <a:lstStyle/>
        <a:p>
          <a:r>
            <a:rPr lang="zh-CN" altLang="en-US" sz="1600">
              <a:latin typeface="SimHei" panose="02010609060101010101" pitchFamily="49" charset="-122"/>
              <a:ea typeface="SimHei" panose="02010609060101010101" pitchFamily="49" charset="-122"/>
            </a:rPr>
            <a:t>第一段文字</a:t>
          </a:r>
        </a:p>
        <a:p>
          <a:r>
            <a:rPr lang="zh-CN" altLang="en-US" sz="1600">
              <a:latin typeface="SimHei" panose="02010609060101010101" pitchFamily="49" charset="-122"/>
              <a:ea typeface="SimHei" panose="02010609060101010101" pitchFamily="49" charset="-122"/>
            </a:rPr>
            <a:t>第二段文字内容</a:t>
          </a:r>
        </a:p>
        <a:p>
          <a:r>
            <a:rPr lang="zh-CN" altLang="en-US" sz="1600">
              <a:latin typeface="SimHei" panose="02010609060101010101" pitchFamily="49" charset="-122"/>
              <a:ea typeface="SimHei" panose="02010609060101010101" pitchFamily="49" charset="-122"/>
            </a:rPr>
            <a:t>第三段</a:t>
          </a:r>
        </a:p>
      </dgm:t>
    </dgm:pt>
    <dgm:pt modelId="{D8D06EF0-977D-4840-8641-294564FF544C}" type="parTrans" cxnId="{B236FB95-8814-4513-A663-8F1F702C57E1}">
      <dgm:prSet/>
      <dgm:spPr/>
      <dgm:t>
        <a:bodyPr/>
        <a:lstStyle/>
        <a:p>
          <a:endParaRPr lang="zh-CN" altLang="en-US"/>
        </a:p>
      </dgm:t>
    </dgm:pt>
    <dgm:pt modelId="{D386568E-8D2E-474B-8B29-3F04276C53E2}" type="sibTrans" cxnId="{B236FB95-8814-4513-A663-8F1F702C57E1}">
      <dgm:prSet/>
      <dgm:spPr/>
      <dgm:t>
        <a:bodyPr/>
        <a:lstStyle/>
        <a:p>
          <a:endParaRPr lang="zh-CN" altLang="en-US"/>
        </a:p>
      </dgm:t>
    </dgm:pt>
    <dgm:pt modelId="{A939C3E1-05B9-48C7-A425-73F96A5D1116}">
      <dgm:prSet phldrT="[文本]" custT="1"/>
      <dgm:spPr/>
      <dgm:t>
        <a:bodyPr/>
        <a:lstStyle/>
        <a:p>
          <a:r>
            <a:rPr lang="zh-CN" altLang="en-US" sz="1600">
              <a:latin typeface="SimHei" panose="02010609060101010101" pitchFamily="49" charset="-122"/>
              <a:ea typeface="SimHei" panose="02010609060101010101" pitchFamily="49" charset="-122"/>
            </a:rPr>
            <a:t>第三段</a:t>
          </a:r>
        </a:p>
        <a:p>
          <a:r>
            <a:rPr lang="zh-CN" altLang="en-US" sz="1600">
              <a:latin typeface="SimHei" panose="02010609060101010101" pitchFamily="49" charset="-122"/>
              <a:ea typeface="SimHei" panose="02010609060101010101" pitchFamily="49" charset="-122"/>
            </a:rPr>
            <a:t>第二段文字内容</a:t>
          </a:r>
        </a:p>
        <a:p>
          <a:r>
            <a:rPr lang="zh-CN" altLang="en-US" sz="1600">
              <a:latin typeface="SimHei" panose="02010609060101010101" pitchFamily="49" charset="-122"/>
              <a:ea typeface="SimHei" panose="02010609060101010101" pitchFamily="49" charset="-122"/>
            </a:rPr>
            <a:t>第一段文字</a:t>
          </a:r>
        </a:p>
      </dgm:t>
    </dgm:pt>
    <dgm:pt modelId="{9CF871C7-82DB-4B9E-98CB-0D73AD71754C}" type="parTrans" cxnId="{F981B705-A9F5-48EE-A41A-7595B9837986}">
      <dgm:prSet/>
      <dgm:spPr/>
      <dgm:t>
        <a:bodyPr/>
        <a:lstStyle/>
        <a:p>
          <a:endParaRPr lang="zh-CN" altLang="en-US"/>
        </a:p>
      </dgm:t>
    </dgm:pt>
    <dgm:pt modelId="{6D0C333A-7E6F-4562-A352-8957D477FB39}" type="sibTrans" cxnId="{F981B705-A9F5-48EE-A41A-7595B9837986}">
      <dgm:prSet/>
      <dgm:spPr/>
      <dgm:t>
        <a:bodyPr/>
        <a:lstStyle/>
        <a:p>
          <a:endParaRPr lang="zh-CN" altLang="en-US"/>
        </a:p>
      </dgm:t>
    </dgm:pt>
    <dgm:pt modelId="{9EE05D23-79FD-43D0-85DE-35F46E02DC4D}" type="pres">
      <dgm:prSet presAssocID="{EDB51CED-5480-48DD-90CC-C5B9066C9981}" presName="diagram" presStyleCnt="0">
        <dgm:presLayoutVars>
          <dgm:dir/>
          <dgm:resizeHandles val="exact"/>
        </dgm:presLayoutVars>
      </dgm:prSet>
      <dgm:spPr/>
    </dgm:pt>
    <dgm:pt modelId="{E8923D1A-56F5-4817-BC70-EC4BDEA2BAD1}" type="pres">
      <dgm:prSet presAssocID="{87D85155-B7D4-45D2-8908-45AAE55C0A0A}" presName="node" presStyleLbl="node1" presStyleIdx="0" presStyleCnt="2">
        <dgm:presLayoutVars>
          <dgm:bulletEnabled val="1"/>
        </dgm:presLayoutVars>
      </dgm:prSet>
      <dgm:spPr/>
    </dgm:pt>
    <dgm:pt modelId="{D1D37D30-8ED1-4F87-9CFD-C4701F789DD9}" type="pres">
      <dgm:prSet presAssocID="{D386568E-8D2E-474B-8B29-3F04276C53E2}" presName="sibTrans" presStyleCnt="0"/>
      <dgm:spPr/>
    </dgm:pt>
    <dgm:pt modelId="{94022F11-8499-4A65-A765-011C6104FB09}" type="pres">
      <dgm:prSet presAssocID="{A939C3E1-05B9-48C7-A425-73F96A5D1116}" presName="node" presStyleLbl="node1" presStyleIdx="1" presStyleCnt="2">
        <dgm:presLayoutVars>
          <dgm:bulletEnabled val="1"/>
        </dgm:presLayoutVars>
      </dgm:prSet>
      <dgm:spPr/>
    </dgm:pt>
  </dgm:ptLst>
  <dgm:cxnLst>
    <dgm:cxn modelId="{F981B705-A9F5-48EE-A41A-7595B9837986}" srcId="{EDB51CED-5480-48DD-90CC-C5B9066C9981}" destId="{A939C3E1-05B9-48C7-A425-73F96A5D1116}" srcOrd="1" destOrd="0" parTransId="{9CF871C7-82DB-4B9E-98CB-0D73AD71754C}" sibTransId="{6D0C333A-7E6F-4562-A352-8957D477FB39}"/>
    <dgm:cxn modelId="{1A7EF325-C88F-46C4-BB0A-04E7FF852617}" type="presOf" srcId="{EDB51CED-5480-48DD-90CC-C5B9066C9981}" destId="{9EE05D23-79FD-43D0-85DE-35F46E02DC4D}" srcOrd="0" destOrd="0" presId="urn:microsoft.com/office/officeart/2005/8/layout/default"/>
    <dgm:cxn modelId="{F1FD718E-F9CF-4F47-9EAF-DEC34709254C}" type="presOf" srcId="{87D85155-B7D4-45D2-8908-45AAE55C0A0A}" destId="{E8923D1A-56F5-4817-BC70-EC4BDEA2BAD1}" srcOrd="0" destOrd="0" presId="urn:microsoft.com/office/officeart/2005/8/layout/default"/>
    <dgm:cxn modelId="{B236FB95-8814-4513-A663-8F1F702C57E1}" srcId="{EDB51CED-5480-48DD-90CC-C5B9066C9981}" destId="{87D85155-B7D4-45D2-8908-45AAE55C0A0A}" srcOrd="0" destOrd="0" parTransId="{D8D06EF0-977D-4840-8641-294564FF544C}" sibTransId="{D386568E-8D2E-474B-8B29-3F04276C53E2}"/>
    <dgm:cxn modelId="{F7B80FFE-CF57-44B6-B087-C7C3A8B52C97}" type="presOf" srcId="{A939C3E1-05B9-48C7-A425-73F96A5D1116}" destId="{94022F11-8499-4A65-A765-011C6104FB09}" srcOrd="0" destOrd="0" presId="urn:microsoft.com/office/officeart/2005/8/layout/default"/>
    <dgm:cxn modelId="{D3BFC0FB-7E0B-4EAC-9A89-7F6B31887C80}" type="presParOf" srcId="{9EE05D23-79FD-43D0-85DE-35F46E02DC4D}" destId="{E8923D1A-56F5-4817-BC70-EC4BDEA2BAD1}" srcOrd="0" destOrd="0" presId="urn:microsoft.com/office/officeart/2005/8/layout/default"/>
    <dgm:cxn modelId="{090BFA6C-1487-45BC-900F-F09523874D75}" type="presParOf" srcId="{9EE05D23-79FD-43D0-85DE-35F46E02DC4D}" destId="{D1D37D30-8ED1-4F87-9CFD-C4701F789DD9}" srcOrd="1" destOrd="0" presId="urn:microsoft.com/office/officeart/2005/8/layout/default"/>
    <dgm:cxn modelId="{10E7A3B9-B7EA-4E75-9DC9-FF517ADE0A32}" type="presParOf" srcId="{9EE05D23-79FD-43D0-85DE-35F46E02DC4D}" destId="{94022F11-8499-4A65-A765-011C6104FB09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142016-2F4D-48A3-A5AF-3C087933735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1A42E86-79AA-43AE-A0B1-8320C8A034CE}">
      <dgm:prSet phldrT="[文本]" custT="1"/>
      <dgm:spPr/>
      <dgm:t>
        <a:bodyPr/>
        <a:lstStyle/>
        <a:p>
          <a:r>
            <a:rPr lang="zh-CN" altLang="en-US" sz="1600">
              <a:latin typeface="DengXian" panose="02010600030101010101" pitchFamily="2" charset="-122"/>
              <a:ea typeface="DengXian" panose="02010600030101010101" pitchFamily="2" charset="-122"/>
            </a:rPr>
            <a:t>第一段文字</a:t>
          </a:r>
        </a:p>
        <a:p>
          <a:r>
            <a:rPr lang="zh-CN" altLang="en-US" sz="1600">
              <a:latin typeface="DengXian" panose="02010600030101010101" pitchFamily="2" charset="-122"/>
              <a:ea typeface="DengXian" panose="02010600030101010101" pitchFamily="2" charset="-122"/>
            </a:rPr>
            <a:t>第二段文字内容</a:t>
          </a:r>
        </a:p>
        <a:p>
          <a:r>
            <a:rPr lang="zh-CN" altLang="en-US" sz="1600">
              <a:latin typeface="DengXian" panose="02010600030101010101" pitchFamily="2" charset="-122"/>
              <a:ea typeface="DengXian" panose="02010600030101010101" pitchFamily="2" charset="-122"/>
            </a:rPr>
            <a:t>第三段</a:t>
          </a:r>
        </a:p>
      </dgm:t>
    </dgm:pt>
    <dgm:pt modelId="{B49817C6-864F-4A46-B47A-B2D58DE13280}" type="parTrans" cxnId="{9498C63E-7056-4502-8DFB-C192F71224C6}">
      <dgm:prSet/>
      <dgm:spPr/>
      <dgm:t>
        <a:bodyPr/>
        <a:lstStyle/>
        <a:p>
          <a:endParaRPr lang="zh-CN" altLang="en-US"/>
        </a:p>
      </dgm:t>
    </dgm:pt>
    <dgm:pt modelId="{CCC7567A-FC16-4A73-9254-460451E23E7D}" type="sibTrans" cxnId="{9498C63E-7056-4502-8DFB-C192F71224C6}">
      <dgm:prSet/>
      <dgm:spPr/>
      <dgm:t>
        <a:bodyPr/>
        <a:lstStyle/>
        <a:p>
          <a:endParaRPr lang="zh-CN" altLang="en-US"/>
        </a:p>
      </dgm:t>
    </dgm:pt>
    <dgm:pt modelId="{63C67122-CAAE-4CAD-AC68-496010D448CD}">
      <dgm:prSet phldrT="[文本]" custT="1"/>
      <dgm:spPr/>
      <dgm:t>
        <a:bodyPr/>
        <a:lstStyle/>
        <a:p>
          <a:r>
            <a:rPr lang="zh-CN" altLang="en-US" sz="1600">
              <a:latin typeface="DengXian" panose="02010600030101010101" pitchFamily="2" charset="-122"/>
              <a:ea typeface="DengXian" panose="02010600030101010101" pitchFamily="2" charset="-122"/>
            </a:rPr>
            <a:t>第三段</a:t>
          </a:r>
        </a:p>
        <a:p>
          <a:r>
            <a:rPr lang="zh-CN" altLang="en-US" sz="1600">
              <a:latin typeface="DengXian" panose="02010600030101010101" pitchFamily="2" charset="-122"/>
              <a:ea typeface="DengXian" panose="02010600030101010101" pitchFamily="2" charset="-122"/>
            </a:rPr>
            <a:t>第二段文字内容</a:t>
          </a:r>
        </a:p>
        <a:p>
          <a:r>
            <a:rPr lang="zh-CN" altLang="en-US" sz="1600">
              <a:latin typeface="DengXian" panose="02010600030101010101" pitchFamily="2" charset="-122"/>
              <a:ea typeface="DengXian" panose="02010600030101010101" pitchFamily="2" charset="-122"/>
            </a:rPr>
            <a:t>第一段文字</a:t>
          </a:r>
        </a:p>
      </dgm:t>
    </dgm:pt>
    <dgm:pt modelId="{F351F1E3-1247-4C42-A2C2-EBF8F6865BE0}" type="parTrans" cxnId="{C81D7222-5A66-4D6E-91C7-27C73ED5FC4F}">
      <dgm:prSet/>
      <dgm:spPr/>
      <dgm:t>
        <a:bodyPr/>
        <a:lstStyle/>
        <a:p>
          <a:endParaRPr lang="zh-CN" altLang="en-US"/>
        </a:p>
      </dgm:t>
    </dgm:pt>
    <dgm:pt modelId="{73171D0D-4FBF-4AEC-8E54-691F8B70C284}" type="sibTrans" cxnId="{C81D7222-5A66-4D6E-91C7-27C73ED5FC4F}">
      <dgm:prSet/>
      <dgm:spPr/>
      <dgm:t>
        <a:bodyPr/>
        <a:lstStyle/>
        <a:p>
          <a:endParaRPr lang="zh-CN" altLang="en-US"/>
        </a:p>
      </dgm:t>
    </dgm:pt>
    <dgm:pt modelId="{6530D75F-9789-4742-B6AA-4306034EF5E0}" type="pres">
      <dgm:prSet presAssocID="{FE142016-2F4D-48A3-A5AF-3C0879337356}" presName="diagram" presStyleCnt="0">
        <dgm:presLayoutVars>
          <dgm:dir/>
          <dgm:resizeHandles val="exact"/>
        </dgm:presLayoutVars>
      </dgm:prSet>
      <dgm:spPr/>
    </dgm:pt>
    <dgm:pt modelId="{6FD3100D-1FDA-41C2-92CC-40DE7DBF7F14}" type="pres">
      <dgm:prSet presAssocID="{C1A42E86-79AA-43AE-A0B1-8320C8A034CE}" presName="node" presStyleLbl="node1" presStyleIdx="0" presStyleCnt="2">
        <dgm:presLayoutVars>
          <dgm:bulletEnabled val="1"/>
        </dgm:presLayoutVars>
      </dgm:prSet>
      <dgm:spPr/>
    </dgm:pt>
    <dgm:pt modelId="{4BC6BB17-372D-45AA-8BA9-9DA19F803488}" type="pres">
      <dgm:prSet presAssocID="{CCC7567A-FC16-4A73-9254-460451E23E7D}" presName="sibTrans" presStyleCnt="0"/>
      <dgm:spPr/>
    </dgm:pt>
    <dgm:pt modelId="{8F8F664B-FCE5-4A42-9FD3-4CD0432540AD}" type="pres">
      <dgm:prSet presAssocID="{63C67122-CAAE-4CAD-AC68-496010D448CD}" presName="node" presStyleLbl="node1" presStyleIdx="1" presStyleCnt="2">
        <dgm:presLayoutVars>
          <dgm:bulletEnabled val="1"/>
        </dgm:presLayoutVars>
      </dgm:prSet>
      <dgm:spPr/>
    </dgm:pt>
  </dgm:ptLst>
  <dgm:cxnLst>
    <dgm:cxn modelId="{C81D7222-5A66-4D6E-91C7-27C73ED5FC4F}" srcId="{FE142016-2F4D-48A3-A5AF-3C0879337356}" destId="{63C67122-CAAE-4CAD-AC68-496010D448CD}" srcOrd="1" destOrd="0" parTransId="{F351F1E3-1247-4C42-A2C2-EBF8F6865BE0}" sibTransId="{73171D0D-4FBF-4AEC-8E54-691F8B70C284}"/>
    <dgm:cxn modelId="{E57BD832-1DE2-42DF-AEDA-367A3860A8A4}" type="presOf" srcId="{C1A42E86-79AA-43AE-A0B1-8320C8A034CE}" destId="{6FD3100D-1FDA-41C2-92CC-40DE7DBF7F14}" srcOrd="0" destOrd="0" presId="urn:microsoft.com/office/officeart/2005/8/layout/default"/>
    <dgm:cxn modelId="{9498C63E-7056-4502-8DFB-C192F71224C6}" srcId="{FE142016-2F4D-48A3-A5AF-3C0879337356}" destId="{C1A42E86-79AA-43AE-A0B1-8320C8A034CE}" srcOrd="0" destOrd="0" parTransId="{B49817C6-864F-4A46-B47A-B2D58DE13280}" sibTransId="{CCC7567A-FC16-4A73-9254-460451E23E7D}"/>
    <dgm:cxn modelId="{5318715D-E135-404D-B442-D12794246A0B}" type="presOf" srcId="{FE142016-2F4D-48A3-A5AF-3C0879337356}" destId="{6530D75F-9789-4742-B6AA-4306034EF5E0}" srcOrd="0" destOrd="0" presId="urn:microsoft.com/office/officeart/2005/8/layout/default"/>
    <dgm:cxn modelId="{15A725F3-6FF0-4923-BEE7-F5450AC2BCB5}" type="presOf" srcId="{63C67122-CAAE-4CAD-AC68-496010D448CD}" destId="{8F8F664B-FCE5-4A42-9FD3-4CD0432540AD}" srcOrd="0" destOrd="0" presId="urn:microsoft.com/office/officeart/2005/8/layout/default"/>
    <dgm:cxn modelId="{F50F7DCC-B3AE-4514-A218-8008B60A21C0}" type="presParOf" srcId="{6530D75F-9789-4742-B6AA-4306034EF5E0}" destId="{6FD3100D-1FDA-41C2-92CC-40DE7DBF7F14}" srcOrd="0" destOrd="0" presId="urn:microsoft.com/office/officeart/2005/8/layout/default"/>
    <dgm:cxn modelId="{8196F362-123C-4DC2-916D-403EFFF853CA}" type="presParOf" srcId="{6530D75F-9789-4742-B6AA-4306034EF5E0}" destId="{4BC6BB17-372D-45AA-8BA9-9DA19F803488}" srcOrd="1" destOrd="0" presId="urn:microsoft.com/office/officeart/2005/8/layout/default"/>
    <dgm:cxn modelId="{95E954D6-0C8B-4FDE-87D3-B0ED163FB5A3}" type="presParOf" srcId="{6530D75F-9789-4742-B6AA-4306034EF5E0}" destId="{8F8F664B-FCE5-4A42-9FD3-4CD0432540AD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D1289B-464A-418A-9731-73A3F22C55B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F888397-A510-4160-A21F-F37063AEC927}">
      <dgm:prSet phldrT="[文本]" custT="1"/>
      <dgm:spPr/>
      <dgm:t>
        <a:bodyPr/>
        <a:lstStyle/>
        <a:p>
          <a:r>
            <a:rPr lang="en-US" altLang="zh-CN" sz="1600">
              <a:latin typeface="Arial" panose="020B0604020202020204" pitchFamily="34" charset="0"/>
            </a:rPr>
            <a:t>First line</a:t>
          </a:r>
        </a:p>
        <a:p>
          <a:r>
            <a:rPr lang="en-US" altLang="zh-CN" sz="1600">
              <a:latin typeface="Arial" panose="020B0604020202020204" pitchFamily="34" charset="0"/>
            </a:rPr>
            <a:t>Second line here</a:t>
          </a:r>
        </a:p>
        <a:p>
          <a:r>
            <a:rPr lang="en-US" altLang="zh-CN" sz="1600">
              <a:latin typeface="Arial" panose="020B0604020202020204" pitchFamily="34" charset="0"/>
            </a:rPr>
            <a:t>Third</a:t>
          </a:r>
          <a:endParaRPr lang="zh-CN" altLang="en-US" sz="1600">
            <a:latin typeface="Arial" panose="020B0604020202020204" pitchFamily="34" charset="0"/>
          </a:endParaRPr>
        </a:p>
      </dgm:t>
    </dgm:pt>
    <dgm:pt modelId="{AAA1B3C7-DE2E-4492-B237-D3768CC8FF4A}" type="parTrans" cxnId="{0C6DBCCC-761B-498F-9867-21716B329FD7}">
      <dgm:prSet/>
      <dgm:spPr/>
      <dgm:t>
        <a:bodyPr/>
        <a:lstStyle/>
        <a:p>
          <a:endParaRPr lang="zh-CN" altLang="en-US"/>
        </a:p>
      </dgm:t>
    </dgm:pt>
    <dgm:pt modelId="{D526FEA3-BF17-4036-80C9-58702F2722AD}" type="sibTrans" cxnId="{0C6DBCCC-761B-498F-9867-21716B329FD7}">
      <dgm:prSet/>
      <dgm:spPr/>
      <dgm:t>
        <a:bodyPr/>
        <a:lstStyle/>
        <a:p>
          <a:endParaRPr lang="zh-CN" altLang="en-US"/>
        </a:p>
      </dgm:t>
    </dgm:pt>
    <dgm:pt modelId="{098A3E61-A761-41A5-AC95-5A7401B3153D}">
      <dgm:prSet phldrT="[文本]" custT="1"/>
      <dgm:spPr/>
      <dgm:t>
        <a:bodyPr/>
        <a:lstStyle/>
        <a:p>
          <a:r>
            <a:rPr lang="en-US" altLang="zh-CN" sz="1600">
              <a:latin typeface="Arial" panose="020B0604020202020204" pitchFamily="34" charset="0"/>
            </a:rPr>
            <a:t>Third</a:t>
          </a:r>
        </a:p>
        <a:p>
          <a:r>
            <a:rPr lang="en-US" altLang="zh-CN" sz="1600">
              <a:latin typeface="Arial" panose="020B0604020202020204" pitchFamily="34" charset="0"/>
            </a:rPr>
            <a:t>Second line here</a:t>
          </a:r>
        </a:p>
        <a:p>
          <a:r>
            <a:rPr lang="en-US" altLang="zh-CN" sz="1600">
              <a:latin typeface="Arial" panose="020B0604020202020204" pitchFamily="34" charset="0"/>
            </a:rPr>
            <a:t>First line</a:t>
          </a:r>
          <a:endParaRPr lang="zh-CN" altLang="en-US" sz="1600">
            <a:latin typeface="Arial" panose="020B0604020202020204" pitchFamily="34" charset="0"/>
          </a:endParaRPr>
        </a:p>
      </dgm:t>
    </dgm:pt>
    <dgm:pt modelId="{EB556EAE-128B-4131-AC86-F11DADEED0B1}" type="parTrans" cxnId="{E825B6BA-D874-46B1-BE71-3D109395AC59}">
      <dgm:prSet/>
      <dgm:spPr/>
      <dgm:t>
        <a:bodyPr/>
        <a:lstStyle/>
        <a:p>
          <a:endParaRPr lang="zh-CN" altLang="en-US"/>
        </a:p>
      </dgm:t>
    </dgm:pt>
    <dgm:pt modelId="{0AB255E7-544D-43A2-86B7-65B15B29CBBD}" type="sibTrans" cxnId="{E825B6BA-D874-46B1-BE71-3D109395AC59}">
      <dgm:prSet/>
      <dgm:spPr/>
      <dgm:t>
        <a:bodyPr/>
        <a:lstStyle/>
        <a:p>
          <a:endParaRPr lang="zh-CN" altLang="en-US"/>
        </a:p>
      </dgm:t>
    </dgm:pt>
    <dgm:pt modelId="{7E1BB867-3498-403D-8C71-F029F54F98CE}" type="pres">
      <dgm:prSet presAssocID="{CDD1289B-464A-418A-9731-73A3F22C55BE}" presName="diagram" presStyleCnt="0">
        <dgm:presLayoutVars>
          <dgm:dir/>
          <dgm:resizeHandles val="exact"/>
        </dgm:presLayoutVars>
      </dgm:prSet>
      <dgm:spPr/>
    </dgm:pt>
    <dgm:pt modelId="{2942C4A0-0D4F-464E-86D0-BD4C0F71C929}" type="pres">
      <dgm:prSet presAssocID="{0F888397-A510-4160-A21F-F37063AEC927}" presName="node" presStyleLbl="node1" presStyleIdx="0" presStyleCnt="2">
        <dgm:presLayoutVars>
          <dgm:bulletEnabled val="1"/>
        </dgm:presLayoutVars>
      </dgm:prSet>
      <dgm:spPr/>
    </dgm:pt>
    <dgm:pt modelId="{A5988462-7B11-4BAE-8EDB-D2BAA94F2F46}" type="pres">
      <dgm:prSet presAssocID="{D526FEA3-BF17-4036-80C9-58702F2722AD}" presName="sibTrans" presStyleCnt="0"/>
      <dgm:spPr/>
    </dgm:pt>
    <dgm:pt modelId="{06F673D5-B387-464B-A4ED-2DE66954F7DE}" type="pres">
      <dgm:prSet presAssocID="{098A3E61-A761-41A5-AC95-5A7401B3153D}" presName="node" presStyleLbl="node1" presStyleIdx="1" presStyleCnt="2">
        <dgm:presLayoutVars>
          <dgm:bulletEnabled val="1"/>
        </dgm:presLayoutVars>
      </dgm:prSet>
      <dgm:spPr/>
    </dgm:pt>
  </dgm:ptLst>
  <dgm:cxnLst>
    <dgm:cxn modelId="{FF394418-060C-4D31-985D-6B31A77438F9}" type="presOf" srcId="{0F888397-A510-4160-A21F-F37063AEC927}" destId="{2942C4A0-0D4F-464E-86D0-BD4C0F71C929}" srcOrd="0" destOrd="0" presId="urn:microsoft.com/office/officeart/2005/8/layout/default"/>
    <dgm:cxn modelId="{1CE20B27-AAC3-40EE-87B3-7F24CEDF6CAE}" type="presOf" srcId="{CDD1289B-464A-418A-9731-73A3F22C55BE}" destId="{7E1BB867-3498-403D-8C71-F029F54F98CE}" srcOrd="0" destOrd="0" presId="urn:microsoft.com/office/officeart/2005/8/layout/default"/>
    <dgm:cxn modelId="{3EB3C32D-4A72-4249-AD4D-4F7F7B45B197}" type="presOf" srcId="{098A3E61-A761-41A5-AC95-5A7401B3153D}" destId="{06F673D5-B387-464B-A4ED-2DE66954F7DE}" srcOrd="0" destOrd="0" presId="urn:microsoft.com/office/officeart/2005/8/layout/default"/>
    <dgm:cxn modelId="{E825B6BA-D874-46B1-BE71-3D109395AC59}" srcId="{CDD1289B-464A-418A-9731-73A3F22C55BE}" destId="{098A3E61-A761-41A5-AC95-5A7401B3153D}" srcOrd="1" destOrd="0" parTransId="{EB556EAE-128B-4131-AC86-F11DADEED0B1}" sibTransId="{0AB255E7-544D-43A2-86B7-65B15B29CBBD}"/>
    <dgm:cxn modelId="{0C6DBCCC-761B-498F-9867-21716B329FD7}" srcId="{CDD1289B-464A-418A-9731-73A3F22C55BE}" destId="{0F888397-A510-4160-A21F-F37063AEC927}" srcOrd="0" destOrd="0" parTransId="{AAA1B3C7-DE2E-4492-B237-D3768CC8FF4A}" sibTransId="{D526FEA3-BF17-4036-80C9-58702F2722AD}"/>
    <dgm:cxn modelId="{387FC479-6E05-4409-86A3-6E3D7EA4577E}" type="presParOf" srcId="{7E1BB867-3498-403D-8C71-F029F54F98CE}" destId="{2942C4A0-0D4F-464E-86D0-BD4C0F71C929}" srcOrd="0" destOrd="0" presId="urn:microsoft.com/office/officeart/2005/8/layout/default"/>
    <dgm:cxn modelId="{A6EB7F0B-5628-4AEB-BFC0-DF4C910224D8}" type="presParOf" srcId="{7E1BB867-3498-403D-8C71-F029F54F98CE}" destId="{A5988462-7B11-4BAE-8EDB-D2BAA94F2F46}" srcOrd="1" destOrd="0" presId="urn:microsoft.com/office/officeart/2005/8/layout/default"/>
    <dgm:cxn modelId="{692716F8-604A-44BC-BD08-A9FC256E5A57}" type="presParOf" srcId="{7E1BB867-3498-403D-8C71-F029F54F98CE}" destId="{06F673D5-B387-464B-A4ED-2DE66954F7DE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5A0D3CE-B784-4260-907F-5E8AE6C0066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B66C32A-5DFE-4553-98E4-D6631B77EBBD}">
      <dgm:prSet phldrT="[文本]" custT="1"/>
      <dgm:spPr/>
      <dgm:t>
        <a:bodyPr/>
        <a:lstStyle/>
        <a:p>
          <a:pPr>
            <a:lnSpc>
              <a:spcPct val="120000"/>
            </a:lnSpc>
            <a:spcAft>
              <a:spcPct val="0"/>
            </a:spcAft>
          </a:pPr>
          <a:r>
            <a: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rPr>
            <a:t>第一段文字</a:t>
          </a:r>
        </a:p>
        <a:p>
          <a:pPr>
            <a:lnSpc>
              <a:spcPct val="120000"/>
            </a:lnSpc>
            <a:spcAft>
              <a:spcPct val="0"/>
            </a:spcAft>
          </a:pPr>
          <a:r>
            <a: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rPr>
            <a:t>第二段文字内容</a:t>
          </a:r>
        </a:p>
        <a:p>
          <a:pPr>
            <a:lnSpc>
              <a:spcPct val="120000"/>
            </a:lnSpc>
            <a:spcAft>
              <a:spcPct val="0"/>
            </a:spcAft>
          </a:pPr>
          <a:r>
            <a: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rPr>
            <a:t>第三段</a:t>
          </a:r>
        </a:p>
      </dgm:t>
    </dgm:pt>
    <dgm:pt modelId="{0D0D07DC-6629-4092-A8CA-D6476AACBB35}" type="parTrans" cxnId="{D2C13EC1-4439-4A89-BD25-D8DC889CAA1D}">
      <dgm:prSet/>
      <dgm:spPr/>
      <dgm:t>
        <a:bodyPr/>
        <a:lstStyle/>
        <a:p>
          <a:endParaRPr lang="zh-CN" altLang="en-US"/>
        </a:p>
      </dgm:t>
    </dgm:pt>
    <dgm:pt modelId="{AEE6E19B-888E-4C1B-8D53-BC1F47F5F35A}" type="sibTrans" cxnId="{D2C13EC1-4439-4A89-BD25-D8DC889CAA1D}">
      <dgm:prSet/>
      <dgm:spPr/>
      <dgm:t>
        <a:bodyPr/>
        <a:lstStyle/>
        <a:p>
          <a:endParaRPr lang="zh-CN" altLang="en-US"/>
        </a:p>
      </dgm:t>
    </dgm:pt>
    <dgm:pt modelId="{6DCBB692-4583-4944-A046-E78554047311}">
      <dgm:prSet phldrT="[文本]" custT="1"/>
      <dgm:spPr/>
      <dgm:t>
        <a:bodyPr/>
        <a:lstStyle/>
        <a:p>
          <a:pPr>
            <a:lnSpc>
              <a:spcPct val="120000"/>
            </a:lnSpc>
            <a:spcAft>
              <a:spcPct val="0"/>
            </a:spcAft>
          </a:pPr>
          <a:r>
            <a: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rPr>
            <a:t>第三段</a:t>
          </a:r>
        </a:p>
        <a:p>
          <a:pPr>
            <a:lnSpc>
              <a:spcPct val="120000"/>
            </a:lnSpc>
            <a:spcAft>
              <a:spcPct val="0"/>
            </a:spcAft>
          </a:pPr>
          <a:r>
            <a: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rPr>
            <a:t>第二段文字内容</a:t>
          </a:r>
        </a:p>
        <a:p>
          <a:pPr>
            <a:lnSpc>
              <a:spcPct val="120000"/>
            </a:lnSpc>
            <a:spcAft>
              <a:spcPct val="0"/>
            </a:spcAft>
          </a:pPr>
          <a:r>
            <a: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rPr>
            <a:t>第一段文字</a:t>
          </a:r>
        </a:p>
      </dgm:t>
    </dgm:pt>
    <dgm:pt modelId="{BF065139-4B3A-4651-94DA-91B07F01DC07}" type="parTrans" cxnId="{A43E1A7A-D2BD-4A97-9812-22943C7D8402}">
      <dgm:prSet/>
      <dgm:spPr/>
      <dgm:t>
        <a:bodyPr/>
        <a:lstStyle/>
        <a:p>
          <a:endParaRPr lang="zh-CN" altLang="en-US"/>
        </a:p>
      </dgm:t>
    </dgm:pt>
    <dgm:pt modelId="{AD9E346E-FB29-4913-A7DD-BC0801F272A2}" type="sibTrans" cxnId="{A43E1A7A-D2BD-4A97-9812-22943C7D8402}">
      <dgm:prSet/>
      <dgm:spPr/>
      <dgm:t>
        <a:bodyPr/>
        <a:lstStyle/>
        <a:p>
          <a:endParaRPr lang="zh-CN" altLang="en-US"/>
        </a:p>
      </dgm:t>
    </dgm:pt>
    <dgm:pt modelId="{AE2E5BBB-0A41-4F4D-AAF7-E67DCCE79257}" type="pres">
      <dgm:prSet presAssocID="{55A0D3CE-B784-4260-907F-5E8AE6C00661}" presName="diagram" presStyleCnt="0">
        <dgm:presLayoutVars>
          <dgm:dir/>
          <dgm:resizeHandles val="exact"/>
        </dgm:presLayoutVars>
      </dgm:prSet>
      <dgm:spPr/>
    </dgm:pt>
    <dgm:pt modelId="{262FBE53-6302-4877-8217-2162B6B34D79}" type="pres">
      <dgm:prSet presAssocID="{DB66C32A-5DFE-4553-98E4-D6631B77EBBD}" presName="node" presStyleLbl="node1" presStyleIdx="0" presStyleCnt="2">
        <dgm:presLayoutVars>
          <dgm:bulletEnabled val="1"/>
        </dgm:presLayoutVars>
      </dgm:prSet>
      <dgm:spPr/>
    </dgm:pt>
    <dgm:pt modelId="{32DDC228-41A3-4097-BC01-28BD9C74A40C}" type="pres">
      <dgm:prSet presAssocID="{AEE6E19B-888E-4C1B-8D53-BC1F47F5F35A}" presName="sibTrans" presStyleCnt="0"/>
      <dgm:spPr/>
    </dgm:pt>
    <dgm:pt modelId="{2989EDD8-B9B8-47E3-99DB-9F90ED002F34}" type="pres">
      <dgm:prSet presAssocID="{6DCBB692-4583-4944-A046-E78554047311}" presName="node" presStyleLbl="node1" presStyleIdx="1" presStyleCnt="2">
        <dgm:presLayoutVars>
          <dgm:bulletEnabled val="1"/>
        </dgm:presLayoutVars>
      </dgm:prSet>
      <dgm:spPr/>
    </dgm:pt>
  </dgm:ptLst>
  <dgm:cxnLst>
    <dgm:cxn modelId="{4FD7E517-683B-48E4-BB10-23D898085788}" type="presOf" srcId="{6DCBB692-4583-4944-A046-E78554047311}" destId="{2989EDD8-B9B8-47E3-99DB-9F90ED002F34}" srcOrd="0" destOrd="0" presId="urn:microsoft.com/office/officeart/2005/8/layout/default"/>
    <dgm:cxn modelId="{50E5146D-9922-45CD-8B14-4D2104ADE41C}" type="presOf" srcId="{DB66C32A-5DFE-4553-98E4-D6631B77EBBD}" destId="{262FBE53-6302-4877-8217-2162B6B34D79}" srcOrd="0" destOrd="0" presId="urn:microsoft.com/office/officeart/2005/8/layout/default"/>
    <dgm:cxn modelId="{A43E1A7A-D2BD-4A97-9812-22943C7D8402}" srcId="{55A0D3CE-B784-4260-907F-5E8AE6C00661}" destId="{6DCBB692-4583-4944-A046-E78554047311}" srcOrd="1" destOrd="0" parTransId="{BF065139-4B3A-4651-94DA-91B07F01DC07}" sibTransId="{AD9E346E-FB29-4913-A7DD-BC0801F272A2}"/>
    <dgm:cxn modelId="{334FB3A6-37AA-47C1-BD37-112EB5B3B8FA}" type="presOf" srcId="{55A0D3CE-B784-4260-907F-5E8AE6C00661}" destId="{AE2E5BBB-0A41-4F4D-AAF7-E67DCCE79257}" srcOrd="0" destOrd="0" presId="urn:microsoft.com/office/officeart/2005/8/layout/default"/>
    <dgm:cxn modelId="{D2C13EC1-4439-4A89-BD25-D8DC889CAA1D}" srcId="{55A0D3CE-B784-4260-907F-5E8AE6C00661}" destId="{DB66C32A-5DFE-4553-98E4-D6631B77EBBD}" srcOrd="0" destOrd="0" parTransId="{0D0D07DC-6629-4092-A8CA-D6476AACBB35}" sibTransId="{AEE6E19B-888E-4C1B-8D53-BC1F47F5F35A}"/>
    <dgm:cxn modelId="{004DBD1F-3BDD-4481-8B0C-A15DFE27DF44}" type="presParOf" srcId="{AE2E5BBB-0A41-4F4D-AAF7-E67DCCE79257}" destId="{262FBE53-6302-4877-8217-2162B6B34D79}" srcOrd="0" destOrd="0" presId="urn:microsoft.com/office/officeart/2005/8/layout/default"/>
    <dgm:cxn modelId="{5DDA3889-D4C1-40B9-843B-E614EB0CD3B8}" type="presParOf" srcId="{AE2E5BBB-0A41-4F4D-AAF7-E67DCCE79257}" destId="{32DDC228-41A3-4097-BC01-28BD9C74A40C}" srcOrd="1" destOrd="0" presId="urn:microsoft.com/office/officeart/2005/8/layout/default"/>
    <dgm:cxn modelId="{A06B708A-E048-40AB-B277-18A8AE38A275}" type="presParOf" srcId="{AE2E5BBB-0A41-4F4D-AAF7-E67DCCE79257}" destId="{2989EDD8-B9B8-47E3-99DB-9F90ED002F34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26259CD-BEE5-49E5-B728-ED51E94C444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78DCED9-2715-4508-B237-496EED68A6DA}">
      <dgm:prSet phldrT="[文本]" custT="1"/>
      <dgm:spPr/>
      <dgm:t>
        <a:bodyPr/>
        <a:lstStyle/>
        <a:p>
          <a:pPr>
            <a:lnSpc>
              <a:spcPct val="120000"/>
            </a:lnSpc>
            <a:spcAft>
              <a:spcPct val="0"/>
            </a:spcAft>
          </a:pPr>
          <a:r>
            <a:rPr lang="en-US" altLang="zh-CN" sz="1600">
              <a:latin typeface="Arial" panose="020B0604020202020204" pitchFamily="34" charset="0"/>
            </a:rPr>
            <a:t>First line</a:t>
          </a:r>
        </a:p>
        <a:p>
          <a:pPr>
            <a:lnSpc>
              <a:spcPct val="120000"/>
            </a:lnSpc>
            <a:spcAft>
              <a:spcPct val="0"/>
            </a:spcAft>
          </a:pPr>
          <a:r>
            <a:rPr lang="en-US" altLang="zh-CN" sz="1600">
              <a:latin typeface="Arial" panose="020B0604020202020204" pitchFamily="34" charset="0"/>
            </a:rPr>
            <a:t>Second line here</a:t>
          </a:r>
        </a:p>
        <a:p>
          <a:pPr>
            <a:lnSpc>
              <a:spcPct val="120000"/>
            </a:lnSpc>
            <a:spcAft>
              <a:spcPct val="0"/>
            </a:spcAft>
          </a:pPr>
          <a:r>
            <a:rPr lang="en-US" altLang="zh-CN" sz="1600">
              <a:latin typeface="Arial" panose="020B0604020202020204" pitchFamily="34" charset="0"/>
            </a:rPr>
            <a:t>Third</a:t>
          </a:r>
          <a:endParaRPr lang="zh-CN" altLang="en-US" sz="1600">
            <a:latin typeface="Arial" panose="020B0604020202020204" pitchFamily="34" charset="0"/>
          </a:endParaRPr>
        </a:p>
      </dgm:t>
    </dgm:pt>
    <dgm:pt modelId="{CA8E3065-F036-42D9-A970-3678CE98DA86}" type="parTrans" cxnId="{413F1207-38A1-47DF-820E-E2691A6E2076}">
      <dgm:prSet/>
      <dgm:spPr/>
      <dgm:t>
        <a:bodyPr/>
        <a:lstStyle/>
        <a:p>
          <a:endParaRPr lang="zh-CN" altLang="en-US"/>
        </a:p>
      </dgm:t>
    </dgm:pt>
    <dgm:pt modelId="{1095C4F9-C7DD-482D-BA32-D307637C96E5}" type="sibTrans" cxnId="{413F1207-38A1-47DF-820E-E2691A6E2076}">
      <dgm:prSet/>
      <dgm:spPr/>
      <dgm:t>
        <a:bodyPr/>
        <a:lstStyle/>
        <a:p>
          <a:endParaRPr lang="zh-CN" altLang="en-US"/>
        </a:p>
      </dgm:t>
    </dgm:pt>
    <dgm:pt modelId="{70D821E0-4A5C-44C3-AFF6-14F2D8F426FE}">
      <dgm:prSet phldrT="[文本]" custT="1"/>
      <dgm:spPr/>
      <dgm:t>
        <a:bodyPr/>
        <a:lstStyle/>
        <a:p>
          <a:pPr>
            <a:lnSpc>
              <a:spcPct val="120000"/>
            </a:lnSpc>
            <a:spcAft>
              <a:spcPct val="0"/>
            </a:spcAft>
          </a:pPr>
          <a:r>
            <a:rPr lang="en-US" altLang="zh-CN" sz="1600">
              <a:latin typeface="Arial" panose="020B0604020202020204" pitchFamily="34" charset="0"/>
            </a:rPr>
            <a:t>Third</a:t>
          </a:r>
        </a:p>
        <a:p>
          <a:pPr>
            <a:lnSpc>
              <a:spcPct val="120000"/>
            </a:lnSpc>
            <a:spcAft>
              <a:spcPct val="0"/>
            </a:spcAft>
          </a:pPr>
          <a:r>
            <a:rPr lang="en-US" altLang="zh-CN" sz="1600">
              <a:latin typeface="Arial" panose="020B0604020202020204" pitchFamily="34" charset="0"/>
            </a:rPr>
            <a:t>Second line here</a:t>
          </a:r>
        </a:p>
        <a:p>
          <a:pPr>
            <a:lnSpc>
              <a:spcPct val="120000"/>
            </a:lnSpc>
            <a:spcAft>
              <a:spcPct val="0"/>
            </a:spcAft>
          </a:pPr>
          <a:r>
            <a:rPr lang="en-US" altLang="zh-CN" sz="1600">
              <a:latin typeface="Arial" panose="020B0604020202020204" pitchFamily="34" charset="0"/>
            </a:rPr>
            <a:t>First line</a:t>
          </a:r>
          <a:endParaRPr lang="zh-CN" altLang="en-US" sz="1600">
            <a:latin typeface="Arial" panose="020B0604020202020204" pitchFamily="34" charset="0"/>
          </a:endParaRPr>
        </a:p>
      </dgm:t>
    </dgm:pt>
    <dgm:pt modelId="{AE690AA3-4806-494E-8E5B-DD820A7C5BEA}" type="parTrans" cxnId="{631B892C-425A-4A9E-8A0B-FFAFE32D535A}">
      <dgm:prSet/>
      <dgm:spPr/>
      <dgm:t>
        <a:bodyPr/>
        <a:lstStyle/>
        <a:p>
          <a:endParaRPr lang="zh-CN" altLang="en-US"/>
        </a:p>
      </dgm:t>
    </dgm:pt>
    <dgm:pt modelId="{99C61BA1-BEE7-4CD0-84B5-914FB46E1959}" type="sibTrans" cxnId="{631B892C-425A-4A9E-8A0B-FFAFE32D535A}">
      <dgm:prSet/>
      <dgm:spPr/>
      <dgm:t>
        <a:bodyPr/>
        <a:lstStyle/>
        <a:p>
          <a:endParaRPr lang="zh-CN" altLang="en-US"/>
        </a:p>
      </dgm:t>
    </dgm:pt>
    <dgm:pt modelId="{A6A7422A-E10C-40D8-BCD9-CB69A61D7F2B}" type="pres">
      <dgm:prSet presAssocID="{726259CD-BEE5-49E5-B728-ED51E94C444B}" presName="diagram" presStyleCnt="0">
        <dgm:presLayoutVars>
          <dgm:dir/>
          <dgm:resizeHandles val="exact"/>
        </dgm:presLayoutVars>
      </dgm:prSet>
      <dgm:spPr/>
    </dgm:pt>
    <dgm:pt modelId="{A3963148-1D3A-4811-BF82-5573D09E0217}" type="pres">
      <dgm:prSet presAssocID="{078DCED9-2715-4508-B237-496EED68A6DA}" presName="node" presStyleLbl="node1" presStyleIdx="0" presStyleCnt="2">
        <dgm:presLayoutVars>
          <dgm:bulletEnabled val="1"/>
        </dgm:presLayoutVars>
      </dgm:prSet>
      <dgm:spPr/>
    </dgm:pt>
    <dgm:pt modelId="{377B35A7-4236-44E6-97AC-7EEF8B9FEE61}" type="pres">
      <dgm:prSet presAssocID="{1095C4F9-C7DD-482D-BA32-D307637C96E5}" presName="sibTrans" presStyleCnt="0"/>
      <dgm:spPr/>
    </dgm:pt>
    <dgm:pt modelId="{25CD596B-4A74-4771-B5D5-6B713DC2050A}" type="pres">
      <dgm:prSet presAssocID="{70D821E0-4A5C-44C3-AFF6-14F2D8F426FE}" presName="node" presStyleLbl="node1" presStyleIdx="1" presStyleCnt="2">
        <dgm:presLayoutVars>
          <dgm:bulletEnabled val="1"/>
        </dgm:presLayoutVars>
      </dgm:prSet>
      <dgm:spPr/>
    </dgm:pt>
  </dgm:ptLst>
  <dgm:cxnLst>
    <dgm:cxn modelId="{413F1207-38A1-47DF-820E-E2691A6E2076}" srcId="{726259CD-BEE5-49E5-B728-ED51E94C444B}" destId="{078DCED9-2715-4508-B237-496EED68A6DA}" srcOrd="0" destOrd="0" parTransId="{CA8E3065-F036-42D9-A970-3678CE98DA86}" sibTransId="{1095C4F9-C7DD-482D-BA32-D307637C96E5}"/>
    <dgm:cxn modelId="{BCA96629-C945-40D3-A009-9053203A65A9}" type="presOf" srcId="{078DCED9-2715-4508-B237-496EED68A6DA}" destId="{A3963148-1D3A-4811-BF82-5573D09E0217}" srcOrd="0" destOrd="0" presId="urn:microsoft.com/office/officeart/2005/8/layout/default"/>
    <dgm:cxn modelId="{631B892C-425A-4A9E-8A0B-FFAFE32D535A}" srcId="{726259CD-BEE5-49E5-B728-ED51E94C444B}" destId="{70D821E0-4A5C-44C3-AFF6-14F2D8F426FE}" srcOrd="1" destOrd="0" parTransId="{AE690AA3-4806-494E-8E5B-DD820A7C5BEA}" sibTransId="{99C61BA1-BEE7-4CD0-84B5-914FB46E1959}"/>
    <dgm:cxn modelId="{7E5DDE3A-DF08-4044-85BA-47E92215AAA8}" type="presOf" srcId="{726259CD-BEE5-49E5-B728-ED51E94C444B}" destId="{A6A7422A-E10C-40D8-BCD9-CB69A61D7F2B}" srcOrd="0" destOrd="0" presId="urn:microsoft.com/office/officeart/2005/8/layout/default"/>
    <dgm:cxn modelId="{2321CEAA-945F-40F6-AEE0-73B711CEB58F}" type="presOf" srcId="{70D821E0-4A5C-44C3-AFF6-14F2D8F426FE}" destId="{25CD596B-4A74-4771-B5D5-6B713DC2050A}" srcOrd="0" destOrd="0" presId="urn:microsoft.com/office/officeart/2005/8/layout/default"/>
    <dgm:cxn modelId="{C6F3F38B-724A-46D6-B989-3EBFBCB42536}" type="presParOf" srcId="{A6A7422A-E10C-40D8-BCD9-CB69A61D7F2B}" destId="{A3963148-1D3A-4811-BF82-5573D09E0217}" srcOrd="0" destOrd="0" presId="urn:microsoft.com/office/officeart/2005/8/layout/default"/>
    <dgm:cxn modelId="{D56DE58A-17AD-4F7B-86ED-17EAE1DC9051}" type="presParOf" srcId="{A6A7422A-E10C-40D8-BCD9-CB69A61D7F2B}" destId="{377B35A7-4236-44E6-97AC-7EEF8B9FEE61}" srcOrd="1" destOrd="0" presId="urn:microsoft.com/office/officeart/2005/8/layout/default"/>
    <dgm:cxn modelId="{7578219C-4CD7-442A-A28E-83D0A8B0B4DA}" type="presParOf" srcId="{A6A7422A-E10C-40D8-BCD9-CB69A61D7F2B}" destId="{25CD596B-4A74-4771-B5D5-6B713DC2050A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D9631E3-5760-48DF-A285-64727598295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F288305-E17D-4E15-86E3-D9355C7851E5}">
      <dgm:prSet phldrT="[文本]" custT="1"/>
      <dgm:spPr/>
      <dgm:t>
        <a:bodyPr/>
        <a:lstStyle/>
        <a:p>
          <a:r>
            <a:rPr lang="zh-CN" altLang="en-US" sz="1600">
              <a:latin typeface="Calibri" panose="020F0502020204030204" pitchFamily="34" charset="0"/>
              <a:ea typeface="Microsoft YaHei" panose="020B0503020204020204" pitchFamily="34" charset="-122"/>
            </a:rPr>
            <a:t>混排 </a:t>
          </a:r>
          <a:r>
            <a:rPr lang="en-US" altLang="zh-CN" sz="1600">
              <a:latin typeface="Calibri" panose="020F0502020204030204" pitchFamily="34" charset="0"/>
              <a:ea typeface="Microsoft YaHei" panose="020B0503020204020204" pitchFamily="34" charset="-122"/>
            </a:rPr>
            <a:t>Mixed </a:t>
          </a:r>
          <a:r>
            <a:rPr lang="zh-CN" altLang="en-US" sz="1600">
              <a:latin typeface="Calibri" panose="020F0502020204030204" pitchFamily="34" charset="0"/>
              <a:ea typeface="Microsoft YaHei" panose="020B0503020204020204" pitchFamily="34" charset="-122"/>
            </a:rPr>
            <a:t>文字</a:t>
          </a:r>
        </a:p>
        <a:p>
          <a:r>
            <a:rPr lang="en-US" altLang="zh-CN" sz="1600">
              <a:latin typeface="Calibri" panose="020F0502020204030204" pitchFamily="34" charset="0"/>
              <a:ea typeface="Microsoft YaHei" panose="020B0503020204020204" pitchFamily="34" charset="-122"/>
            </a:rPr>
            <a:t>Latin only line</a:t>
          </a:r>
        </a:p>
        <a:p>
          <a:r>
            <a:rPr lang="zh-CN" altLang="en-US" sz="1600">
              <a:latin typeface="Calibri" panose="020F0502020204030204" pitchFamily="34" charset="0"/>
              <a:ea typeface="Microsoft YaHei" panose="020B0503020204020204" pitchFamily="34" charset="-122"/>
            </a:rPr>
            <a:t>第三段 </a:t>
          </a:r>
          <a:r>
            <a:rPr lang="en-US" altLang="zh-CN" sz="1600">
              <a:latin typeface="Calibri" panose="020F0502020204030204" pitchFamily="34" charset="0"/>
              <a:ea typeface="Microsoft YaHei" panose="020B0503020204020204" pitchFamily="34" charset="-122"/>
            </a:rPr>
            <a:t>3</a:t>
          </a:r>
          <a:endParaRPr lang="zh-CN" altLang="en-US" sz="1600">
            <a:latin typeface="Calibri" panose="020F0502020204030204" pitchFamily="34" charset="0"/>
            <a:ea typeface="Microsoft YaHei" panose="020B0503020204020204" pitchFamily="34" charset="-122"/>
          </a:endParaRPr>
        </a:p>
      </dgm:t>
    </dgm:pt>
    <dgm:pt modelId="{F290D057-E651-48F0-AE92-A008A40FB00D}" type="parTrans" cxnId="{C709A45D-C842-4B0F-8C7C-678A468310B3}">
      <dgm:prSet/>
      <dgm:spPr/>
      <dgm:t>
        <a:bodyPr/>
        <a:lstStyle/>
        <a:p>
          <a:endParaRPr lang="zh-CN" altLang="en-US"/>
        </a:p>
      </dgm:t>
    </dgm:pt>
    <dgm:pt modelId="{C69D5AE1-720A-49C0-B629-87CF5C1F8690}" type="sibTrans" cxnId="{C709A45D-C842-4B0F-8C7C-678A468310B3}">
      <dgm:prSet/>
      <dgm:spPr/>
      <dgm:t>
        <a:bodyPr/>
        <a:lstStyle/>
        <a:p>
          <a:endParaRPr lang="zh-CN" altLang="en-US"/>
        </a:p>
      </dgm:t>
    </dgm:pt>
    <dgm:pt modelId="{41E191A7-1ECA-4FCE-895D-F55A991471EE}">
      <dgm:prSet phldrT="[文本]" custT="1"/>
      <dgm:spPr/>
      <dgm:t>
        <a:bodyPr/>
        <a:lstStyle/>
        <a:p>
          <a:r>
            <a:rPr lang="en-US" altLang="zh-CN" sz="1600">
              <a:latin typeface="Calibri" panose="020F0502020204030204" pitchFamily="34" charset="0"/>
              <a:ea typeface="Microsoft YaHei" panose="020B0503020204020204" pitchFamily="34" charset="-122"/>
            </a:rPr>
            <a:t>Text </a:t>
          </a:r>
          <a:r>
            <a:rPr lang="zh-CN" altLang="en-US" sz="1600">
              <a:latin typeface="Calibri" panose="020F0502020204030204" pitchFamily="34" charset="0"/>
              <a:ea typeface="Microsoft YaHei" panose="020B0503020204020204" pitchFamily="34" charset="-122"/>
            </a:rPr>
            <a:t>文字</a:t>
          </a:r>
        </a:p>
        <a:p>
          <a:r>
            <a:rPr lang="zh-CN" altLang="en-US" sz="1600">
              <a:latin typeface="Calibri" panose="020F0502020204030204" pitchFamily="34" charset="0"/>
              <a:ea typeface="Microsoft YaHei" panose="020B0503020204020204" pitchFamily="34" charset="-122"/>
            </a:rPr>
            <a:t>第二段</a:t>
          </a:r>
        </a:p>
      </dgm:t>
    </dgm:pt>
    <dgm:pt modelId="{E5ACB09A-7826-4690-9139-75FFE6A6313F}" type="parTrans" cxnId="{C40811FE-C689-43E4-A63F-9FBA451C46E9}">
      <dgm:prSet/>
      <dgm:spPr/>
      <dgm:t>
        <a:bodyPr/>
        <a:lstStyle/>
        <a:p>
          <a:endParaRPr lang="zh-CN" altLang="en-US"/>
        </a:p>
      </dgm:t>
    </dgm:pt>
    <dgm:pt modelId="{7186A042-574D-4255-A735-01FCBC7D7A87}" type="sibTrans" cxnId="{C40811FE-C689-43E4-A63F-9FBA451C46E9}">
      <dgm:prSet/>
      <dgm:spPr/>
      <dgm:t>
        <a:bodyPr/>
        <a:lstStyle/>
        <a:p>
          <a:endParaRPr lang="zh-CN" altLang="en-US"/>
        </a:p>
      </dgm:t>
    </dgm:pt>
    <dgm:pt modelId="{67ABFBBA-9A66-4132-AA77-2C5425AB7A54}" type="pres">
      <dgm:prSet presAssocID="{9D9631E3-5760-48DF-A285-647275982950}" presName="diagram" presStyleCnt="0">
        <dgm:presLayoutVars>
          <dgm:dir/>
          <dgm:resizeHandles val="exact"/>
        </dgm:presLayoutVars>
      </dgm:prSet>
      <dgm:spPr/>
    </dgm:pt>
    <dgm:pt modelId="{98B2D382-268C-466B-A71E-0348E98B1198}" type="pres">
      <dgm:prSet presAssocID="{AF288305-E17D-4E15-86E3-D9355C7851E5}" presName="node" presStyleLbl="node1" presStyleIdx="0" presStyleCnt="2">
        <dgm:presLayoutVars>
          <dgm:bulletEnabled val="1"/>
        </dgm:presLayoutVars>
      </dgm:prSet>
      <dgm:spPr/>
    </dgm:pt>
    <dgm:pt modelId="{F8A1E8E4-5E61-47B9-9F64-7AA92284D13E}" type="pres">
      <dgm:prSet presAssocID="{C69D5AE1-720A-49C0-B629-87CF5C1F8690}" presName="sibTrans" presStyleCnt="0"/>
      <dgm:spPr/>
    </dgm:pt>
    <dgm:pt modelId="{3B9AAFAC-895B-4C93-BE49-13A1AD839C7C}" type="pres">
      <dgm:prSet presAssocID="{41E191A7-1ECA-4FCE-895D-F55A991471EE}" presName="node" presStyleLbl="node1" presStyleIdx="1" presStyleCnt="2">
        <dgm:presLayoutVars>
          <dgm:bulletEnabled val="1"/>
        </dgm:presLayoutVars>
      </dgm:prSet>
      <dgm:spPr/>
    </dgm:pt>
  </dgm:ptLst>
  <dgm:cxnLst>
    <dgm:cxn modelId="{28D77225-B29A-4CBD-90AD-4B858BFFD630}" type="presOf" srcId="{41E191A7-1ECA-4FCE-895D-F55A991471EE}" destId="{3B9AAFAC-895B-4C93-BE49-13A1AD839C7C}" srcOrd="0" destOrd="0" presId="urn:microsoft.com/office/officeart/2005/8/layout/default"/>
    <dgm:cxn modelId="{C709A45D-C842-4B0F-8C7C-678A468310B3}" srcId="{9D9631E3-5760-48DF-A285-647275982950}" destId="{AF288305-E17D-4E15-86E3-D9355C7851E5}" srcOrd="0" destOrd="0" parTransId="{F290D057-E651-48F0-AE92-A008A40FB00D}" sibTransId="{C69D5AE1-720A-49C0-B629-87CF5C1F8690}"/>
    <dgm:cxn modelId="{F8899B92-2625-4913-ADC6-741BDEDD2409}" type="presOf" srcId="{9D9631E3-5760-48DF-A285-647275982950}" destId="{67ABFBBA-9A66-4132-AA77-2C5425AB7A54}" srcOrd="0" destOrd="0" presId="urn:microsoft.com/office/officeart/2005/8/layout/default"/>
    <dgm:cxn modelId="{FE0351AE-2A3D-4D87-A96F-E53321C61E14}" type="presOf" srcId="{AF288305-E17D-4E15-86E3-D9355C7851E5}" destId="{98B2D382-268C-466B-A71E-0348E98B1198}" srcOrd="0" destOrd="0" presId="urn:microsoft.com/office/officeart/2005/8/layout/default"/>
    <dgm:cxn modelId="{C40811FE-C689-43E4-A63F-9FBA451C46E9}" srcId="{9D9631E3-5760-48DF-A285-647275982950}" destId="{41E191A7-1ECA-4FCE-895D-F55A991471EE}" srcOrd="1" destOrd="0" parTransId="{E5ACB09A-7826-4690-9139-75FFE6A6313F}" sibTransId="{7186A042-574D-4255-A735-01FCBC7D7A87}"/>
    <dgm:cxn modelId="{CBF2259C-1373-43B0-AE5D-5E60E4BB780B}" type="presParOf" srcId="{67ABFBBA-9A66-4132-AA77-2C5425AB7A54}" destId="{98B2D382-268C-466B-A71E-0348E98B1198}" srcOrd="0" destOrd="0" presId="urn:microsoft.com/office/officeart/2005/8/layout/default"/>
    <dgm:cxn modelId="{B9E884FF-75DD-4399-ACDE-2DDB26AC0BDB}" type="presParOf" srcId="{67ABFBBA-9A66-4132-AA77-2C5425AB7A54}" destId="{F8A1E8E4-5E61-47B9-9F64-7AA92284D13E}" srcOrd="1" destOrd="0" presId="urn:microsoft.com/office/officeart/2005/8/layout/default"/>
    <dgm:cxn modelId="{2EEAA63D-10E4-444B-9FE1-778D039B1793}" type="presParOf" srcId="{67ABFBBA-9A66-4132-AA77-2C5425AB7A54}" destId="{3B9AAFAC-895B-4C93-BE49-13A1AD839C7C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B7F0B29-1A6C-4660-8B1F-F3679C2BBE9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9380EA2-56E9-41C9-AB1B-3EAD029F81D7}">
      <dgm:prSet phldrT="[文本]"/>
      <dgm:spPr/>
      <dgm:t>
        <a:bodyPr/>
        <a:lstStyle/>
        <a:p>
          <a:r>
            <a:rPr lang="zh-CN" altLang="en-US">
              <a:latin typeface="Microsoft YaHei" panose="020B0503020204020204" pitchFamily="34" charset="-122"/>
              <a:ea typeface="Microsoft YaHei" panose="020B0503020204020204" pitchFamily="34" charset="-122"/>
            </a:rPr>
            <a:t>标题项目</a:t>
          </a:r>
        </a:p>
      </dgm:t>
    </dgm:pt>
    <dgm:pt modelId="{C08EC40F-0644-42EC-A5F4-966AEC79E9B4}" type="parTrans" cxnId="{C879CBB1-B3F0-4F35-8922-3957BFD4D308}">
      <dgm:prSet/>
      <dgm:spPr/>
      <dgm:t>
        <a:bodyPr/>
        <a:lstStyle/>
        <a:p>
          <a:endParaRPr lang="zh-CN" altLang="en-US"/>
        </a:p>
      </dgm:t>
    </dgm:pt>
    <dgm:pt modelId="{5291A8E6-81E6-49A9-885C-BE89A1C022AE}" type="sibTrans" cxnId="{C879CBB1-B3F0-4F35-8922-3957BFD4D308}">
      <dgm:prSet/>
      <dgm:spPr/>
      <dgm:t>
        <a:bodyPr/>
        <a:lstStyle/>
        <a:p>
          <a:endParaRPr lang="zh-CN" altLang="en-US"/>
        </a:p>
      </dgm:t>
    </dgm:pt>
    <dgm:pt modelId="{FEDDA8AD-48C2-42DA-AD6C-2A76547FDDB8}">
      <dgm:prSet/>
      <dgm:spPr/>
      <dgm:t>
        <a:bodyPr/>
        <a:lstStyle/>
        <a:p>
          <a:r>
            <a:rPr lang="zh-CN" altLang="en-US">
              <a:latin typeface="Microsoft YaHei" panose="020B0503020204020204" pitchFamily="34" charset="-122"/>
              <a:ea typeface="Microsoft YaHei" panose="020B0503020204020204" pitchFamily="34" charset="-122"/>
            </a:rPr>
            <a:t>子项第一条说明文字</a:t>
          </a:r>
        </a:p>
        <a:p>
          <a:r>
            <a:rPr lang="zh-CN" altLang="en-US">
              <a:latin typeface="Microsoft YaHei" panose="020B0503020204020204" pitchFamily="34" charset="-122"/>
              <a:ea typeface="Microsoft YaHei" panose="020B0503020204020204" pitchFamily="34" charset="-122"/>
            </a:rPr>
            <a:t>子项第二条</a:t>
          </a:r>
        </a:p>
        <a:p>
          <a:r>
            <a:rPr lang="zh-CN" altLang="en-US">
              <a:latin typeface="Microsoft YaHei" panose="020B0503020204020204" pitchFamily="34" charset="-122"/>
              <a:ea typeface="Microsoft YaHei" panose="020B0503020204020204" pitchFamily="34" charset="-122"/>
            </a:rPr>
            <a:t>子项第三条较长的说明文字</a:t>
          </a:r>
        </a:p>
      </dgm:t>
    </dgm:pt>
    <dgm:pt modelId="{9ECC5852-B321-43F1-A2AE-41301D4D4D1C}" type="parTrans" cxnId="{C791A2A2-B8DB-4CBA-8619-91986F96D026}">
      <dgm:prSet/>
      <dgm:spPr/>
    </dgm:pt>
    <dgm:pt modelId="{A18F835C-B801-4E1A-AED4-946F368C82CA}" type="sibTrans" cxnId="{C791A2A2-B8DB-4CBA-8619-91986F96D026}">
      <dgm:prSet/>
      <dgm:spPr/>
    </dgm:pt>
    <dgm:pt modelId="{BF12D1B9-4BC5-4DAD-93A9-8B3DE9141C72}" type="pres">
      <dgm:prSet presAssocID="{9B7F0B29-1A6C-4660-8B1F-F3679C2BBE93}" presName="linear" presStyleCnt="0">
        <dgm:presLayoutVars>
          <dgm:animLvl val="lvl"/>
          <dgm:resizeHandles val="exact"/>
        </dgm:presLayoutVars>
      </dgm:prSet>
      <dgm:spPr/>
    </dgm:pt>
    <dgm:pt modelId="{BB937E38-FD0E-47F0-B425-6517A8D0E415}" type="pres">
      <dgm:prSet presAssocID="{A9380EA2-56E9-41C9-AB1B-3EAD029F81D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4AAF7DF2-2D09-42C5-ADF7-B463D7122073}" type="pres">
      <dgm:prSet presAssocID="{A9380EA2-56E9-41C9-AB1B-3EAD029F81D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3243D13-D394-411F-8029-13A3B38DFC44}" type="presOf" srcId="{FEDDA8AD-48C2-42DA-AD6C-2A76547FDDB8}" destId="{4AAF7DF2-2D09-42C5-ADF7-B463D7122073}" srcOrd="0" destOrd="0" presId="urn:microsoft.com/office/officeart/2005/8/layout/vList2"/>
    <dgm:cxn modelId="{ED03D894-D23C-4A21-A902-E0C517AAB3CD}" type="presOf" srcId="{A9380EA2-56E9-41C9-AB1B-3EAD029F81D7}" destId="{BB937E38-FD0E-47F0-B425-6517A8D0E415}" srcOrd="0" destOrd="0" presId="urn:microsoft.com/office/officeart/2005/8/layout/vList2"/>
    <dgm:cxn modelId="{C791A2A2-B8DB-4CBA-8619-91986F96D026}" srcId="{A9380EA2-56E9-41C9-AB1B-3EAD029F81D7}" destId="{FEDDA8AD-48C2-42DA-AD6C-2A76547FDDB8}" srcOrd="0" destOrd="0" parTransId="{9ECC5852-B321-43F1-A2AE-41301D4D4D1C}" sibTransId="{A18F835C-B801-4E1A-AED4-946F368C82CA}"/>
    <dgm:cxn modelId="{C879CBB1-B3F0-4F35-8922-3957BFD4D308}" srcId="{9B7F0B29-1A6C-4660-8B1F-F3679C2BBE93}" destId="{A9380EA2-56E9-41C9-AB1B-3EAD029F81D7}" srcOrd="0" destOrd="0" parTransId="{C08EC40F-0644-42EC-A5F4-966AEC79E9B4}" sibTransId="{5291A8E6-81E6-49A9-885C-BE89A1C022AE}"/>
    <dgm:cxn modelId="{DE6A18E5-AA7E-4D30-9F14-34CFB2EF3961}" type="presOf" srcId="{9B7F0B29-1A6C-4660-8B1F-F3679C2BBE93}" destId="{BF12D1B9-4BC5-4DAD-93A9-8B3DE9141C72}" srcOrd="0" destOrd="0" presId="urn:microsoft.com/office/officeart/2005/8/layout/vList2"/>
    <dgm:cxn modelId="{97CB44E0-F871-4D35-8C88-DD5B04F1F58D}" type="presParOf" srcId="{BF12D1B9-4BC5-4DAD-93A9-8B3DE9141C72}" destId="{BB937E38-FD0E-47F0-B425-6517A8D0E415}" srcOrd="0" destOrd="0" presId="urn:microsoft.com/office/officeart/2005/8/layout/vList2"/>
    <dgm:cxn modelId="{327F1228-9A5C-4590-B03B-40C5D6E4B6E2}" type="presParOf" srcId="{BF12D1B9-4BC5-4DAD-93A9-8B3DE9141C72}" destId="{4AAF7DF2-2D09-42C5-ADF7-B463D712207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E2DD44-F4E6-4FD2-9079-1DE96C5146A7}">
      <dsp:nvSpPr>
        <dsp:cNvPr id="0" name=""/>
        <dsp:cNvSpPr/>
      </dsp:nvSpPr>
      <dsp:spPr>
        <a:xfrm>
          <a:off x="697" y="707770"/>
          <a:ext cx="2720764" cy="16324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第一段文字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第二段文字内容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第三段</a:t>
          </a:r>
        </a:p>
      </dsp:txBody>
      <dsp:txXfrm>
        <a:off x="697" y="707770"/>
        <a:ext cx="2720764" cy="1632458"/>
      </dsp:txXfrm>
    </dsp:sp>
    <dsp:sp modelId="{FEDD3301-5977-403F-A314-8DE47C11BB56}">
      <dsp:nvSpPr>
        <dsp:cNvPr id="0" name=""/>
        <dsp:cNvSpPr/>
      </dsp:nvSpPr>
      <dsp:spPr>
        <a:xfrm>
          <a:off x="2993538" y="707770"/>
          <a:ext cx="2720764" cy="16324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第三段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第二段文字内容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第一段文字</a:t>
          </a:r>
        </a:p>
      </dsp:txBody>
      <dsp:txXfrm>
        <a:off x="2993538" y="707770"/>
        <a:ext cx="2720764" cy="16324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23D1A-56F5-4817-BC70-EC4BDEA2BAD1}">
      <dsp:nvSpPr>
        <dsp:cNvPr id="0" name=""/>
        <dsp:cNvSpPr/>
      </dsp:nvSpPr>
      <dsp:spPr>
        <a:xfrm>
          <a:off x="697" y="707770"/>
          <a:ext cx="2720764" cy="16324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SimHei" panose="02010609060101010101" pitchFamily="49" charset="-122"/>
              <a:ea typeface="SimHei" panose="02010609060101010101" pitchFamily="49" charset="-122"/>
            </a:rPr>
            <a:t>第一段文字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SimHei" panose="02010609060101010101" pitchFamily="49" charset="-122"/>
              <a:ea typeface="SimHei" panose="02010609060101010101" pitchFamily="49" charset="-122"/>
            </a:rPr>
            <a:t>第二段文字内容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SimHei" panose="02010609060101010101" pitchFamily="49" charset="-122"/>
              <a:ea typeface="SimHei" panose="02010609060101010101" pitchFamily="49" charset="-122"/>
            </a:rPr>
            <a:t>第三段</a:t>
          </a:r>
        </a:p>
      </dsp:txBody>
      <dsp:txXfrm>
        <a:off x="697" y="707770"/>
        <a:ext cx="2720764" cy="1632458"/>
      </dsp:txXfrm>
    </dsp:sp>
    <dsp:sp modelId="{94022F11-8499-4A65-A765-011C6104FB09}">
      <dsp:nvSpPr>
        <dsp:cNvPr id="0" name=""/>
        <dsp:cNvSpPr/>
      </dsp:nvSpPr>
      <dsp:spPr>
        <a:xfrm>
          <a:off x="2993538" y="707770"/>
          <a:ext cx="2720764" cy="16324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SimHei" panose="02010609060101010101" pitchFamily="49" charset="-122"/>
              <a:ea typeface="SimHei" panose="02010609060101010101" pitchFamily="49" charset="-122"/>
            </a:rPr>
            <a:t>第三段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SimHei" panose="02010609060101010101" pitchFamily="49" charset="-122"/>
              <a:ea typeface="SimHei" panose="02010609060101010101" pitchFamily="49" charset="-122"/>
            </a:rPr>
            <a:t>第二段文字内容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SimHei" panose="02010609060101010101" pitchFamily="49" charset="-122"/>
              <a:ea typeface="SimHei" panose="02010609060101010101" pitchFamily="49" charset="-122"/>
            </a:rPr>
            <a:t>第一段文字</a:t>
          </a:r>
        </a:p>
      </dsp:txBody>
      <dsp:txXfrm>
        <a:off x="2993538" y="707770"/>
        <a:ext cx="2720764" cy="16324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D3100D-1FDA-41C2-92CC-40DE7DBF7F14}">
      <dsp:nvSpPr>
        <dsp:cNvPr id="0" name=""/>
        <dsp:cNvSpPr/>
      </dsp:nvSpPr>
      <dsp:spPr>
        <a:xfrm>
          <a:off x="697" y="707770"/>
          <a:ext cx="2720764" cy="16324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DengXian" panose="02010600030101010101" pitchFamily="2" charset="-122"/>
              <a:ea typeface="DengXian" panose="02010600030101010101" pitchFamily="2" charset="-122"/>
            </a:rPr>
            <a:t>第一段文字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DengXian" panose="02010600030101010101" pitchFamily="2" charset="-122"/>
              <a:ea typeface="DengXian" panose="02010600030101010101" pitchFamily="2" charset="-122"/>
            </a:rPr>
            <a:t>第二段文字内容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DengXian" panose="02010600030101010101" pitchFamily="2" charset="-122"/>
              <a:ea typeface="DengXian" panose="02010600030101010101" pitchFamily="2" charset="-122"/>
            </a:rPr>
            <a:t>第三段</a:t>
          </a:r>
        </a:p>
      </dsp:txBody>
      <dsp:txXfrm>
        <a:off x="697" y="707770"/>
        <a:ext cx="2720764" cy="1632458"/>
      </dsp:txXfrm>
    </dsp:sp>
    <dsp:sp modelId="{8F8F664B-FCE5-4A42-9FD3-4CD0432540AD}">
      <dsp:nvSpPr>
        <dsp:cNvPr id="0" name=""/>
        <dsp:cNvSpPr/>
      </dsp:nvSpPr>
      <dsp:spPr>
        <a:xfrm>
          <a:off x="2993538" y="707770"/>
          <a:ext cx="2720764" cy="16324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DengXian" panose="02010600030101010101" pitchFamily="2" charset="-122"/>
              <a:ea typeface="DengXian" panose="02010600030101010101" pitchFamily="2" charset="-122"/>
            </a:rPr>
            <a:t>第三段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DengXian" panose="02010600030101010101" pitchFamily="2" charset="-122"/>
              <a:ea typeface="DengXian" panose="02010600030101010101" pitchFamily="2" charset="-122"/>
            </a:rPr>
            <a:t>第二段文字内容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DengXian" panose="02010600030101010101" pitchFamily="2" charset="-122"/>
              <a:ea typeface="DengXian" panose="02010600030101010101" pitchFamily="2" charset="-122"/>
            </a:rPr>
            <a:t>第一段文字</a:t>
          </a:r>
        </a:p>
      </dsp:txBody>
      <dsp:txXfrm>
        <a:off x="2993538" y="707770"/>
        <a:ext cx="2720764" cy="16324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2C4A0-0D4F-464E-86D0-BD4C0F71C929}">
      <dsp:nvSpPr>
        <dsp:cNvPr id="0" name=""/>
        <dsp:cNvSpPr/>
      </dsp:nvSpPr>
      <dsp:spPr>
        <a:xfrm>
          <a:off x="697" y="707770"/>
          <a:ext cx="2720764" cy="16324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>
              <a:latin typeface="Arial" panose="020B0604020202020204" pitchFamily="34" charset="0"/>
            </a:rPr>
            <a:t>First line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>
              <a:latin typeface="Arial" panose="020B0604020202020204" pitchFamily="34" charset="0"/>
            </a:rPr>
            <a:t>Second line here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>
              <a:latin typeface="Arial" panose="020B0604020202020204" pitchFamily="34" charset="0"/>
            </a:rPr>
            <a:t>Third</a:t>
          </a:r>
          <a:endParaRPr lang="zh-CN" altLang="en-US" sz="1600" kern="1200">
            <a:latin typeface="Arial" panose="020B0604020202020204" pitchFamily="34" charset="0"/>
          </a:endParaRPr>
        </a:p>
      </dsp:txBody>
      <dsp:txXfrm>
        <a:off x="697" y="707770"/>
        <a:ext cx="2720764" cy="1632458"/>
      </dsp:txXfrm>
    </dsp:sp>
    <dsp:sp modelId="{06F673D5-B387-464B-A4ED-2DE66954F7DE}">
      <dsp:nvSpPr>
        <dsp:cNvPr id="0" name=""/>
        <dsp:cNvSpPr/>
      </dsp:nvSpPr>
      <dsp:spPr>
        <a:xfrm>
          <a:off x="2993538" y="707770"/>
          <a:ext cx="2720764" cy="16324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>
              <a:latin typeface="Arial" panose="020B0604020202020204" pitchFamily="34" charset="0"/>
            </a:rPr>
            <a:t>Third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>
              <a:latin typeface="Arial" panose="020B0604020202020204" pitchFamily="34" charset="0"/>
            </a:rPr>
            <a:t>Second line here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>
              <a:latin typeface="Arial" panose="020B0604020202020204" pitchFamily="34" charset="0"/>
            </a:rPr>
            <a:t>First line</a:t>
          </a:r>
          <a:endParaRPr lang="zh-CN" altLang="en-US" sz="1600" kern="1200">
            <a:latin typeface="Arial" panose="020B0604020202020204" pitchFamily="34" charset="0"/>
          </a:endParaRPr>
        </a:p>
      </dsp:txBody>
      <dsp:txXfrm>
        <a:off x="2993538" y="707770"/>
        <a:ext cx="2720764" cy="16324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2FBE53-6302-4877-8217-2162B6B34D79}">
      <dsp:nvSpPr>
        <dsp:cNvPr id="0" name=""/>
        <dsp:cNvSpPr/>
      </dsp:nvSpPr>
      <dsp:spPr>
        <a:xfrm>
          <a:off x="697" y="707770"/>
          <a:ext cx="2720764" cy="16324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20000"/>
            </a:lnSpc>
            <a:spcBef>
              <a:spcPct val="0"/>
            </a:spcBef>
            <a:spcAft>
              <a:spcPct val="0"/>
            </a:spcAft>
            <a:buNone/>
          </a:pPr>
          <a:r>
            <a:rPr lang="zh-CN" altLang="en-US" sz="16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第一段文字</a:t>
          </a:r>
        </a:p>
        <a:p>
          <a:pPr marL="0" lvl="0" indent="0" algn="ctr" defTabSz="711200">
            <a:lnSpc>
              <a:spcPct val="120000"/>
            </a:lnSpc>
            <a:spcBef>
              <a:spcPct val="0"/>
            </a:spcBef>
            <a:spcAft>
              <a:spcPct val="0"/>
            </a:spcAft>
            <a:buNone/>
          </a:pPr>
          <a:r>
            <a:rPr lang="zh-CN" altLang="en-US" sz="16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第二段文字内容</a:t>
          </a:r>
        </a:p>
        <a:p>
          <a:pPr marL="0" lvl="0" indent="0" algn="ctr" defTabSz="711200">
            <a:lnSpc>
              <a:spcPct val="120000"/>
            </a:lnSpc>
            <a:spcBef>
              <a:spcPct val="0"/>
            </a:spcBef>
            <a:spcAft>
              <a:spcPct val="0"/>
            </a:spcAft>
            <a:buNone/>
          </a:pPr>
          <a:r>
            <a:rPr lang="zh-CN" altLang="en-US" sz="16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第三段</a:t>
          </a:r>
        </a:p>
      </dsp:txBody>
      <dsp:txXfrm>
        <a:off x="697" y="707770"/>
        <a:ext cx="2720764" cy="1632458"/>
      </dsp:txXfrm>
    </dsp:sp>
    <dsp:sp modelId="{2989EDD8-B9B8-47E3-99DB-9F90ED002F34}">
      <dsp:nvSpPr>
        <dsp:cNvPr id="0" name=""/>
        <dsp:cNvSpPr/>
      </dsp:nvSpPr>
      <dsp:spPr>
        <a:xfrm>
          <a:off x="2993538" y="707770"/>
          <a:ext cx="2720764" cy="16324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20000"/>
            </a:lnSpc>
            <a:spcBef>
              <a:spcPct val="0"/>
            </a:spcBef>
            <a:spcAft>
              <a:spcPct val="0"/>
            </a:spcAft>
            <a:buNone/>
          </a:pPr>
          <a:r>
            <a:rPr lang="zh-CN" altLang="en-US" sz="16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第三段</a:t>
          </a:r>
        </a:p>
        <a:p>
          <a:pPr marL="0" lvl="0" indent="0" algn="ctr" defTabSz="711200">
            <a:lnSpc>
              <a:spcPct val="120000"/>
            </a:lnSpc>
            <a:spcBef>
              <a:spcPct val="0"/>
            </a:spcBef>
            <a:spcAft>
              <a:spcPct val="0"/>
            </a:spcAft>
            <a:buNone/>
          </a:pPr>
          <a:r>
            <a:rPr lang="zh-CN" altLang="en-US" sz="16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第二段文字内容</a:t>
          </a:r>
        </a:p>
        <a:p>
          <a:pPr marL="0" lvl="0" indent="0" algn="ctr" defTabSz="711200">
            <a:lnSpc>
              <a:spcPct val="120000"/>
            </a:lnSpc>
            <a:spcBef>
              <a:spcPct val="0"/>
            </a:spcBef>
            <a:spcAft>
              <a:spcPct val="0"/>
            </a:spcAft>
            <a:buNone/>
          </a:pPr>
          <a:r>
            <a:rPr lang="zh-CN" altLang="en-US" sz="16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第一段文字</a:t>
          </a:r>
        </a:p>
      </dsp:txBody>
      <dsp:txXfrm>
        <a:off x="2993538" y="707770"/>
        <a:ext cx="2720764" cy="16324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963148-1D3A-4811-BF82-5573D09E0217}">
      <dsp:nvSpPr>
        <dsp:cNvPr id="0" name=""/>
        <dsp:cNvSpPr/>
      </dsp:nvSpPr>
      <dsp:spPr>
        <a:xfrm>
          <a:off x="697" y="707770"/>
          <a:ext cx="2720764" cy="16324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20000"/>
            </a:lnSpc>
            <a:spcBef>
              <a:spcPct val="0"/>
            </a:spcBef>
            <a:spcAft>
              <a:spcPct val="0"/>
            </a:spcAft>
            <a:buNone/>
          </a:pPr>
          <a:r>
            <a:rPr lang="en-US" altLang="zh-CN" sz="1600" kern="1200">
              <a:latin typeface="Arial" panose="020B0604020202020204" pitchFamily="34" charset="0"/>
            </a:rPr>
            <a:t>First line</a:t>
          </a:r>
        </a:p>
        <a:p>
          <a:pPr marL="0" lvl="0" indent="0" algn="ctr" defTabSz="711200">
            <a:lnSpc>
              <a:spcPct val="120000"/>
            </a:lnSpc>
            <a:spcBef>
              <a:spcPct val="0"/>
            </a:spcBef>
            <a:spcAft>
              <a:spcPct val="0"/>
            </a:spcAft>
            <a:buNone/>
          </a:pPr>
          <a:r>
            <a:rPr lang="en-US" altLang="zh-CN" sz="1600" kern="1200">
              <a:latin typeface="Arial" panose="020B0604020202020204" pitchFamily="34" charset="0"/>
            </a:rPr>
            <a:t>Second line here</a:t>
          </a:r>
        </a:p>
        <a:p>
          <a:pPr marL="0" lvl="0" indent="0" algn="ctr" defTabSz="711200">
            <a:lnSpc>
              <a:spcPct val="120000"/>
            </a:lnSpc>
            <a:spcBef>
              <a:spcPct val="0"/>
            </a:spcBef>
            <a:spcAft>
              <a:spcPct val="0"/>
            </a:spcAft>
            <a:buNone/>
          </a:pPr>
          <a:r>
            <a:rPr lang="en-US" altLang="zh-CN" sz="1600" kern="1200">
              <a:latin typeface="Arial" panose="020B0604020202020204" pitchFamily="34" charset="0"/>
            </a:rPr>
            <a:t>Third</a:t>
          </a:r>
          <a:endParaRPr lang="zh-CN" altLang="en-US" sz="1600" kern="1200">
            <a:latin typeface="Arial" panose="020B0604020202020204" pitchFamily="34" charset="0"/>
          </a:endParaRPr>
        </a:p>
      </dsp:txBody>
      <dsp:txXfrm>
        <a:off x="697" y="707770"/>
        <a:ext cx="2720764" cy="1632458"/>
      </dsp:txXfrm>
    </dsp:sp>
    <dsp:sp modelId="{25CD596B-4A74-4771-B5D5-6B713DC2050A}">
      <dsp:nvSpPr>
        <dsp:cNvPr id="0" name=""/>
        <dsp:cNvSpPr/>
      </dsp:nvSpPr>
      <dsp:spPr>
        <a:xfrm>
          <a:off x="2993538" y="707770"/>
          <a:ext cx="2720764" cy="16324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20000"/>
            </a:lnSpc>
            <a:spcBef>
              <a:spcPct val="0"/>
            </a:spcBef>
            <a:spcAft>
              <a:spcPct val="0"/>
            </a:spcAft>
            <a:buNone/>
          </a:pPr>
          <a:r>
            <a:rPr lang="en-US" altLang="zh-CN" sz="1600" kern="1200">
              <a:latin typeface="Arial" panose="020B0604020202020204" pitchFamily="34" charset="0"/>
            </a:rPr>
            <a:t>Third</a:t>
          </a:r>
        </a:p>
        <a:p>
          <a:pPr marL="0" lvl="0" indent="0" algn="ctr" defTabSz="711200">
            <a:lnSpc>
              <a:spcPct val="120000"/>
            </a:lnSpc>
            <a:spcBef>
              <a:spcPct val="0"/>
            </a:spcBef>
            <a:spcAft>
              <a:spcPct val="0"/>
            </a:spcAft>
            <a:buNone/>
          </a:pPr>
          <a:r>
            <a:rPr lang="en-US" altLang="zh-CN" sz="1600" kern="1200">
              <a:latin typeface="Arial" panose="020B0604020202020204" pitchFamily="34" charset="0"/>
            </a:rPr>
            <a:t>Second line here</a:t>
          </a:r>
        </a:p>
        <a:p>
          <a:pPr marL="0" lvl="0" indent="0" algn="ctr" defTabSz="711200">
            <a:lnSpc>
              <a:spcPct val="120000"/>
            </a:lnSpc>
            <a:spcBef>
              <a:spcPct val="0"/>
            </a:spcBef>
            <a:spcAft>
              <a:spcPct val="0"/>
            </a:spcAft>
            <a:buNone/>
          </a:pPr>
          <a:r>
            <a:rPr lang="en-US" altLang="zh-CN" sz="1600" kern="1200">
              <a:latin typeface="Arial" panose="020B0604020202020204" pitchFamily="34" charset="0"/>
            </a:rPr>
            <a:t>First line</a:t>
          </a:r>
          <a:endParaRPr lang="zh-CN" altLang="en-US" sz="1600" kern="1200">
            <a:latin typeface="Arial" panose="020B0604020202020204" pitchFamily="34" charset="0"/>
          </a:endParaRPr>
        </a:p>
      </dsp:txBody>
      <dsp:txXfrm>
        <a:off x="2993538" y="707770"/>
        <a:ext cx="2720764" cy="16324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B2D382-268C-466B-A71E-0348E98B1198}">
      <dsp:nvSpPr>
        <dsp:cNvPr id="0" name=""/>
        <dsp:cNvSpPr/>
      </dsp:nvSpPr>
      <dsp:spPr>
        <a:xfrm>
          <a:off x="697" y="707770"/>
          <a:ext cx="2720764" cy="16324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Calibri" panose="020F0502020204030204" pitchFamily="34" charset="0"/>
              <a:ea typeface="Microsoft YaHei" panose="020B0503020204020204" pitchFamily="34" charset="-122"/>
            </a:rPr>
            <a:t>混排 </a:t>
          </a:r>
          <a:r>
            <a:rPr lang="en-US" altLang="zh-CN" sz="1600" kern="1200">
              <a:latin typeface="Calibri" panose="020F0502020204030204" pitchFamily="34" charset="0"/>
              <a:ea typeface="Microsoft YaHei" panose="020B0503020204020204" pitchFamily="34" charset="-122"/>
            </a:rPr>
            <a:t>Mixed </a:t>
          </a:r>
          <a:r>
            <a:rPr lang="zh-CN" altLang="en-US" sz="1600" kern="1200">
              <a:latin typeface="Calibri" panose="020F0502020204030204" pitchFamily="34" charset="0"/>
              <a:ea typeface="Microsoft YaHei" panose="020B0503020204020204" pitchFamily="34" charset="-122"/>
            </a:rPr>
            <a:t>文字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>
              <a:latin typeface="Calibri" panose="020F0502020204030204" pitchFamily="34" charset="0"/>
              <a:ea typeface="Microsoft YaHei" panose="020B0503020204020204" pitchFamily="34" charset="-122"/>
            </a:rPr>
            <a:t>Latin only line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Calibri" panose="020F0502020204030204" pitchFamily="34" charset="0"/>
              <a:ea typeface="Microsoft YaHei" panose="020B0503020204020204" pitchFamily="34" charset="-122"/>
            </a:rPr>
            <a:t>第三段 </a:t>
          </a:r>
          <a:r>
            <a:rPr lang="en-US" altLang="zh-CN" sz="1600" kern="1200">
              <a:latin typeface="Calibri" panose="020F0502020204030204" pitchFamily="34" charset="0"/>
              <a:ea typeface="Microsoft YaHei" panose="020B0503020204020204" pitchFamily="34" charset="-122"/>
            </a:rPr>
            <a:t>3</a:t>
          </a:r>
          <a:endParaRPr lang="zh-CN" altLang="en-US" sz="1600" kern="1200">
            <a:latin typeface="Calibri" panose="020F0502020204030204" pitchFamily="34" charset="0"/>
            <a:ea typeface="Microsoft YaHei" panose="020B0503020204020204" pitchFamily="34" charset="-122"/>
          </a:endParaRPr>
        </a:p>
      </dsp:txBody>
      <dsp:txXfrm>
        <a:off x="697" y="707770"/>
        <a:ext cx="2720764" cy="1632458"/>
      </dsp:txXfrm>
    </dsp:sp>
    <dsp:sp modelId="{3B9AAFAC-895B-4C93-BE49-13A1AD839C7C}">
      <dsp:nvSpPr>
        <dsp:cNvPr id="0" name=""/>
        <dsp:cNvSpPr/>
      </dsp:nvSpPr>
      <dsp:spPr>
        <a:xfrm>
          <a:off x="2993538" y="707770"/>
          <a:ext cx="2720764" cy="16324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>
              <a:latin typeface="Calibri" panose="020F0502020204030204" pitchFamily="34" charset="0"/>
              <a:ea typeface="Microsoft YaHei" panose="020B0503020204020204" pitchFamily="34" charset="-122"/>
            </a:rPr>
            <a:t>Text </a:t>
          </a:r>
          <a:r>
            <a:rPr lang="zh-CN" altLang="en-US" sz="1600" kern="1200">
              <a:latin typeface="Calibri" panose="020F0502020204030204" pitchFamily="34" charset="0"/>
              <a:ea typeface="Microsoft YaHei" panose="020B0503020204020204" pitchFamily="34" charset="-122"/>
            </a:rPr>
            <a:t>文字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latin typeface="Calibri" panose="020F0502020204030204" pitchFamily="34" charset="0"/>
              <a:ea typeface="Microsoft YaHei" panose="020B0503020204020204" pitchFamily="34" charset="-122"/>
            </a:rPr>
            <a:t>第二段</a:t>
          </a:r>
        </a:p>
      </dsp:txBody>
      <dsp:txXfrm>
        <a:off x="2993538" y="707770"/>
        <a:ext cx="2720764" cy="163245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937E38-FD0E-47F0-B425-6517A8D0E415}">
      <dsp:nvSpPr>
        <dsp:cNvPr id="0" name=""/>
        <dsp:cNvSpPr/>
      </dsp:nvSpPr>
      <dsp:spPr>
        <a:xfrm>
          <a:off x="0" y="3337"/>
          <a:ext cx="5715000" cy="10851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5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标题项目</a:t>
          </a:r>
        </a:p>
      </dsp:txBody>
      <dsp:txXfrm>
        <a:off x="52974" y="56311"/>
        <a:ext cx="5609052" cy="979226"/>
      </dsp:txXfrm>
    </dsp:sp>
    <dsp:sp modelId="{4AAF7DF2-2D09-42C5-ADF7-B463D7122073}">
      <dsp:nvSpPr>
        <dsp:cNvPr id="0" name=""/>
        <dsp:cNvSpPr/>
      </dsp:nvSpPr>
      <dsp:spPr>
        <a:xfrm>
          <a:off x="0" y="1088512"/>
          <a:ext cx="5715000" cy="1956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1451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7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子项第一条说明文字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7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子项第二条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7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子项第三条较长的说明文字</a:t>
          </a:r>
        </a:p>
      </dsp:txBody>
      <dsp:txXfrm>
        <a:off x="0" y="1088512"/>
        <a:ext cx="5715000" cy="19561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E992A0-CF1E-C835-C04D-716450C78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CDFBE1-1F8E-2D86-DE1C-D869601F1B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B0B392-7058-0791-BAD3-CB01A7C7C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7576-7BBA-4221-8AB9-34A41BEB4CC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05602C-9A11-E5C8-6183-7F861E95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E6EE6F-57B1-1B8F-FB52-D449BA505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8929-28E6-4D13-9E81-028416CD4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694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415F45-88A5-C53A-7B23-B591B0786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166C58-9889-F4B5-9D9D-CF57EFD17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D9B5DD-DFC3-500A-96D3-5990F4E35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7576-7BBA-4221-8AB9-34A41BEB4CC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9B9E8E-8105-4D08-D964-0B9EC682C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CFB309-F43E-ADC3-AA31-0B6B36047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8929-28E6-4D13-9E81-028416CD4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714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1152AC-EE7B-01C2-C936-13FB9E769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7D87F7-E90D-BAD4-78CB-037FF7A03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F398B8-7D60-E957-9EBD-B2FBE2912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7576-7BBA-4221-8AB9-34A41BEB4CC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DAA0B7-5AEB-AD18-76B1-775AB42EF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0DADA8-B2CB-6B81-972C-C9A57CABD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8929-28E6-4D13-9E81-028416CD4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090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CA7AB-A22F-A2DD-B63D-2F22E04AF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9F9FF9-5AFB-304C-1589-C29EFCC90A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7E5EBF-6596-D202-CCAD-369F8447B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4E83BE-2A41-04AC-E4F4-C31D50B70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7576-7BBA-4221-8AB9-34A41BEB4CC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18BE02-963E-A3A9-56F5-CA4C6CE55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873031-E092-FBCB-D6D0-2F5DE9F8E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8929-28E6-4D13-9E81-028416CD4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14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0952DB-249B-8FE9-E02D-C8E04CFC6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9C4DE5-E524-C2BD-AAF8-3E532F5BF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C2E032-4C7C-5D01-FF94-B03BA22E3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0AA8A4F-8959-505E-91E7-3B9F5AECC2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5651424-404B-F899-9922-F9073F36F4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B7B20DB-94CF-B423-07FE-32528479B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7576-7BBA-4221-8AB9-34A41BEB4CC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842BE2-A8AC-B3F8-ACD6-FA024F8DD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27AACC-9B71-555A-35E6-77150177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8929-28E6-4D13-9E81-028416CD4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908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5EFA2-FAC6-04A9-CBFD-4D9CED4F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8DF7CB4-E3EF-E57D-E9C5-0DA572DCB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7576-7BBA-4221-8AB9-34A41BEB4CC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179BD5-23A3-2645-C243-A1312D93E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6CE91F-D7F0-BF10-FEE6-80F1FBE22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8929-28E6-4D13-9E81-028416CD4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671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DEE052B-AC44-6C7D-8FBF-67920AF8D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7576-7BBA-4221-8AB9-34A41BEB4CC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2ED61E-D861-38E5-E50B-FFAC3F5EA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3CE60E-151B-CB95-2940-246473929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8929-28E6-4D13-9E81-028416CD4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589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1E402E-ABBB-EC9F-2F60-4A8FA76D1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C6B17A-360C-69B3-7F80-F6D7DE1D9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9828BB-76AB-AC11-9CAF-256C244D8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2A8EA6-BBE2-A1FC-9BB3-9EEA01BF3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7576-7BBA-4221-8AB9-34A41BEB4CC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A315BA-25E3-EFB7-CE70-DA5D33F91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F1DCFE-D9CD-B732-8F8A-37151BB5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8929-28E6-4D13-9E81-028416CD4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420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5BEF59-16A0-77EB-1583-FAABF9112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6F1113-FB8C-BBA3-2BBC-11ED0A4363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3FE351-73D0-BA67-D01A-45152573D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80BEBF-BF8C-13FE-3AC9-72B91547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7576-7BBA-4221-8AB9-34A41BEB4CC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148A49-6304-B558-AE4B-9B9DA240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A1A618-FD80-6126-5072-338E1AB5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8929-28E6-4D13-9E81-028416CD4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517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79DD23-C683-A3D3-5E2E-5A7131B8F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127914-1BA0-4040-0DAC-1C66629A0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CCFC29-743C-B67D-00AA-C9ABCCAC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7576-7BBA-4221-8AB9-34A41BEB4CC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9CD4DC-36CC-DA17-E7D3-5D5687948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8C9D62-23FF-6F35-EFAF-1F4797F4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8929-28E6-4D13-9E81-028416CD4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850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41A64F4-D952-868B-75A0-7EA0FBC00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7DE616-2C45-CAC0-AA5E-F0BF0E492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F35203-3C18-E260-58BB-24E928ECA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7576-7BBA-4221-8AB9-34A41BEB4CC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E222F6-3FCD-ECFB-7FAA-201DF6D95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8673CB-4C6D-2BD7-32EE-D0B5932F4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8929-28E6-4D13-9E81-028416CD4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149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5BC9771-32EA-F839-5F34-6CCBB4771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1E5265-65F2-E1C4-3F68-D55EAC83E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724929-9D81-C528-4336-397343C04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287576-7BBA-4221-8AB9-34A41BEB4CC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998F1F-B18A-407F-2910-FDC3B985B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2FE7C6-C197-CAB8-AAB6-9C6CAE6944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988929-28E6-4D13-9E81-028416CD4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10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13" Type="http://schemas.openxmlformats.org/officeDocument/2006/relationships/diagramLayout" Target="../diagrams/layout7.xml"/><Relationship Id="rId18" Type="http://schemas.openxmlformats.org/officeDocument/2006/relationships/diagramLayout" Target="../diagrams/layout8.xml"/><Relationship Id="rId3" Type="http://schemas.openxmlformats.org/officeDocument/2006/relationships/diagramLayout" Target="../diagrams/layout5.xml"/><Relationship Id="rId21" Type="http://schemas.microsoft.com/office/2007/relationships/diagramDrawing" Target="../diagrams/drawing8.xml"/><Relationship Id="rId7" Type="http://schemas.openxmlformats.org/officeDocument/2006/relationships/diagramData" Target="../diagrams/data6.xml"/><Relationship Id="rId12" Type="http://schemas.openxmlformats.org/officeDocument/2006/relationships/diagramData" Target="../diagrams/data7.xml"/><Relationship Id="rId17" Type="http://schemas.openxmlformats.org/officeDocument/2006/relationships/diagramData" Target="../diagrams/data8.xml"/><Relationship Id="rId2" Type="http://schemas.openxmlformats.org/officeDocument/2006/relationships/diagramData" Target="../diagrams/data5.xml"/><Relationship Id="rId16" Type="http://schemas.microsoft.com/office/2007/relationships/diagramDrawing" Target="../diagrams/drawing7.xml"/><Relationship Id="rId20" Type="http://schemas.openxmlformats.org/officeDocument/2006/relationships/diagramColors" Target="../diagrams/colors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5" Type="http://schemas.openxmlformats.org/officeDocument/2006/relationships/diagramColors" Target="../diagrams/colors7.xml"/><Relationship Id="rId10" Type="http://schemas.openxmlformats.org/officeDocument/2006/relationships/diagramColors" Target="../diagrams/colors6.xml"/><Relationship Id="rId19" Type="http://schemas.openxmlformats.org/officeDocument/2006/relationships/diagramQuickStyle" Target="../diagrams/quickStyle8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Relationship Id="rId1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6A3EB39B-AF91-2408-ABBE-4D8E5C9BA8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884521"/>
              </p:ext>
            </p:extLst>
          </p:nvPr>
        </p:nvGraphicFramePr>
        <p:xfrm>
          <a:off x="254000" y="254000"/>
          <a:ext cx="5715000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4F22F6ED-B464-95DB-F35C-08A59EDC3B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4724479"/>
              </p:ext>
            </p:extLst>
          </p:nvPr>
        </p:nvGraphicFramePr>
        <p:xfrm>
          <a:off x="6223000" y="254000"/>
          <a:ext cx="5715000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1F73DAAC-C401-2FDE-673A-5C00D43FA3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1692720"/>
              </p:ext>
            </p:extLst>
          </p:nvPr>
        </p:nvGraphicFramePr>
        <p:xfrm>
          <a:off x="254000" y="3556000"/>
          <a:ext cx="5715000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07570B60-94BC-EC76-2BA5-045AEEB2C3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4326003"/>
              </p:ext>
            </p:extLst>
          </p:nvPr>
        </p:nvGraphicFramePr>
        <p:xfrm>
          <a:off x="6223000" y="3556000"/>
          <a:ext cx="5715000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</p:spTree>
    <p:extLst>
      <p:ext uri="{BB962C8B-B14F-4D97-AF65-F5344CB8AC3E}">
        <p14:creationId xmlns:p14="http://schemas.microsoft.com/office/powerpoint/2010/main" val="1908785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0419C066-2ABA-8E59-FC5F-D7F01F9859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5394875"/>
              </p:ext>
            </p:extLst>
          </p:nvPr>
        </p:nvGraphicFramePr>
        <p:xfrm>
          <a:off x="254000" y="254000"/>
          <a:ext cx="5715000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A9D2DCB6-90CE-1F7C-0CF6-914393A82C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802755"/>
              </p:ext>
            </p:extLst>
          </p:nvPr>
        </p:nvGraphicFramePr>
        <p:xfrm>
          <a:off x="6223000" y="254000"/>
          <a:ext cx="5715000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F4A049CA-B7FB-41B3-6F70-A5E20801FA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9536994"/>
              </p:ext>
            </p:extLst>
          </p:nvPr>
        </p:nvGraphicFramePr>
        <p:xfrm>
          <a:off x="254000" y="3556000"/>
          <a:ext cx="5715000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FB124485-3525-2C04-9135-009B537538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2331780"/>
              </p:ext>
            </p:extLst>
          </p:nvPr>
        </p:nvGraphicFramePr>
        <p:xfrm>
          <a:off x="6223000" y="3556000"/>
          <a:ext cx="5715000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</p:spTree>
    <p:extLst>
      <p:ext uri="{BB962C8B-B14F-4D97-AF65-F5344CB8AC3E}">
        <p14:creationId xmlns:p14="http://schemas.microsoft.com/office/powerpoint/2010/main" val="4090171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自定义</PresentationFormat>
  <Paragraphs>45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等线</vt:lpstr>
      <vt:lpstr>等线</vt:lpstr>
      <vt:lpstr>等线 Light</vt:lpstr>
      <vt:lpstr>SimHei</vt:lpstr>
      <vt:lpstr>Microsoft YaHei</vt:lpstr>
      <vt:lpstr>Arial</vt:lpstr>
      <vt:lpstr>Calibri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2026-10-26T10:46:50Z</dcterms:created>
  <dcterms:modified xsi:type="dcterms:W3CDTF">2026-10-26T10:46:50Z</dcterms:modified>
</cp:coreProperties>
</file>