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16A0D-B20D-3912-D11E-A27703744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C7422D-10D1-0139-18BB-48C0A3999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0436F5-5B24-0F21-15BC-42A60034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118AC-B713-915E-7E68-6031D02B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97FD6A-5D37-020B-57BF-0AFAE9C1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75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E8FFE-F654-D155-FA05-34E1ABE9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4767CC-2DBE-712C-89B6-CE7A57F17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C685B7-D3EA-5FDC-D9DC-3A13C87FE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A3A56C-0F68-9879-16E8-B09C31FD3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DCB4CD-88A4-5D40-6562-D7A12F2B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182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F4109-8B0E-A9CB-7CA8-2F3FBF81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EBD971-E774-1AD8-DA47-44650AC81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BEE81-46CB-75EF-9E85-ACBDCE80D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06CBAB-3D99-3BCA-6511-140342BD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363FD1-1D77-B952-0922-EE6FF709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91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9B63D-8315-3B5C-F43D-E4FE8E6E8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92CA16-7D54-61A3-68C5-AF7803F38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A33DD0-3159-F4AB-BCBE-316027724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BAAD0A-8B08-8354-1724-BDCF18B6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BE71DE-816B-3F72-0164-11D7FDB21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5BB780-5FE4-2746-A635-D742BFD2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07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C382B-D60F-4E7E-AF04-9AFD12FAE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AAB555-2734-F91C-E161-0790F6707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0E6226-0404-6D59-A715-7FE210281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8AA4D8-B21D-C98F-0DD5-4B7764E6E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DD2761-620C-B249-680E-94B5E36C7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1F2C78-23BD-02EE-DD77-C439A8F8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480A50-CEB1-8DC4-A8E9-B61B7DE4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E49D69-8043-D820-A0F1-2BFE8EEC4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80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09DEB-6B09-49CF-37FA-206441E1E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506177-58E4-C73D-059C-DE57E757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081E2B-C359-B94D-F6E0-482A13B8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F6129B-3D26-C8C6-33F5-06C2AA1B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81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11FFB0-656E-9922-D844-0C4DBEB9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310A47-7797-626B-50BE-51DEA5CA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697DBD-FBDA-C9D0-7D85-C48736F1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915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67D48F-500E-9065-9EDD-A172F22CB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060DAC-DDEF-0B8B-487E-65382CAE6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279CBA-DFE3-79B1-B7F3-DD26537BA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3E231C-F906-2C66-ECAB-10EB65803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F93701-D0C3-9C04-4512-EDC2F75E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497553-9ADA-5881-8681-49C12B49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78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526CA-5DBF-2202-FAA3-FCB02FAC7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67F6C7-97A1-0E35-2A54-86EC25198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406618-84E4-C393-8BB7-B95F6B51F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57B97D-23E7-5A46-2FA7-DB8BE162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000D4C-3042-0832-23A1-354D3D9C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C2E390-60A1-112C-F325-0DFFEC16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716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9582B-E9B6-B1C3-1028-9F046A11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3085DC-DEDF-CEE1-35F4-DBB470991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23B863-D4F7-BFB6-28C1-E65FCD35D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C88E5-7649-81B2-8746-C005E8195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19273E-B3F1-318F-BCCF-7869D4A31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825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1A1E85F-F93A-058A-6CB9-E08F9F6C9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CD4330-3E62-C0E6-0FD1-F299731B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6F49D7-13C6-1B83-68EF-69892F82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149029-E94C-7804-4004-479988B5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35F2FF-B3D6-B62A-B10A-64B14EB9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691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6B0FE5-C2F8-D544-8CFE-55A4E6F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521623-C7D4-9093-C50C-887FC8FF5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CD5807-0BBC-E984-A4F8-28865ACB3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700CA-9027-4C80-8C85-C1F903E7DC9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B99992-C2FB-439D-91E7-E55729EDD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6513C-9097-073A-3387-458CDE7BB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71637-B301-4233-8A66-0F4A624A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853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48773F-F2BF-DDAF-5982-67D9130864E0}"/>
              </a:ext>
            </a:extLst>
          </p:cNvPr>
          <p:cNvSpPr txBox="1"/>
          <p:nvPr/>
        </p:nvSpPr>
        <p:spPr>
          <a:xfrm>
            <a:off x="254000" y="127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一二三四五六七八九十，后续文字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B0C1D6-43FE-1C52-965E-BD1796DD72AC}"/>
              </a:ext>
            </a:extLst>
          </p:cNvPr>
          <p:cNvSpPr txBox="1"/>
          <p:nvPr/>
        </p:nvSpPr>
        <p:spPr>
          <a:xfrm>
            <a:off x="254000" y="8636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一二三四五六七八九十。后续文字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B009BA-0946-693A-0BC2-1BCC9C5365C0}"/>
              </a:ext>
            </a:extLst>
          </p:cNvPr>
          <p:cNvSpPr txBox="1"/>
          <p:nvPr/>
        </p:nvSpPr>
        <p:spPr>
          <a:xfrm>
            <a:off x="254000" y="16002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一二三四五六七八九十、后续文字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90FA8A-B239-A422-FF23-257A4BF59865}"/>
              </a:ext>
            </a:extLst>
          </p:cNvPr>
          <p:cNvSpPr txBox="1"/>
          <p:nvPr/>
        </p:nvSpPr>
        <p:spPr>
          <a:xfrm>
            <a:off x="254000" y="23368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一二三四五六七八九十；后续文字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5FDCB8-32A3-F108-4A98-7F511B4F7B86}"/>
              </a:ext>
            </a:extLst>
          </p:cNvPr>
          <p:cNvSpPr txBox="1"/>
          <p:nvPr/>
        </p:nvSpPr>
        <p:spPr>
          <a:xfrm>
            <a:off x="254000" y="30734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一二三四五六七八九十：后续文字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3811B9-AF57-4D3F-60C6-18DEBD52DAAF}"/>
              </a:ext>
            </a:extLst>
          </p:cNvPr>
          <p:cNvSpPr txBox="1"/>
          <p:nvPr/>
        </p:nvSpPr>
        <p:spPr>
          <a:xfrm>
            <a:off x="254000" y="3810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一二三四五六七八九十！后续文字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06EA9F-5386-B530-E057-72B1CDD0F4D2}"/>
              </a:ext>
            </a:extLst>
          </p:cNvPr>
          <p:cNvSpPr txBox="1"/>
          <p:nvPr/>
        </p:nvSpPr>
        <p:spPr>
          <a:xfrm>
            <a:off x="254000" y="45466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一二三四五六七八九十？后续文字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22086C-25E2-CBE3-B27E-858EB6B8C723}"/>
              </a:ext>
            </a:extLst>
          </p:cNvPr>
          <p:cNvSpPr txBox="1"/>
          <p:nvPr/>
        </p:nvSpPr>
        <p:spPr>
          <a:xfrm>
            <a:off x="254000" y="52832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一二三四五六七八九十）后续文字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31FB68-E0A2-8F2F-C2B3-5D43CAA775F4}"/>
              </a:ext>
            </a:extLst>
          </p:cNvPr>
          <p:cNvSpPr txBox="1"/>
          <p:nvPr/>
        </p:nvSpPr>
        <p:spPr>
          <a:xfrm>
            <a:off x="254000" y="60198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一二三四五六七八九十」后续文字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72B04A-263F-DC7D-84ED-FD355C2AAF44}"/>
              </a:ext>
            </a:extLst>
          </p:cNvPr>
          <p:cNvSpPr txBox="1"/>
          <p:nvPr/>
        </p:nvSpPr>
        <p:spPr>
          <a:xfrm>
            <a:off x="4191000" y="127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』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C44828-3F97-C005-5E58-F3F6AA15FD6C}"/>
              </a:ext>
            </a:extLst>
          </p:cNvPr>
          <p:cNvSpPr txBox="1"/>
          <p:nvPr/>
        </p:nvSpPr>
        <p:spPr>
          <a:xfrm>
            <a:off x="4191000" y="8636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一二三四五六七八九十”后续文字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E5822E-340A-8064-B22C-7549CD47431A}"/>
              </a:ext>
            </a:extLst>
          </p:cNvPr>
          <p:cNvSpPr txBox="1"/>
          <p:nvPr/>
        </p:nvSpPr>
        <p:spPr>
          <a:xfrm>
            <a:off x="4191000" y="16002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一二三四五六七八九十’后续文字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7C3A0C-56FD-A913-1C1B-DE5E4FB66E03}"/>
              </a:ext>
            </a:extLst>
          </p:cNvPr>
          <p:cNvSpPr txBox="1"/>
          <p:nvPr/>
        </p:nvSpPr>
        <p:spPr>
          <a:xfrm>
            <a:off x="4191000" y="23368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E18CE0-97BF-20C2-0AF6-CF791C77BCFB}"/>
              </a:ext>
            </a:extLst>
          </p:cNvPr>
          <p:cNvSpPr txBox="1"/>
          <p:nvPr/>
        </p:nvSpPr>
        <p:spPr>
          <a:xfrm>
            <a:off x="4191000" y="30734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288AC99-E388-4758-984D-D96277E86413}"/>
              </a:ext>
            </a:extLst>
          </p:cNvPr>
          <p:cNvSpPr txBox="1"/>
          <p:nvPr/>
        </p:nvSpPr>
        <p:spPr>
          <a:xfrm>
            <a:off x="4191000" y="3810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1C591A-D84B-5CC3-C664-2E5770CCB29C}"/>
              </a:ext>
            </a:extLst>
          </p:cNvPr>
          <p:cNvSpPr txBox="1"/>
          <p:nvPr/>
        </p:nvSpPr>
        <p:spPr>
          <a:xfrm>
            <a:off x="4191000" y="45466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284ED3A-71FD-C995-C4CA-3D63488B543D}"/>
              </a:ext>
            </a:extLst>
          </p:cNvPr>
          <p:cNvSpPr txBox="1"/>
          <p:nvPr/>
        </p:nvSpPr>
        <p:spPr>
          <a:xfrm>
            <a:off x="4191000" y="52832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E242606-1EBC-6EF4-92DD-0C6011D5034D}"/>
              </a:ext>
            </a:extLst>
          </p:cNvPr>
          <p:cNvSpPr txBox="1"/>
          <p:nvPr/>
        </p:nvSpPr>
        <p:spPr>
          <a:xfrm>
            <a:off x="4191000" y="60198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86FEAB-4E13-70E0-A733-568B48DFB17E}"/>
              </a:ext>
            </a:extLst>
          </p:cNvPr>
          <p:cNvSpPr txBox="1"/>
          <p:nvPr/>
        </p:nvSpPr>
        <p:spPr>
          <a:xfrm>
            <a:off x="8128000" y="127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!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FA072D-8FA4-4219-AEEC-7EE1B039391F}"/>
              </a:ext>
            </a:extLst>
          </p:cNvPr>
          <p:cNvSpPr txBox="1"/>
          <p:nvPr/>
        </p:nvSpPr>
        <p:spPr>
          <a:xfrm>
            <a:off x="8128000" y="8636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790C0C-8FC2-92BC-38BE-DD2DF53C1B30}"/>
              </a:ext>
            </a:extLst>
          </p:cNvPr>
          <p:cNvSpPr txBox="1"/>
          <p:nvPr/>
        </p:nvSpPr>
        <p:spPr>
          <a:xfrm>
            <a:off x="8128000" y="16002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3292FEB-16F3-2049-768A-D73DAF5693E2}"/>
              </a:ext>
            </a:extLst>
          </p:cNvPr>
          <p:cNvSpPr txBox="1"/>
          <p:nvPr/>
        </p:nvSpPr>
        <p:spPr>
          <a:xfrm>
            <a:off x="8128000" y="23368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一二三四五六七八九十，后续文字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DB3DC2-68CB-FB3A-D7F4-1B02122AC148}"/>
              </a:ext>
            </a:extLst>
          </p:cNvPr>
          <p:cNvSpPr txBox="1"/>
          <p:nvPr/>
        </p:nvSpPr>
        <p:spPr>
          <a:xfrm>
            <a:off x="8128000" y="30734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一二三四五六七八九十。后续文字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75AC557-03A5-C559-EF90-FDCF1DDC21E1}"/>
              </a:ext>
            </a:extLst>
          </p:cNvPr>
          <p:cNvSpPr txBox="1"/>
          <p:nvPr/>
        </p:nvSpPr>
        <p:spPr>
          <a:xfrm>
            <a:off x="8128000" y="3810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一二三四五六七八九十）后续文字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4E65D16-B176-F747-C9FB-F563220DA57C}"/>
              </a:ext>
            </a:extLst>
          </p:cNvPr>
          <p:cNvSpPr txBox="1"/>
          <p:nvPr/>
        </p:nvSpPr>
        <p:spPr>
          <a:xfrm>
            <a:off x="8128000" y="45466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一二三四五六七八九十！后续文字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FFB9A3F-DE74-1552-0940-2BD0E1371B31}"/>
              </a:ext>
            </a:extLst>
          </p:cNvPr>
          <p:cNvSpPr txBox="1"/>
          <p:nvPr/>
        </p:nvSpPr>
        <p:spPr>
          <a:xfrm>
            <a:off x="8128000" y="52832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一二三四五六七八九十：后续文字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AFAC97-922A-C8F2-A08C-4CC30A1A2F77}"/>
              </a:ext>
            </a:extLst>
          </p:cNvPr>
          <p:cNvSpPr txBox="1"/>
          <p:nvPr/>
        </p:nvSpPr>
        <p:spPr>
          <a:xfrm>
            <a:off x="8128000" y="60198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一二三四五六七八九十、后续文字</a:t>
            </a:r>
          </a:p>
        </p:txBody>
      </p:sp>
    </p:spTree>
    <p:extLst>
      <p:ext uri="{BB962C8B-B14F-4D97-AF65-F5344CB8AC3E}">
        <p14:creationId xmlns:p14="http://schemas.microsoft.com/office/powerpoint/2010/main" val="1559821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自定义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2026-10-15T06:11:24Z</dcterms:created>
  <dcterms:modified xsi:type="dcterms:W3CDTF">2026-10-15T06:11:24Z</dcterms:modified>
</cp:coreProperties>
</file>