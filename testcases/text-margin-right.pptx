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8158B-DFFF-6C50-08AB-B5D281F6E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7BF55A-8D4D-2088-7EBB-71CB747AF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D5E850-724B-F184-F495-E0E40D87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A16C5-4960-9DF0-B83E-80DBF789A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B9D611-384E-16A6-F615-EB06FC4D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77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0905F-F176-089E-5C15-0464F2126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E42032-E8BB-8C26-664B-7D128498F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038A2-D91E-02A5-1DA1-0BD99DC7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AAF76-6FEE-5F7D-DFC3-CFD7915A1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B07B54-728B-72A0-F1F8-B6EB048E5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044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A83D5-408F-256B-7779-2939E11B0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385D45-8214-0838-89DA-B2F3A03F2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2DFE3F-6DD1-DA0A-3F92-B22BE68AB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275672-9945-EB5E-E883-3E4EA275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5E6E38-4680-32AE-8132-02ACDED9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473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0332C-3061-102F-32BB-F05B099A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BB88A4-2C8E-DACD-7A34-B402177AD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505F2B-FAA8-AEB5-67DA-F42FFB10F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97755B-176D-5CCE-2F46-A2CAEE216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BA9E97-C714-70BF-0E57-6EB859DC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CB7D07-1B76-9DC8-92D8-2ED43602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7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0D43B-4E87-48E9-1672-CF4053B69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1AA140-09A4-1B80-F840-A34927C0E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5258AE-AC7D-A598-AF12-A2024E09F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BF53F9-BE75-2229-1859-5EE7F1189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15295E-A009-4FB0-9530-6F6868C78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A2E215-A832-5C8D-4F0E-99E12008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E1CD76-375B-A3F2-5DA3-3F3D1692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B28DF3-8428-F266-529A-3B021A2F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72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E0D37-5368-5FB5-7B4C-CA5ED38C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D98525-C3BF-ED54-BDFC-2574595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1E5E72-C00E-3564-6891-934D93E3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5D157D-C320-F967-EC24-762C1D52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09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421BAB-45AC-C5D7-1056-55FE22DD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9FDB1A-D13A-98A4-C196-3E67132F2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580862-AA0E-3D79-AE54-D4DC46C0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2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D9A8C-A2ED-470C-7C7C-CB144649A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A8583-6331-8A23-4F56-1812A83FE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A598AB-257B-FC2C-1E6C-BD3AEA610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6CDF3C-2F15-24FE-82AA-5A0B10E08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7B0A47-EAE5-845C-2FB3-FB23AD05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3C887B-F726-EB9F-CE30-4E172A20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06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9F1D7-84E2-54A6-5375-CB289022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9363AC-F1A9-0C3C-26DB-717899F66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87388C-CF34-5A68-C43B-E389AD9B8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A90468-DDA5-7DDA-E2D2-1C27DE26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2C77A-BE93-836C-9E59-4FD3E465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8CA5B-D7C9-9D11-2211-B1B88D55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67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29633-BE33-1883-F5C8-73B74C961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305702-653D-23D6-541C-2349882AF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10CE8-16EE-3F25-E9DA-6882C97B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F55693-D93C-572F-9D36-6D913685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B181E7-AEE0-2703-EDD9-42946145C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48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1906D7-D518-1196-2A78-DF103EFB4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4054A4-B357-5B86-1CAE-BFD09F024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637763-7CE0-859C-FA59-43A6DF3BD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2EF9C4-202F-7877-0CB8-9B4837D9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5670A-F196-EF0F-A6D8-9046A8DD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77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DD3A22-E749-BAA0-35BD-602352956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F7A7F3-8DB7-D27E-07C8-6FC1088E3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EC95EF-9E15-B7EB-A4A1-EA04DB905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62D61-1A7F-4CFE-BF4B-51BA3A3F0D9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FB48C4-F700-63DE-C0C5-76BB0B915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45095C-5CE2-99D8-A9C9-FBF620476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5248C-A89A-4321-91DD-990A8292B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02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R0">
            <a:extLst>
              <a:ext uri="{FF2B5EF4-FFF2-40B4-BE49-F238E27FC236}">
                <a16:creationId xmlns:a16="http://schemas.microsoft.com/office/drawing/2014/main" id="{F87CE5FF-C8AB-F5D6-C2D1-A711B715A46C}"/>
              </a:ext>
            </a:extLst>
          </p:cNvPr>
          <p:cNvSpPr txBox="1"/>
          <p:nvPr/>
        </p:nvSpPr>
        <p:spPr>
          <a:xfrm>
            <a:off x="508000" y="127000"/>
            <a:ext cx="7620000" cy="707886"/>
          </a:xfrm>
          <a:prstGeom prst="rect">
            <a:avLst/>
          </a:prstGeom>
          <a:noFill/>
          <a:ln>
            <a:solidFill>
              <a:prstClr val="black"/>
            </a:solidFill>
          </a:ln>
        </p:spPr>
        <p:txBody>
          <a:bodyPr vert="horz" wrap="square" rtlCol="0">
            <a:spAutoFit/>
          </a:bodyPr>
          <a:lstStyle/>
          <a:p>
            <a:pPr marR="914400" algn="l"/>
            <a:r>
              <a:rPr lang="zh-CN" altLang="en-US" sz="2000">
                <a:latin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</a:rPr>
              <a:t>1</a:t>
            </a:r>
            <a:r>
              <a:rPr lang="zh-CN" altLang="en-US" sz="2000">
                <a:latin typeface="Microsoft YaHei" panose="020B0503020204020204" pitchFamily="34" charset="-122"/>
              </a:rPr>
              <a:t>段 虽然能够保证触发更新的组件按时完成渲染，但还需要考虑更多情况 </a:t>
            </a:r>
            <a:r>
              <a:rPr lang="en-US" altLang="zh-CN" sz="2000">
                <a:latin typeface="Microsoft YaHei" panose="020B0503020204020204" pitchFamily="34" charset="-122"/>
              </a:rPr>
              <a:t>ABC def</a:t>
            </a:r>
            <a:endParaRPr lang="zh-CN" altLang="en-US" sz="2000">
              <a:latin typeface="Microsoft YaHei" panose="020B0503020204020204" pitchFamily="34" charset="-122"/>
            </a:endParaRPr>
          </a:p>
        </p:txBody>
      </p:sp>
      <p:sp>
        <p:nvSpPr>
          <p:cNvPr id="3" name="MARR1">
            <a:extLst>
              <a:ext uri="{FF2B5EF4-FFF2-40B4-BE49-F238E27FC236}">
                <a16:creationId xmlns:a16="http://schemas.microsoft.com/office/drawing/2014/main" id="{A5C6E42D-B189-E9BE-C02B-5847717CB402}"/>
              </a:ext>
            </a:extLst>
          </p:cNvPr>
          <p:cNvSpPr txBox="1"/>
          <p:nvPr/>
        </p:nvSpPr>
        <p:spPr>
          <a:xfrm>
            <a:off x="508000" y="1460500"/>
            <a:ext cx="7620000" cy="707886"/>
          </a:xfrm>
          <a:prstGeom prst="rect">
            <a:avLst/>
          </a:prstGeom>
          <a:noFill/>
          <a:ln>
            <a:solidFill>
              <a:prstClr val="black"/>
            </a:solidFill>
          </a:ln>
        </p:spPr>
        <p:txBody>
          <a:bodyPr vert="horz" wrap="square" rtlCol="0">
            <a:spAutoFit/>
          </a:bodyPr>
          <a:lstStyle/>
          <a:p>
            <a:pPr marR="914400" algn="ctr"/>
            <a:r>
              <a:rPr lang="zh-CN" altLang="en-US" sz="2000">
                <a:latin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</a:rPr>
              <a:t>2</a:t>
            </a:r>
            <a:r>
              <a:rPr lang="zh-CN" altLang="en-US" sz="2000">
                <a:latin typeface="Microsoft YaHei" panose="020B0503020204020204" pitchFamily="34" charset="-122"/>
              </a:rPr>
              <a:t>段 虽然能够保证触发更新的组件按时完成渲染，但还需要考虑更多情况 </a:t>
            </a:r>
            <a:r>
              <a:rPr lang="en-US" altLang="zh-CN" sz="2000">
                <a:latin typeface="Microsoft YaHei" panose="020B0503020204020204" pitchFamily="34" charset="-122"/>
              </a:rPr>
              <a:t>ABC def</a:t>
            </a:r>
            <a:endParaRPr lang="zh-CN" altLang="en-US" sz="2000">
              <a:latin typeface="Microsoft YaHei" panose="020B0503020204020204" pitchFamily="34" charset="-122"/>
            </a:endParaRPr>
          </a:p>
        </p:txBody>
      </p:sp>
      <p:sp>
        <p:nvSpPr>
          <p:cNvPr id="4" name="MARR2">
            <a:extLst>
              <a:ext uri="{FF2B5EF4-FFF2-40B4-BE49-F238E27FC236}">
                <a16:creationId xmlns:a16="http://schemas.microsoft.com/office/drawing/2014/main" id="{9F5C48A5-5A12-DFCE-4113-AA34B146DF81}"/>
              </a:ext>
            </a:extLst>
          </p:cNvPr>
          <p:cNvSpPr txBox="1"/>
          <p:nvPr/>
        </p:nvSpPr>
        <p:spPr>
          <a:xfrm>
            <a:off x="508000" y="2794000"/>
            <a:ext cx="7620000" cy="707886"/>
          </a:xfrm>
          <a:prstGeom prst="rect">
            <a:avLst/>
          </a:prstGeom>
          <a:noFill/>
          <a:ln>
            <a:solidFill>
              <a:prstClr val="black"/>
            </a:solidFill>
          </a:ln>
        </p:spPr>
        <p:txBody>
          <a:bodyPr vert="horz" wrap="square" rtlCol="0">
            <a:spAutoFit/>
          </a:bodyPr>
          <a:lstStyle/>
          <a:p>
            <a:pPr marR="914400" algn="r"/>
            <a:r>
              <a:rPr lang="zh-CN" altLang="en-US" sz="2000">
                <a:latin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</a:rPr>
              <a:t>3</a:t>
            </a:r>
            <a:r>
              <a:rPr lang="zh-CN" altLang="en-US" sz="2000">
                <a:latin typeface="Microsoft YaHei" panose="020B0503020204020204" pitchFamily="34" charset="-122"/>
              </a:rPr>
              <a:t>段 虽然能够保证触发更新的组件按时完成渲染，但还需要考虑更多情况 </a:t>
            </a:r>
            <a:r>
              <a:rPr lang="en-US" altLang="zh-CN" sz="2000">
                <a:latin typeface="Microsoft YaHei" panose="020B0503020204020204" pitchFamily="34" charset="-122"/>
              </a:rPr>
              <a:t>ABC def</a:t>
            </a:r>
            <a:endParaRPr lang="zh-CN" altLang="en-US" sz="2000">
              <a:latin typeface="Microsoft YaHei" panose="020B0503020204020204" pitchFamily="34" charset="-122"/>
            </a:endParaRPr>
          </a:p>
        </p:txBody>
      </p:sp>
      <p:sp>
        <p:nvSpPr>
          <p:cNvPr id="5" name="MARR3">
            <a:extLst>
              <a:ext uri="{FF2B5EF4-FFF2-40B4-BE49-F238E27FC236}">
                <a16:creationId xmlns:a16="http://schemas.microsoft.com/office/drawing/2014/main" id="{16E7DADF-B672-7EE3-D1B4-76DE7C24AEA6}"/>
              </a:ext>
            </a:extLst>
          </p:cNvPr>
          <p:cNvSpPr txBox="1"/>
          <p:nvPr/>
        </p:nvSpPr>
        <p:spPr>
          <a:xfrm>
            <a:off x="508000" y="4127500"/>
            <a:ext cx="7620000" cy="707886"/>
          </a:xfrm>
          <a:prstGeom prst="rect">
            <a:avLst/>
          </a:prstGeom>
          <a:noFill/>
          <a:ln>
            <a:solidFill>
              <a:prstClr val="black"/>
            </a:solidFill>
          </a:ln>
        </p:spPr>
        <p:txBody>
          <a:bodyPr vert="horz" wrap="square" rtlCol="0">
            <a:spAutoFit/>
          </a:bodyPr>
          <a:lstStyle/>
          <a:p>
            <a:pPr marR="457200" algn="just"/>
            <a:r>
              <a:rPr lang="zh-CN" altLang="en-US" sz="2000">
                <a:latin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</a:rPr>
              <a:t>4</a:t>
            </a:r>
            <a:r>
              <a:rPr lang="zh-CN" altLang="en-US" sz="2000">
                <a:latin typeface="Microsoft YaHei" panose="020B0503020204020204" pitchFamily="34" charset="-122"/>
              </a:rPr>
              <a:t>段 虽然能够保证触发更新的组件按时完成渲染，但还需要考虑更多情况 </a:t>
            </a:r>
            <a:r>
              <a:rPr lang="en-US" altLang="zh-CN" sz="2000">
                <a:latin typeface="Microsoft YaHei" panose="020B0503020204020204" pitchFamily="34" charset="-122"/>
              </a:rPr>
              <a:t>ABC def</a:t>
            </a:r>
            <a:endParaRPr lang="zh-CN" altLang="en-US" sz="2000">
              <a:latin typeface="Microsoft YaHei" panose="020B0503020204020204" pitchFamily="34" charset="-122"/>
            </a:endParaRPr>
          </a:p>
        </p:txBody>
      </p:sp>
      <p:sp>
        <p:nvSpPr>
          <p:cNvPr id="6" name="MARR4">
            <a:extLst>
              <a:ext uri="{FF2B5EF4-FFF2-40B4-BE49-F238E27FC236}">
                <a16:creationId xmlns:a16="http://schemas.microsoft.com/office/drawing/2014/main" id="{C3C32CE5-B37F-8A8F-66A1-41B164E6F5F0}"/>
              </a:ext>
            </a:extLst>
          </p:cNvPr>
          <p:cNvSpPr txBox="1"/>
          <p:nvPr/>
        </p:nvSpPr>
        <p:spPr>
          <a:xfrm>
            <a:off x="508000" y="5461000"/>
            <a:ext cx="7620000" cy="707886"/>
          </a:xfrm>
          <a:prstGeom prst="rect">
            <a:avLst/>
          </a:prstGeom>
          <a:noFill/>
          <a:ln>
            <a:solidFill>
              <a:prstClr val="black"/>
            </a:solidFill>
          </a:ln>
        </p:spPr>
        <p:txBody>
          <a:bodyPr vert="horz" wrap="square" rtlCol="0">
            <a:spAutoFit/>
          </a:bodyPr>
          <a:lstStyle/>
          <a:p>
            <a:pPr marR="0" algn="l"/>
            <a:r>
              <a:rPr lang="zh-CN" altLang="en-US" sz="2000">
                <a:latin typeface="Microsoft YaHei" panose="020B0503020204020204" pitchFamily="34" charset="-122"/>
              </a:rPr>
              <a:t>第</a:t>
            </a:r>
            <a:r>
              <a:rPr lang="en-US" altLang="zh-CN" sz="2000">
                <a:latin typeface="Microsoft YaHei" panose="020B0503020204020204" pitchFamily="34" charset="-122"/>
              </a:rPr>
              <a:t>5</a:t>
            </a:r>
            <a:r>
              <a:rPr lang="zh-CN" altLang="en-US" sz="2000">
                <a:latin typeface="Microsoft YaHei" panose="020B0503020204020204" pitchFamily="34" charset="-122"/>
              </a:rPr>
              <a:t>段 虽然能够保证触发更新的组件按时完成渲染，但还需要考虑更多情况 </a:t>
            </a:r>
            <a:r>
              <a:rPr lang="en-US" altLang="zh-CN" sz="2000">
                <a:latin typeface="Microsoft YaHei" panose="020B0503020204020204" pitchFamily="34" charset="-122"/>
              </a:rPr>
              <a:t>ABC def</a:t>
            </a:r>
            <a:endParaRPr lang="zh-CN" altLang="en-US" sz="200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154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2026-10-15T20:56:12Z</dcterms:created>
  <dcterms:modified xsi:type="dcterms:W3CDTF">2026-10-15T20:56:12Z</dcterms:modified>
</cp:coreProperties>
</file>