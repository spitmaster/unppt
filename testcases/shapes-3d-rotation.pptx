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A1837B-1CBE-EC11-F0B3-191A5A93E8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6CA658D-B46E-EF1F-5363-FC4C87B4A5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7704517-B043-B8BC-720E-C759777D4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083EB-610D-486B-8A02-4E2CA530ECFC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E989050-2FF7-46FA-4383-D15C1AC6BF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3E623FC-4008-BBC4-8955-29E4D07BC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7644-FD47-42C9-A9EA-C35EB7ECB9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4433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323814-4390-F6B1-DDFD-2B6A727A4F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DDBC85A-07D0-8C5B-47AF-FEF9FD411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FC6ED65-20E5-C320-9DC0-374094B3D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083EB-610D-486B-8A02-4E2CA530ECFC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18E220B-6569-684E-52A8-BA9BE619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ACA3FA-BE11-44B4-B754-28E3F5DA7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7644-FD47-42C9-A9EA-C35EB7ECB9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628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3ED287-21EC-A948-3F82-320115374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FE98CA-0CC9-B96D-2EA1-43C7C96EA7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0F2B2FD-7A17-366E-7B8E-29D3CEB25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083EB-610D-486B-8A02-4E2CA530ECFC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33FCB3-3DFD-3B72-BB2B-6A2ED3416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B50478-699B-940E-B9B6-0B88B9CA0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7644-FD47-42C9-A9EA-C35EB7ECB9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21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BAE23C-16EA-BBE9-34AE-B7BC805F0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473302F-C3A3-0313-3C91-732A64C4E2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BACFE7C-D7E0-B1B7-B7D2-4AE77C9093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74970F-6DAB-E329-9240-C1B2BC971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083EB-610D-486B-8A02-4E2CA530ECFC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B7AFC1-8040-4BF1-495B-91C293D4C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59A6200-B485-C89E-43F9-777AF74B3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7644-FD47-42C9-A9EA-C35EB7ECB9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005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CCCEDB-5338-E2C2-1CD9-B37602110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033F0A-39D0-C9B1-FF37-D819EDCB3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50FF6C8-4C03-53C3-6C08-B83E08B0F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88EBA1C-EB2D-A823-38E8-040F8AC3AB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4FA4D5F-E4CE-D7D1-8B63-6235E19521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B1B397C-8139-52E8-942D-3D69F6D5C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083EB-610D-486B-8A02-4E2CA530ECFC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5D2108B-1472-92D9-D36E-F81675B0F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E0351BE5-6100-F7D8-55DE-F3EB5FFBE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7644-FD47-42C9-A9EA-C35EB7ECB9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6962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2D53C0-6772-D9B9-9CA7-4A0FF22EA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B4F72F6-03B9-32B8-9635-B230C9B54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083EB-610D-486B-8A02-4E2CA530ECFC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38AB2C9-0EF1-769F-86FF-E74D115DF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05A0053-532F-740F-4F2B-7775AC721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7644-FD47-42C9-A9EA-C35EB7ECB9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1514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1F3C64E-4A94-2F1E-B688-18116C101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083EB-610D-486B-8A02-4E2CA530ECFC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92E3C5A-2836-5979-E5DB-C08A7CEA1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7B7F61-6959-8431-2E58-C42018A64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7644-FD47-42C9-A9EA-C35EB7ECB9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7975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94C920-51DE-7869-249C-5BD16A803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DE0C9B-9BC1-A7E0-7F11-5E91180693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EB43CE-4606-A4C0-7C3B-3B7BA22CCC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6ABB114-D823-F5C8-2765-0AF36FFB2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083EB-610D-486B-8A02-4E2CA530ECFC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00416E3-C221-0008-C81D-57B129DA0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016032-55F2-640D-0CD1-DD3A5E2DE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7644-FD47-42C9-A9EA-C35EB7ECB9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7001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CA7F74-B1EC-7135-56CB-B3370AA83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0831202-EF20-0982-AA39-78768B8D9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2FD2D45-27D0-FA56-4FAE-244803BD9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2E97545-AB2B-916F-E898-7EAAE04FC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083EB-610D-486B-8A02-4E2CA530ECFC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6A08D90-E619-EA20-08EA-90BB1B0D9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60BFA3D-552A-9E9C-06FC-8679210ED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7644-FD47-42C9-A9EA-C35EB7ECB9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1408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AB274-200B-C492-9AD4-4A0A20A16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EEE10FF-062A-BD0F-6429-FC7DBAB6D0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04A25A2-5884-BAA4-D074-760F90BEF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083EB-610D-486B-8A02-4E2CA530ECFC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75D250-8ADF-48E7-4354-ADD1CFF9D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E4A44E-8ACA-E970-FBB4-430CB04EA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7644-FD47-42C9-A9EA-C35EB7ECB9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3262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8E719CC-1FBE-533E-C94B-1736781814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7F47C85-47B0-40BE-1537-3F897DFBA9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D07F10-AA62-F9F3-768E-75A8E232C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C083EB-610D-486B-8A02-4E2CA530ECFC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8C696B-228A-E6BB-7145-A38369B3D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F2BDE7E-70E5-271E-603A-ECDE44D25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F17644-FD47-42C9-A9EA-C35EB7ECB9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244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C3897F1-4526-DB84-486B-F03512774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4F17765-6A09-2148-928D-B707A3AA6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04B50A-9C3A-FFE4-A54F-FAE3CE1C5B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C083EB-610D-486B-8A02-4E2CA530ECFC}" type="datetimeFigureOut">
              <a:rPr lang="zh-CN" altLang="en-US" smtClean="0"/>
              <a:t>2026/10/14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77EBEF9-505A-79E0-6A96-EF12C385D7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1B0F42-D6CD-189F-D4A1-BE0942673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F17644-FD47-42C9-A9EA-C35EB7ECB9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402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D56D23A-1A43-0CA2-004B-04F01A5C7830}"/>
              </a:ext>
            </a:extLst>
          </p:cNvPr>
          <p:cNvSpPr/>
          <p:nvPr/>
        </p:nvSpPr>
        <p:spPr>
          <a:xfrm>
            <a:off x="508000" y="381000"/>
            <a:ext cx="2159000" cy="1397000"/>
          </a:xfrm>
          <a:prstGeom prst="rect">
            <a:avLst/>
          </a:prstGeom>
          <a:gradFill flip="none" rotWithShape="1">
            <a:gsLst>
              <a:gs pos="0">
                <a:srgbClr val="285AB4"/>
              </a:gs>
              <a:gs pos="100000">
                <a:srgbClr val="FAC83C"/>
              </a:gs>
            </a:gsLst>
            <a:lin ang="5400000" scaled="1"/>
            <a:tileRect/>
          </a:gradFill>
          <a:ln w="38100">
            <a:solidFill>
              <a:srgbClr val="C81E1E"/>
            </a:solidFill>
          </a:ln>
          <a:scene3d>
            <a:camera prst="isometricTop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/>
              <a:t>3D</a:t>
            </a:r>
            <a:endParaRPr lang="zh-CN" altLang="en-US" sz="280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946FC-F578-44DC-276B-4F99FE34956E}"/>
              </a:ext>
            </a:extLst>
          </p:cNvPr>
          <p:cNvSpPr/>
          <p:nvPr/>
        </p:nvSpPr>
        <p:spPr>
          <a:xfrm>
            <a:off x="3429000" y="381000"/>
            <a:ext cx="2159000" cy="1397000"/>
          </a:xfrm>
          <a:prstGeom prst="rect">
            <a:avLst/>
          </a:prstGeom>
          <a:gradFill flip="none" rotWithShape="1">
            <a:gsLst>
              <a:gs pos="0">
                <a:srgbClr val="285AB4"/>
              </a:gs>
              <a:gs pos="100000">
                <a:srgbClr val="FAC83C"/>
              </a:gs>
            </a:gsLst>
            <a:lin ang="5400000" scaled="1"/>
            <a:tileRect/>
          </a:gradFill>
          <a:ln w="38100">
            <a:solidFill>
              <a:srgbClr val="C81E1E"/>
            </a:solidFill>
          </a:ln>
          <a:scene3d>
            <a:camera prst="isometricLeftDown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/>
              <a:t>3D</a:t>
            </a:r>
            <a:endParaRPr lang="zh-CN" altLang="en-US" sz="280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21B1668-E31E-F282-59AE-9FDA32A169C7}"/>
              </a:ext>
            </a:extLst>
          </p:cNvPr>
          <p:cNvSpPr/>
          <p:nvPr/>
        </p:nvSpPr>
        <p:spPr>
          <a:xfrm>
            <a:off x="6350000" y="381000"/>
            <a:ext cx="2159000" cy="1397000"/>
          </a:xfrm>
          <a:prstGeom prst="rect">
            <a:avLst/>
          </a:prstGeom>
          <a:gradFill flip="none" rotWithShape="1">
            <a:gsLst>
              <a:gs pos="0">
                <a:srgbClr val="285AB4"/>
              </a:gs>
              <a:gs pos="100000">
                <a:srgbClr val="FAC83C"/>
              </a:gs>
            </a:gsLst>
            <a:lin ang="5400000" scaled="1"/>
            <a:tileRect/>
          </a:gradFill>
          <a:ln w="38100">
            <a:solidFill>
              <a:srgbClr val="C81E1E"/>
            </a:solidFill>
          </a:ln>
          <a:scene3d>
            <a:camera prst="isometricRightUp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/>
              <a:t>3D</a:t>
            </a:r>
            <a:endParaRPr lang="zh-CN" altLang="en-US" sz="280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75E0357-AC0E-BFEC-B817-D7388C573B6C}"/>
              </a:ext>
            </a:extLst>
          </p:cNvPr>
          <p:cNvSpPr/>
          <p:nvPr/>
        </p:nvSpPr>
        <p:spPr>
          <a:xfrm>
            <a:off x="9271000" y="381000"/>
            <a:ext cx="2159000" cy="1397000"/>
          </a:xfrm>
          <a:prstGeom prst="rect">
            <a:avLst/>
          </a:prstGeom>
          <a:gradFill flip="none" rotWithShape="1">
            <a:gsLst>
              <a:gs pos="0">
                <a:srgbClr val="285AB4"/>
              </a:gs>
              <a:gs pos="100000">
                <a:srgbClr val="FAC83C"/>
              </a:gs>
            </a:gsLst>
            <a:lin ang="5400000" scaled="1"/>
            <a:tileRect/>
          </a:gradFill>
          <a:ln w="38100">
            <a:solidFill>
              <a:srgbClr val="C81E1E"/>
            </a:solidFill>
          </a:ln>
          <a:scene3d>
            <a:camera prst="isometricOffAxis1Righ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/>
              <a:t>3D</a:t>
            </a:r>
            <a:endParaRPr lang="zh-CN" altLang="en-US" sz="2800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2B9ABA9-E010-85BC-5417-0FFFE29939BA}"/>
              </a:ext>
            </a:extLst>
          </p:cNvPr>
          <p:cNvSpPr/>
          <p:nvPr/>
        </p:nvSpPr>
        <p:spPr>
          <a:xfrm>
            <a:off x="508000" y="2476500"/>
            <a:ext cx="2159000" cy="1397000"/>
          </a:xfrm>
          <a:prstGeom prst="rect">
            <a:avLst/>
          </a:prstGeom>
          <a:gradFill flip="none" rotWithShape="1">
            <a:gsLst>
              <a:gs pos="0">
                <a:srgbClr val="285AB4"/>
              </a:gs>
              <a:gs pos="100000">
                <a:srgbClr val="FAC83C"/>
              </a:gs>
            </a:gsLst>
            <a:lin ang="5400000" scaled="1"/>
            <a:tileRect/>
          </a:gradFill>
          <a:ln w="38100">
            <a:solidFill>
              <a:srgbClr val="C81E1E"/>
            </a:solidFill>
          </a:ln>
          <a:scene3d>
            <a:camera prst="isometricOffAxis2Lef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/>
              <a:t>3D</a:t>
            </a:r>
            <a:endParaRPr lang="zh-CN" altLang="en-US" sz="28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A362A6C-9C15-A3F6-06CB-5C66696519D4}"/>
              </a:ext>
            </a:extLst>
          </p:cNvPr>
          <p:cNvSpPr/>
          <p:nvPr/>
        </p:nvSpPr>
        <p:spPr>
          <a:xfrm>
            <a:off x="3429000" y="2476500"/>
            <a:ext cx="2159000" cy="1397000"/>
          </a:xfrm>
          <a:prstGeom prst="rect">
            <a:avLst/>
          </a:prstGeom>
          <a:gradFill flip="none" rotWithShape="1">
            <a:gsLst>
              <a:gs pos="0">
                <a:srgbClr val="285AB4"/>
              </a:gs>
              <a:gs pos="100000">
                <a:srgbClr val="FAC83C"/>
              </a:gs>
            </a:gsLst>
            <a:lin ang="5400000" scaled="1"/>
            <a:tileRect/>
          </a:gradFill>
          <a:ln w="38100">
            <a:solidFill>
              <a:srgbClr val="C81E1E"/>
            </a:solidFill>
          </a:ln>
          <a:scene3d>
            <a:camera prst="isometricOffAxis3Lef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/>
              <a:t>3D</a:t>
            </a:r>
            <a:endParaRPr lang="zh-CN" altLang="en-US" sz="280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7FF5832-0AA7-4866-31A7-302E5A760E0B}"/>
              </a:ext>
            </a:extLst>
          </p:cNvPr>
          <p:cNvSpPr/>
          <p:nvPr/>
        </p:nvSpPr>
        <p:spPr>
          <a:xfrm>
            <a:off x="6350000" y="2476500"/>
            <a:ext cx="2159000" cy="1397000"/>
          </a:xfrm>
          <a:prstGeom prst="rect">
            <a:avLst/>
          </a:prstGeom>
          <a:gradFill flip="none" rotWithShape="1">
            <a:gsLst>
              <a:gs pos="0">
                <a:srgbClr val="285AB4"/>
              </a:gs>
              <a:gs pos="100000">
                <a:srgbClr val="FAC83C"/>
              </a:gs>
            </a:gsLst>
            <a:lin ang="5400000" scaled="1"/>
            <a:tileRect/>
          </a:gradFill>
          <a:ln w="38100">
            <a:solidFill>
              <a:srgbClr val="C81E1E"/>
            </a:solidFill>
          </a:ln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/>
              <a:t>3D</a:t>
            </a:r>
            <a:endParaRPr lang="zh-CN" altLang="en-US" sz="280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60089B7-52CC-A2E2-77D8-0E22CFAD1220}"/>
              </a:ext>
            </a:extLst>
          </p:cNvPr>
          <p:cNvSpPr/>
          <p:nvPr/>
        </p:nvSpPr>
        <p:spPr>
          <a:xfrm>
            <a:off x="9271000" y="2476500"/>
            <a:ext cx="2159000" cy="1397000"/>
          </a:xfrm>
          <a:prstGeom prst="rect">
            <a:avLst/>
          </a:prstGeom>
          <a:gradFill flip="none" rotWithShape="1">
            <a:gsLst>
              <a:gs pos="0">
                <a:srgbClr val="285AB4"/>
              </a:gs>
              <a:gs pos="100000">
                <a:srgbClr val="FAC83C"/>
              </a:gs>
            </a:gsLst>
            <a:lin ang="5400000" scaled="1"/>
            <a:tileRect/>
          </a:gradFill>
          <a:ln w="38100">
            <a:solidFill>
              <a:srgbClr val="C81E1E"/>
            </a:solidFill>
          </a:ln>
          <a:scene3d>
            <a:camera prst="perspectiveLef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/>
              <a:t>3D</a:t>
            </a:r>
            <a:endParaRPr lang="zh-CN" altLang="en-US" sz="280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71512A9-7F87-2A98-6A7D-EA8ED9E8FAD8}"/>
              </a:ext>
            </a:extLst>
          </p:cNvPr>
          <p:cNvSpPr/>
          <p:nvPr/>
        </p:nvSpPr>
        <p:spPr>
          <a:xfrm>
            <a:off x="508000" y="4572000"/>
            <a:ext cx="2159000" cy="1397000"/>
          </a:xfrm>
          <a:prstGeom prst="rect">
            <a:avLst/>
          </a:prstGeom>
          <a:gradFill flip="none" rotWithShape="1">
            <a:gsLst>
              <a:gs pos="0">
                <a:srgbClr val="285AB4"/>
              </a:gs>
              <a:gs pos="100000">
                <a:srgbClr val="FAC83C"/>
              </a:gs>
            </a:gsLst>
            <a:lin ang="5400000" scaled="1"/>
            <a:tileRect/>
          </a:gradFill>
          <a:ln w="38100">
            <a:solidFill>
              <a:srgbClr val="C81E1E"/>
            </a:solidFill>
          </a:ln>
          <a:scene3d>
            <a:camera prst="perspectiveAbove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/>
              <a:t>3D</a:t>
            </a:r>
            <a:endParaRPr lang="zh-CN" altLang="en-US" sz="280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0438ABA-77D8-F4A7-24F2-D5A582333F94}"/>
              </a:ext>
            </a:extLst>
          </p:cNvPr>
          <p:cNvSpPr/>
          <p:nvPr/>
        </p:nvSpPr>
        <p:spPr>
          <a:xfrm>
            <a:off x="3429000" y="4572000"/>
            <a:ext cx="2159000" cy="1397000"/>
          </a:xfrm>
          <a:prstGeom prst="rect">
            <a:avLst/>
          </a:prstGeom>
          <a:gradFill flip="none" rotWithShape="1">
            <a:gsLst>
              <a:gs pos="0">
                <a:srgbClr val="285AB4"/>
              </a:gs>
              <a:gs pos="100000">
                <a:srgbClr val="FAC83C"/>
              </a:gs>
            </a:gsLst>
            <a:lin ang="5400000" scaled="1"/>
            <a:tileRect/>
          </a:gradFill>
          <a:ln w="38100">
            <a:solidFill>
              <a:srgbClr val="C81E1E"/>
            </a:solidFill>
          </a:ln>
          <a:scene3d>
            <a:camera prst="perspectiveAboveLef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/>
              <a:t>3D</a:t>
            </a:r>
            <a:endParaRPr lang="zh-CN" altLang="en-US" sz="280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FAA781C-4DE5-66E8-F1A6-85B150E9164B}"/>
              </a:ext>
            </a:extLst>
          </p:cNvPr>
          <p:cNvSpPr/>
          <p:nvPr/>
        </p:nvSpPr>
        <p:spPr>
          <a:xfrm>
            <a:off x="6350000" y="4572000"/>
            <a:ext cx="2159000" cy="1397000"/>
          </a:xfrm>
          <a:prstGeom prst="rect">
            <a:avLst/>
          </a:prstGeom>
          <a:gradFill flip="none" rotWithShape="1">
            <a:gsLst>
              <a:gs pos="0">
                <a:srgbClr val="285AB4"/>
              </a:gs>
              <a:gs pos="100000">
                <a:srgbClr val="FAC83C"/>
              </a:gs>
            </a:gsLst>
            <a:lin ang="5400000" scaled="1"/>
            <a:tileRect/>
          </a:gradFill>
          <a:ln w="38100">
            <a:solidFill>
              <a:srgbClr val="C81E1E"/>
            </a:solidFill>
          </a:ln>
          <a:scene3d>
            <a:camera prst="perspectiveHeroicLeftFacing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/>
              <a:t>3D</a:t>
            </a:r>
            <a:endParaRPr lang="zh-CN" altLang="en-US" sz="280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F7DBC36-6E92-2F4F-2BBE-FE7A5E38A590}"/>
              </a:ext>
            </a:extLst>
          </p:cNvPr>
          <p:cNvSpPr/>
          <p:nvPr/>
        </p:nvSpPr>
        <p:spPr>
          <a:xfrm>
            <a:off x="9271000" y="4572000"/>
            <a:ext cx="2159000" cy="1397000"/>
          </a:xfrm>
          <a:prstGeom prst="rect">
            <a:avLst/>
          </a:prstGeom>
          <a:gradFill flip="none" rotWithShape="1">
            <a:gsLst>
              <a:gs pos="0">
                <a:srgbClr val="285AB4"/>
              </a:gs>
              <a:gs pos="100000">
                <a:srgbClr val="FAC83C"/>
              </a:gs>
            </a:gsLst>
            <a:lin ang="5400000" scaled="1"/>
            <a:tileRect/>
          </a:gradFill>
          <a:ln w="38100">
            <a:solidFill>
              <a:srgbClr val="C81E1E"/>
            </a:solidFill>
          </a:ln>
          <a:scene3d>
            <a:camera prst="perspectiveRelaxed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800"/>
              <a:t>3D</a:t>
            </a:r>
            <a:endParaRPr lang="zh-CN" altLang="en-US" sz="2800"/>
          </a:p>
        </p:txBody>
      </p:sp>
    </p:spTree>
    <p:extLst>
      <p:ext uri="{BB962C8B-B14F-4D97-AF65-F5344CB8AC3E}">
        <p14:creationId xmlns:p14="http://schemas.microsoft.com/office/powerpoint/2010/main" val="16293843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B667827-5758-94C0-0130-59C150BC29B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381000"/>
            <a:ext cx="2159000" cy="1219200"/>
          </a:xfrm>
          <a:prstGeom prst="rect">
            <a:avLst/>
          </a:prstGeom>
          <a:scene3d>
            <a:camera prst="isometricTopUp"/>
            <a:lightRig rig="threePt" dir="t"/>
          </a:scene3d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3EC4920-1A6F-234A-5BAE-D0FBFB90B9A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381000"/>
            <a:ext cx="2159000" cy="1219200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A72D6027-E260-FE6C-CD73-118F31CA97B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381000"/>
            <a:ext cx="2159000" cy="1219200"/>
          </a:xfrm>
          <a:prstGeom prst="rect">
            <a:avLst/>
          </a:prstGeom>
          <a:scene3d>
            <a:camera prst="isometricRightUp"/>
            <a:lightRig rig="threePt" dir="t"/>
          </a:scene3d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20C7124-F519-9E35-395B-36D5437FD637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000" y="381000"/>
            <a:ext cx="2159000" cy="1219200"/>
          </a:xfrm>
          <a:prstGeom prst="rect">
            <a:avLst/>
          </a:prstGeom>
          <a:scene3d>
            <a:camera prst="isometricOffAxis1Right"/>
            <a:lightRig rig="threePt" dir="t"/>
          </a:scene3d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809FC679-CDEE-C4BA-C61F-11625EF9668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2476500"/>
            <a:ext cx="2159000" cy="1219200"/>
          </a:xfrm>
          <a:prstGeom prst="rect">
            <a:avLst/>
          </a:prstGeom>
          <a:scene3d>
            <a:camera prst="isometricOffAxis2Left"/>
            <a:lightRig rig="threePt" dir="t"/>
          </a:scene3d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F996E85D-B212-5811-1355-4C9CE576F2E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2476500"/>
            <a:ext cx="2159000" cy="1219200"/>
          </a:xfrm>
          <a:prstGeom prst="rect">
            <a:avLst/>
          </a:prstGeom>
          <a:scene3d>
            <a:camera prst="isometricOffAxis3Left"/>
            <a:lightRig rig="threePt" dir="t"/>
          </a:scene3d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F68F34B6-0978-E2F9-8804-6D958344462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2476500"/>
            <a:ext cx="2159000" cy="1219200"/>
          </a:xfrm>
          <a:prstGeom prst="rect">
            <a:avLst/>
          </a:prstGeom>
          <a:scene3d>
            <a:camera prst="perspectiveFront"/>
            <a:lightRig rig="threePt" dir="t"/>
          </a:scene3d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31B89B95-C41D-8831-2F7B-B1A1E403AA9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000" y="2476500"/>
            <a:ext cx="2159000" cy="1219200"/>
          </a:xfrm>
          <a:prstGeom prst="rect">
            <a:avLst/>
          </a:prstGeom>
          <a:scene3d>
            <a:camera prst="perspectiveLeft"/>
            <a:lightRig rig="threePt" dir="t"/>
          </a:scene3d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9D8ECDD-A6D2-4102-CC42-A470D53471F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4572000"/>
            <a:ext cx="2159000" cy="1219200"/>
          </a:xfrm>
          <a:prstGeom prst="rect">
            <a:avLst/>
          </a:prstGeom>
          <a:scene3d>
            <a:camera prst="perspectiveAbove"/>
            <a:lightRig rig="threePt" dir="t"/>
          </a:scene3d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0FFA80E7-FDCB-C5D4-F1CC-784F6F17685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9000" y="4572000"/>
            <a:ext cx="2159000" cy="1219200"/>
          </a:xfrm>
          <a:prstGeom prst="rect">
            <a:avLst/>
          </a:prstGeom>
          <a:scene3d>
            <a:camera prst="perspectiveAboveLeftFacing"/>
            <a:lightRig rig="threePt" dir="t"/>
          </a:scene3d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20E862DF-7979-6EF2-8D20-F12EA7F3F81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0000" y="4572000"/>
            <a:ext cx="2159000" cy="1219200"/>
          </a:xfrm>
          <a:prstGeom prst="rect">
            <a:avLst/>
          </a:prstGeom>
          <a:scene3d>
            <a:camera prst="perspectiveHeroicLeftFacing"/>
            <a:lightRig rig="threePt" dir="t"/>
          </a:scene3d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BA812C76-9287-F475-5F34-9E7FFBC995F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71000" y="4572000"/>
            <a:ext cx="2159000" cy="1219200"/>
          </a:xfrm>
          <a:prstGeom prst="rect">
            <a:avLst/>
          </a:prstGeom>
          <a:scene3d>
            <a:camera prst="perspectiveRelaxed"/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69438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自定义</PresentationFormat>
  <Paragraphs>12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2026-10-13T16:19:47Z</dcterms:created>
  <dcterms:modified xsi:type="dcterms:W3CDTF">2026-10-13T16:19:47Z</dcterms:modified>
</cp:coreProperties>
</file>