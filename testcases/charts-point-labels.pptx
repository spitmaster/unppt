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8.3333333333333273E-2"/>
                  <c:y val="-7.14285714285714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08-4BCA-BC73-C8947654B2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zh-CN" altLang="en-US"/>
                      <a:t>自定义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A08-4BCA-BC73-C8947654B2E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A08-4BCA-BC73-C8947654B2E4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A08-4BCA-BC73-C8947654B2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  <c:pt idx="4">
                  <c:v>壬癸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08-4BCA-BC73-C8947654B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4106991"/>
        <c:axId val="714107471"/>
      </c:barChart>
      <c:catAx>
        <c:axId val="714106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14107471"/>
        <c:crosses val="autoZero"/>
        <c:auto val="1"/>
        <c:lblAlgn val="ctr"/>
        <c:lblOffset val="100"/>
        <c:noMultiLvlLbl val="0"/>
      </c:catAx>
      <c:valAx>
        <c:axId val="714107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14106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6B3-4AD6-A60B-4BC93A5D7F2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-3.8707349081364829E-3"/>
                  <c:y val="-6.02713723284589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6B3-4AD6-A60B-4BC93A5D7F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  <c:pt idx="4">
                  <c:v>壬癸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B3-4AD6-A60B-4BC93A5D7F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53-4D5B-ADBA-28FE5AFF7D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  <c:pt idx="4">
                  <c:v>壬癸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30</c:v>
                </c:pt>
                <c:pt idx="4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53-4D5B-ADBA-28FE5AFF7D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16965951"/>
        <c:axId val="716968831"/>
      </c:lineChart>
      <c:catAx>
        <c:axId val="71696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16968831"/>
        <c:crosses val="autoZero"/>
        <c:auto val="1"/>
        <c:lblAlgn val="ctr"/>
        <c:lblOffset val="100"/>
        <c:noMultiLvlLbl val="0"/>
      </c:catAx>
      <c:valAx>
        <c:axId val="716968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16965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97B7A-A8D0-CD58-2929-83D6ED96F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9AE45E-BB66-524E-A84A-DB86E5793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B57D6F-EDFC-279E-6BA0-09270E03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A1825-0A9E-9AF8-0E04-BD5AC8A0E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30BCE1-DB2A-C392-4930-4CC99734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0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737E0-709B-9A90-FA8B-F0458D2D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D396DC-F54A-8416-8970-F62D36EC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5C2793-1FA6-1014-E5EE-75CAC1381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EFAE5-BE19-9C34-DD05-D3E9549D9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4C894E-8B1B-6B64-6022-A6E3CF3C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57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D68F0-74F8-ED94-66A6-506EEF4B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F055F4-0C26-4EF3-CA77-29D20E477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DEA73D-E02A-0586-328E-0D498947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924E6-FC39-FD30-D537-B13876FF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F6FBBE-BBB6-9A06-7779-C58FFECEF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89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06231-037C-365D-F749-159B4960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94B978-0383-27CF-459E-7E8C4768A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F16E65-D418-BFFB-5A13-B7D122C9B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F9B752-E20F-630C-9FF9-10DF4DE4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D3AF57-9D03-5BF1-78D0-87D6FA68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B1FA16-38B6-6F99-3BC4-24B76F15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47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CC8FB-8F0B-5DCF-03BF-A2BE65FA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0BA4CC-0A0C-F03D-65C9-61C7BCD6A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CCAF1F-9354-717D-0AD1-5E098CE38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115D4F-8F13-7D3C-CD92-B99D98B86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8F5E05-3155-F272-BCCF-7A43C86D5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369026-BFFA-104A-E04F-E976CF341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43E0D9-0681-6AC2-3781-C9297B34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803D885-3FD0-7395-7D50-2AB6573C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558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B61D1-360D-F4FE-4CE4-CD372AA1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883435-DC9C-9529-CE5B-E4FC803D3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991DEA-AE50-157A-FA42-1657C994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C07C1C-04B9-DCC0-BD8A-C18A3475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24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F22B0C-0CF6-3108-F6DB-11E02E32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6707FC-B8E2-1108-E4C0-328D68F4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C30658-5385-30E0-33E5-1249D20ED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88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07C45-4ED8-004D-37B4-9038C6824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1304A8-942B-50A5-2FB1-BA5BFA557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3F85F4-2004-CA50-81AC-EDD008BCC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8CF047-2747-7AC0-70E1-AF75CB37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9BEE78-FB85-2DF0-D5AC-89CA5D85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CE16B2-1277-6AD3-53CC-EEE46DD8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89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733BD-3FF6-E30A-A8BC-C4BF743F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0D5C9E-7A59-DBAD-DD59-59DF7475E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A658C4-148C-C85B-6CD5-2715976AD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9D9E13-9AEA-F345-6BAC-A38E09C19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140C30-3421-716B-4689-887B7A79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E1D973-5167-2DE1-7C0C-082777033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43437-7009-725F-C002-F9ECE270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216811-9140-7557-67BE-7859107B9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60D124-8036-0CD2-D283-31A2C6BD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00A8C4-86ED-6B0C-5C9F-86455E78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0521CA-4CC6-6391-66CA-325A60F1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16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20F0AC-952E-4D8E-0EAF-489795546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050743-3CA9-C84A-140C-09B1A6F35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19445-F3DC-B7D0-46C8-FAA3BFD53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C22973-9159-BCC6-F944-3C08A6F8C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550F30-C09A-5E40-6C10-8CB6325C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92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74D3A3-9402-EED7-80EF-EC39A81A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88A7F2-1212-1A65-0561-2BF1E020C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562B1F-FE62-EB1A-79B2-5A6F7BA77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67833-2C4C-4666-AA82-FD43D8ABCD1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A80B23-7CA2-9102-6678-06615C647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036A87-CCE2-0735-8D8F-E79C69CFC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97CFA-435E-4095-AEF1-1F266DB243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80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8958C9F-A386-F350-92C0-C9F01E02BB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2074070"/>
              </p:ext>
            </p:extLst>
          </p:nvPr>
        </p:nvGraphicFramePr>
        <p:xfrm>
          <a:off x="127000" y="762000"/>
          <a:ext cx="3810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0C61F77-1BF0-7405-B58F-D27965D00A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332422"/>
              </p:ext>
            </p:extLst>
          </p:nvPr>
        </p:nvGraphicFramePr>
        <p:xfrm>
          <a:off x="4127500" y="762000"/>
          <a:ext cx="3810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CE152EB5-D413-B6A9-0596-9E9F32470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5202512"/>
              </p:ext>
            </p:extLst>
          </p:nvPr>
        </p:nvGraphicFramePr>
        <p:xfrm>
          <a:off x="8128000" y="762000"/>
          <a:ext cx="3810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97769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2026-10-19T02:49:36Z</dcterms:created>
  <dcterms:modified xsi:type="dcterms:W3CDTF">2026-10-19T02:49:36Z</dcterms:modified>
</cp:coreProperties>
</file>