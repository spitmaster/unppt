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518B6-855E-EB79-08B4-783F71F73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B53311-4A8C-A136-43A6-A278700E5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57E1E8-12AD-8366-941C-EA43BDC3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EF85F1-F992-37EE-4020-08A814F9C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C3B07D-E98E-56CB-7CDB-6EB2BCB3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78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84D91-C26B-6362-BDD1-5C244060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06B562-AB52-E8B8-846F-EFEE7D932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97E2E-E0A0-8A56-BFA4-B1A6FF44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D32FA-0314-C83E-447E-AED7632D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41072B-D28E-1359-45E8-815D03D8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50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2B40B-47BA-AD0D-B1E3-865AD754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E1631F-FF6E-1F8D-5A7D-474F5473B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717627-AB80-D5E0-97C4-8AFEDE86B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6E8126-5986-ECEF-2BA9-2A931F42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DF73D-5EFA-E782-382F-28A5841B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18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AB46B-8521-5C7E-16A3-8B7684CF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6E8E26-1815-8458-0355-50FAF8675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A8339D-0DBB-5E4F-2EED-9D677C831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9292A3-7873-DB14-830E-5BE376E9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93B796-7812-5D77-FF94-B0E90148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67C45E-5B68-0308-1C46-29449BA0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70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96159-AB70-97EC-7569-3C2EFD31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996545-B278-9D1D-501F-F2AAE9722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6C7C48-C0C1-CC06-6A8E-0AC2B80DD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B36F2A-73BB-ADE8-C000-011B7D50C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EAE791-8C7E-6F16-FA08-71BAAF530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07B7D3-C147-8701-F07C-E84181005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C07C08-375D-E47C-3790-0B083EB3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3C1596-33B9-C534-6EA5-514BF14E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0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956A0-DAB7-F5A9-1E4C-E123A6786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52E7BD-A4A2-B80C-0D14-134E4AEAE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EBCB9B-735E-C367-A413-BCDE9B03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6A02E3-0C12-281D-C9EE-05A783397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04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24D1B4-A2C2-2658-990E-E2B04393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E4C9DF-0071-A926-49D9-ADB257F0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E1CD32-02A0-3DC8-F79D-2F144C6D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28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771B2-4FBC-5E77-EDC3-8BE53543B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729067-350F-B870-5342-81D6EED1E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F1E8D-F894-89FF-3AAE-892D6ECF4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1D1881-57E7-0517-6D1F-270BE285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4CD466-78B4-DD30-3A84-4232BC30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964292-E6B1-6DE2-21D9-A3E6DAED4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378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10DF2-14FA-4EBA-5BD6-216360447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DEA25A-5688-EC88-7CB7-F5CA4DF5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FC6D32-C591-86FA-777E-93C0D0507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02A457-9084-F859-EA20-F3917F36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948F62-3F4A-45D2-A831-F39917083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B8B269-F1BD-7D98-5A43-DC6611A43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28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8A6C1-0997-DCAE-4FB3-F9859787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F45D13-8889-65BD-BCAE-9B6FC604E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B7A4F-04CF-A077-1464-2A85E1C4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32D20-5572-0DCF-75D9-4DE46FF6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F285E-B2C7-01A2-731D-4B76CE51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06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956179-E6D0-4C78-8619-CDDDF78EA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8D176B-4B6B-7C67-0F3A-E46D096D0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FF4D63-D133-F66F-0853-BF69459CC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BE1446-A5ED-241D-1637-AFBFB7E5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8BAF05-EA06-CF3C-F3A9-55CD500F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35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600D6A-D0D1-54EB-07FB-1AFA68A7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04563E-5BF8-6243-6731-35CDCD88B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40C080-D9D3-3AC4-2887-EA88FF3C2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D42D5-8C13-4B88-9AC0-C27A06832DB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8654C-F089-00AF-CC16-D392B6297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CAF7D3-056B-4CF3-865B-40101C759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3863C-B449-40EC-9F6C-F70750597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96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EDBDD5B-F5AC-31C6-331A-186D7F0AA51D}"/>
              </a:ext>
            </a:extLst>
          </p:cNvPr>
          <p:cNvSpPr txBox="1"/>
          <p:nvPr/>
        </p:nvSpPr>
        <p:spPr>
          <a:xfrm>
            <a:off x="381000" y="1905000"/>
            <a:ext cx="33214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>
                <a:solidFill>
                  <a:srgbClr val="141414"/>
                </a:solidFill>
                <a:effectLst>
                  <a:glow rad="127000">
                    <a:srgbClr val="E63C3C"/>
                  </a:glow>
                </a:effectLst>
                <a:latin typeface="Arial" panose="020B0604020202020204" pitchFamily="34" charset="0"/>
              </a:rPr>
              <a:t>H</a:t>
            </a:r>
            <a:endParaRPr lang="zh-CN" altLang="en-US" sz="1600">
              <a:solidFill>
                <a:srgbClr val="141414"/>
              </a:solidFill>
              <a:effectLst>
                <a:glow rad="127000">
                  <a:srgbClr val="E63C3C"/>
                </a:glow>
              </a:effectLst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4CA5BD-2690-CDFC-4D68-E1EC52CEB4A8}"/>
              </a:ext>
            </a:extLst>
          </p:cNvPr>
          <p:cNvSpPr txBox="1"/>
          <p:nvPr/>
        </p:nvSpPr>
        <p:spPr>
          <a:xfrm>
            <a:off x="1651000" y="1905000"/>
            <a:ext cx="481222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3200">
                <a:solidFill>
                  <a:srgbClr val="141414"/>
                </a:solidFill>
                <a:effectLst>
                  <a:glow rad="127000">
                    <a:srgbClr val="E63C3C"/>
                  </a:glow>
                </a:effectLst>
                <a:latin typeface="Arial" panose="020B0604020202020204" pitchFamily="34" charset="0"/>
              </a:rPr>
              <a:t>H</a:t>
            </a:r>
            <a:endParaRPr lang="zh-CN" altLang="en-US" sz="3200">
              <a:solidFill>
                <a:srgbClr val="141414"/>
              </a:solidFill>
              <a:effectLst>
                <a:glow rad="127000">
                  <a:srgbClr val="E63C3C"/>
                </a:glow>
              </a:effectLst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67EB9E-7232-155E-BEBC-E1DF7C1D853A}"/>
              </a:ext>
            </a:extLst>
          </p:cNvPr>
          <p:cNvSpPr txBox="1"/>
          <p:nvPr/>
        </p:nvSpPr>
        <p:spPr>
          <a:xfrm>
            <a:off x="3302000" y="1905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glow rad="127000">
                    <a:srgbClr val="E63C3C"/>
                  </a:glow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glow rad="127000">
                  <a:srgbClr val="E63C3C"/>
                </a:glow>
              </a:effectLst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016F47-E3DF-D13B-A591-7CCFF4B3A948}"/>
              </a:ext>
            </a:extLst>
          </p:cNvPr>
          <p:cNvSpPr txBox="1"/>
          <p:nvPr/>
        </p:nvSpPr>
        <p:spPr>
          <a:xfrm>
            <a:off x="5969000" y="1905000"/>
            <a:ext cx="1370888" cy="206210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2800">
                <a:solidFill>
                  <a:srgbClr val="141414"/>
                </a:solidFill>
                <a:effectLst>
                  <a:glow rad="127000">
                    <a:srgbClr val="E63C3C"/>
                  </a:glow>
                </a:effectLst>
                <a:latin typeface="Arial" panose="020B0604020202020204" pitchFamily="34" charset="0"/>
              </a:rPr>
              <a:t>H</a:t>
            </a:r>
            <a:endParaRPr lang="zh-CN" altLang="en-US" sz="12800">
              <a:solidFill>
                <a:srgbClr val="141414"/>
              </a:solidFill>
              <a:effectLst>
                <a:glow rad="127000">
                  <a:srgbClr val="E63C3C"/>
                </a:glo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698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2134E7-1484-541B-B3BB-9E11084D5642}"/>
              </a:ext>
            </a:extLst>
          </p:cNvPr>
          <p:cNvSpPr txBox="1"/>
          <p:nvPr/>
        </p:nvSpPr>
        <p:spPr>
          <a:xfrm>
            <a:off x="762000" y="762000"/>
            <a:ext cx="481222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3200">
                <a:solidFill>
                  <a:srgbClr val="141414"/>
                </a:solidFill>
                <a:effectLst>
                  <a:reflection endA="50" dist="1270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3200">
              <a:solidFill>
                <a:srgbClr val="141414"/>
              </a:solidFill>
              <a:effectLst>
                <a:reflection endA="50" dist="12700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C46A50-4CEF-8F6F-FBC6-EDAE676E51EF}"/>
              </a:ext>
            </a:extLst>
          </p:cNvPr>
          <p:cNvSpPr txBox="1"/>
          <p:nvPr/>
        </p:nvSpPr>
        <p:spPr>
          <a:xfrm>
            <a:off x="5080000" y="762000"/>
            <a:ext cx="1074333" cy="156966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9600">
                <a:solidFill>
                  <a:srgbClr val="141414"/>
                </a:solidFill>
                <a:effectLst>
                  <a:reflection endA="50" dist="1270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9600">
              <a:solidFill>
                <a:srgbClr val="141414"/>
              </a:solidFill>
              <a:effectLst>
                <a:reflection endA="50" dist="127000" dir="5400000" sy="-100000" algn="bl" rotWithShape="0"/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962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2026-10-16T19:39:31Z</dcterms:created>
  <dcterms:modified xsi:type="dcterms:W3CDTF">2026-10-16T19:39:31Z</dcterms:modified>
</cp:coreProperties>
</file>