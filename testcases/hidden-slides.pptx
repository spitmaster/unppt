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311B04-0155-5B5E-7D6F-A055C1A5C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A044A0-BB65-2B18-FFE4-171D11D7A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BCED1B-52F3-2BD5-8093-0CB6BC5A0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BA29-25DE-4F54-9871-BDEF0E54D28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235493-7226-EA4B-2019-FC9E5B1A1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7963C9-2586-80CE-96AB-CC9BC0042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94578-394F-4BAB-B8A1-D04867CBC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838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B3C10-180D-E30A-7F11-1E5D99B16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991B24-E78A-41D7-637C-B61C9ACEE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2022DD-54B9-4388-1429-8E01B68FD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BA29-25DE-4F54-9871-BDEF0E54D28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12BBB4-90EE-A92E-3C5C-15827137E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586089-88D6-9889-B6F1-334C4DA5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94578-394F-4BAB-B8A1-D04867CBC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492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DFCC2D-EF1B-E14B-0380-18711B871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82F7CB-1BE5-FE27-B701-522B2CE76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8AA413-498C-5159-C5D5-37E1E0D5D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BA29-25DE-4F54-9871-BDEF0E54D28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FBF46F-B3F1-39EE-F943-8A6B0DAFA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A33E09-CD58-27FC-3A52-960D9FE37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94578-394F-4BAB-B8A1-D04867CBC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835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E96C1A-7E84-28BC-9A1C-1F320401D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64288E-B138-9BB7-B7C7-28CA69CD83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EB5808-E62D-9D71-9E86-7AF14AAF4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47C80C-E64D-F04A-B42B-7238BCBC3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BA29-25DE-4F54-9871-BDEF0E54D28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BBC59C-C755-9935-52D0-60FBF8912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CFBD70-5715-5743-25B3-5AAA4CD12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94578-394F-4BAB-B8A1-D04867CBC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594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4FAFFD-CBBF-34D4-9083-834EEF5B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3F506E-A9B1-7109-BBD1-CCBE8FF7B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64E2D1-28A9-A76E-480E-FFC56FE35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A71A7E-978C-601D-AEF1-7FE7750CCA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096E349-5E5F-938A-F09B-4799651FFB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95C51E7-8071-DC41-499E-AA8F75EE9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BA29-25DE-4F54-9871-BDEF0E54D28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055B48F-059D-A746-069F-B99CA2957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9175678-6FC8-C6B1-658D-B2217F3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94578-394F-4BAB-B8A1-D04867CBC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28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9FECF2-D67E-B096-004D-19C161862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1C193DC-6F9F-450F-0DC7-F6E777E87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BA29-25DE-4F54-9871-BDEF0E54D28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D4C0EE9-9093-27FF-3FC1-F5D87FE7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0F109A-7509-AB21-E2D9-248DB3D2F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94578-394F-4BAB-B8A1-D04867CBC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32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0DC09E-C780-5ECE-38C1-5BE0FF741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BA29-25DE-4F54-9871-BDEF0E54D28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523D1FB-49FD-A6EF-7C9A-F8681C4ED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68946D-8F59-E578-3090-48A7BD9EE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94578-394F-4BAB-B8A1-D04867CBC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799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4216D-54C8-8F62-6D8A-FABB5020A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49D2CE-7581-DA31-C250-9A41933C5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309394-ECD9-5AC9-E9E0-260A6F8B85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147B34-1361-833C-DD54-074273FF1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BA29-25DE-4F54-9871-BDEF0E54D28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1847B2-47EB-3E0D-8256-7AD79DA77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8D9ADD-C7D5-6797-5E52-39034BAB8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94578-394F-4BAB-B8A1-D04867CBC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434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5CCE76-56C9-620C-DE0D-A10F75AE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03C5010-5885-25E6-2F2B-3A76CBCF94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3482C0-D2F4-C154-3800-EE8F4F90F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4F8879-5F36-08BD-A97D-58098C052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BA29-25DE-4F54-9871-BDEF0E54D28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945D4C-EC5B-A1C9-FF5E-9EBFF20A7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589172-7A5F-131F-ACD9-A283F59BC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94578-394F-4BAB-B8A1-D04867CBC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090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3EF538-F775-6F86-BD7E-D7BBC2A45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16D8A8D-8375-B1E9-1240-B03332EA4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4A849C-123A-0970-C7C1-ACD6B04CE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BA29-25DE-4F54-9871-BDEF0E54D28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56597C-7424-49C8-523A-EE220ED8D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8393AA-4A82-4B57-DE17-A4109EBE1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94578-394F-4BAB-B8A1-D04867CBC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853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4D5116-6C2A-0D09-3171-8E83391221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2B9F79-D99F-115E-EEA5-7A2918600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EB44A8-2A31-B85D-353E-4695B20BB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7BA29-25DE-4F54-9871-BDEF0E54D28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30813E-5C31-6C91-DF61-705153B76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9EAE16-9183-174E-C551-74608447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94578-394F-4BAB-B8A1-D04867CBC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337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C4CF15-9C2F-ACD5-F297-32A6949CE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4008EA-3A33-6106-B026-F808A6942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CBB555-CE0D-FFFA-DE2E-83DFEB0D9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C7BA29-25DE-4F54-9871-BDEF0E54D28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EA23E1-3C68-8A08-A044-26D00ECBA6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CA0B32-0364-25CE-177F-55B2C54FA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694578-394F-4BAB-B8A1-D04867CBC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379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E8DB68D-CD31-9067-BCE7-785CCB70A0CD}"/>
              </a:ext>
            </a:extLst>
          </p:cNvPr>
          <p:cNvSpPr txBox="1"/>
          <p:nvPr/>
        </p:nvSpPr>
        <p:spPr>
          <a:xfrm>
            <a:off x="1270000" y="1270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/>
              <a:t>第 </a:t>
            </a:r>
            <a:r>
              <a:rPr lang="en-US" altLang="zh-CN" sz="5400"/>
              <a:t>1 </a:t>
            </a:r>
            <a:r>
              <a:rPr lang="zh-CN" altLang="en-US" sz="5400"/>
              <a:t>页</a:t>
            </a:r>
          </a:p>
        </p:txBody>
      </p:sp>
      <p:sp>
        <p:nvSpPr>
          <p:cNvPr id="3" name="矩形 2">
            <a:hlinkClick r:id="rId2" action="ppaction://hlinksldjump"/>
            <a:extLst>
              <a:ext uri="{FF2B5EF4-FFF2-40B4-BE49-F238E27FC236}">
                <a16:creationId xmlns:a16="http://schemas.microsoft.com/office/drawing/2014/main" id="{A9141E05-9945-FFF9-F2AF-3A7105BDDC2F}"/>
              </a:ext>
            </a:extLst>
          </p:cNvPr>
          <p:cNvSpPr/>
          <p:nvPr/>
        </p:nvSpPr>
        <p:spPr>
          <a:xfrm>
            <a:off x="1270000" y="3810000"/>
            <a:ext cx="3048000" cy="101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查看答案</a:t>
            </a:r>
          </a:p>
        </p:txBody>
      </p:sp>
    </p:spTree>
    <p:extLst>
      <p:ext uri="{BB962C8B-B14F-4D97-AF65-F5344CB8AC3E}">
        <p14:creationId xmlns:p14="http://schemas.microsoft.com/office/powerpoint/2010/main" val="3345338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FFB2D2C-C1A9-E423-823C-5D304E473B5F}"/>
              </a:ext>
            </a:extLst>
          </p:cNvPr>
          <p:cNvSpPr txBox="1"/>
          <p:nvPr/>
        </p:nvSpPr>
        <p:spPr>
          <a:xfrm>
            <a:off x="1270000" y="1270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/>
              <a:t>第 </a:t>
            </a:r>
            <a:r>
              <a:rPr lang="en-US" altLang="zh-CN" sz="5400"/>
              <a:t>2 </a:t>
            </a:r>
            <a:r>
              <a:rPr lang="zh-CN" altLang="en-US" sz="5400"/>
              <a:t>页（隐藏）</a:t>
            </a:r>
          </a:p>
        </p:txBody>
      </p:sp>
    </p:spTree>
    <p:extLst>
      <p:ext uri="{BB962C8B-B14F-4D97-AF65-F5344CB8AC3E}">
        <p14:creationId xmlns:p14="http://schemas.microsoft.com/office/powerpoint/2010/main" val="2173052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20DB60-7C05-75FD-C3CB-EA271232F230}"/>
              </a:ext>
            </a:extLst>
          </p:cNvPr>
          <p:cNvSpPr txBox="1"/>
          <p:nvPr/>
        </p:nvSpPr>
        <p:spPr>
          <a:xfrm>
            <a:off x="1270000" y="1270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/>
              <a:t>第 </a:t>
            </a:r>
            <a:r>
              <a:rPr lang="en-US" altLang="zh-CN" sz="5400"/>
              <a:t>3 </a:t>
            </a:r>
            <a:r>
              <a:rPr lang="zh-CN" altLang="en-US" sz="5400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960971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DA8FE84-82B6-BBA2-0748-6ACB4DA08390}"/>
              </a:ext>
            </a:extLst>
          </p:cNvPr>
          <p:cNvSpPr txBox="1"/>
          <p:nvPr/>
        </p:nvSpPr>
        <p:spPr>
          <a:xfrm>
            <a:off x="1270000" y="1270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5400"/>
              <a:t>第 </a:t>
            </a:r>
            <a:r>
              <a:rPr lang="en-US" altLang="zh-CN" sz="5400"/>
              <a:t>4 </a:t>
            </a:r>
            <a:r>
              <a:rPr lang="zh-CN" altLang="en-US" sz="5400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962733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自定义</PresentationFormat>
  <Paragraphs>5</Paragraphs>
  <Slides>4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2026-10-13T04:51:50Z</dcterms:created>
  <dcterms:modified xsi:type="dcterms:W3CDTF">2026-10-13T04:51:51Z</dcterms:modified>
</cp:coreProperties>
</file>