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74A74-A55E-E12A-F11C-C85ECD3B0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173B6-EAF0-A147-A2AF-14B3AB06B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5974A-91F2-5E28-4F90-A2F97E81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9668C-C87A-4643-5287-825D82EF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A731E-3748-21EE-2320-2364102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8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04769-C309-C8E0-D010-295E3F15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17A55-5807-EEC2-B6D8-5223919F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59B43-E76F-8F15-D5AA-5570592F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7DFF7-C1C3-8F6A-25A9-250B1592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B5A10-C9D3-2D2E-BF27-9DA35BAF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2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A6150-BA14-34EE-6E0A-F6FB0C685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89584-DBDC-4EF9-8DB9-133D85F62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2A81A2-C929-AF78-B17D-372999C3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EFC4F-A2D1-42C3-FCC1-FF6B98C2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B0301-9DFC-F88A-A032-E66C6ECB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64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0717-4CDC-EC99-3484-1655D968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1834A3-0A9D-6066-D901-68F1D4FD5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332F4F-5E3B-2805-F395-E8C0B5B7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BD7DC-E7E4-A6A5-F0AF-48FBA999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F6E614-BAA1-77AD-EE84-175F1B6D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C2F08D-80D5-3CAB-A9F6-C15D5E88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43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A874B-DCED-F3A7-7EE3-600F52B8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1D3682-5133-43E9-D509-EBD2326A1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7A4479-CEE5-B489-99D5-B8CE4B1B7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60F9F4-7270-DFAF-B99E-A70E1E093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C605AD-7EB8-6C6E-4042-50390F41E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75806D-8D21-641D-27DC-40FC56E8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58B138-F460-0010-4F69-C2BF4406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B0A6F9-6AAF-64C8-9EAD-B188C518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2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E1958-175A-F6C6-C509-5DAC647B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21A17A-FE05-FBB5-B9E2-568105CB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CBE96A-081B-9EA3-4182-BB1CEB5A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8367C2-6EAB-B8D7-5623-5D982297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9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54F49D-5E1B-64AB-8C08-FF3ECF70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ADDAE4-47FE-F2AC-5195-0722DFB5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318AA-388E-1427-CA4F-99CE7C20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8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42D67-66E2-69E3-6C2E-5300D61A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07724-9ADB-EA6E-418E-DC1CDC12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C2CE17-8C89-013C-C7A0-216A09842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68F969-FADD-9CC5-93A1-90E42C19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07BABD-238F-4CBB-4611-6359274B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885463-5BFD-A333-E420-E870A4B0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3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D2414-0DCF-57FB-60C6-91B092EE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F9B48D-D78D-F4BB-9661-F9D912A5A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824F31-F28C-5846-5D43-0934A00C6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83905-D2AE-0C24-80C1-10E5DAED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38CBDE-5681-4A28-18FF-5D50091E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A33FFF-84FD-9455-FC57-BECF5344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930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D5F73-AE6D-DB4E-7669-ABF22182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8E02A0-784A-DC52-24A8-328C3F376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ED0FB-7A20-2C2F-1741-E1FA7C8C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0878A-50F5-B456-4A88-6E9D44A7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050AF-7AD3-51B8-E6DB-852E61E9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4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CE7AC0-221C-E1A6-35DF-B66045838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69C08-04FB-1DD2-58AF-7016D2A48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C65A0-2C35-795B-6911-1177F90B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4D9A8-5FD3-759D-B00F-248B63D3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3862E-3BB9-088E-D003-742BFC12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32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64E3F8-C889-1EFF-D6BC-1189087C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279B68-BC5C-D02A-D3E1-84F7E455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9874A5-DF51-ED73-568F-236B1227F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52FBE-A959-478F-B245-430DD2BA36B9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14652-CB8E-2A0A-8557-8B583D3B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ECFA0E-D0B2-3407-EA3C-E03C27CF6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59B97-4CD5-4157-BA81-88090DA6B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5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9170E2-3C2E-BBC4-437D-3950BB715211}"/>
              </a:ext>
            </a:extLst>
          </p:cNvPr>
          <p:cNvSpPr txBox="1"/>
          <p:nvPr/>
        </p:nvSpPr>
        <p:spPr>
          <a:xfrm>
            <a:off x="1270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0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0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FE21A1-500F-4C22-51BB-7EDCB07EA5D3}"/>
              </a:ext>
            </a:extLst>
          </p:cNvPr>
          <p:cNvSpPr txBox="1"/>
          <p:nvPr/>
        </p:nvSpPr>
        <p:spPr>
          <a:xfrm>
            <a:off x="61595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0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0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95D6CE-F609-7BFC-7272-2EA632B3BF13}"/>
              </a:ext>
            </a:extLst>
          </p:cNvPr>
          <p:cNvSpPr txBox="1"/>
          <p:nvPr/>
        </p:nvSpPr>
        <p:spPr>
          <a:xfrm>
            <a:off x="1270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2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2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895842-7760-A134-9F52-464878B876CA}"/>
              </a:ext>
            </a:extLst>
          </p:cNvPr>
          <p:cNvSpPr txBox="1"/>
          <p:nvPr/>
        </p:nvSpPr>
        <p:spPr>
          <a:xfrm>
            <a:off x="61595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2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2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B30C23-D835-CA8A-CC12-3CEC45464917}"/>
              </a:ext>
            </a:extLst>
          </p:cNvPr>
          <p:cNvSpPr txBox="1"/>
          <p:nvPr/>
        </p:nvSpPr>
        <p:spPr>
          <a:xfrm>
            <a:off x="1270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4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4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839B1E-E4FE-E8E5-ED1C-259B2A9FA8FE}"/>
              </a:ext>
            </a:extLst>
          </p:cNvPr>
          <p:cNvSpPr txBox="1"/>
          <p:nvPr/>
        </p:nvSpPr>
        <p:spPr>
          <a:xfrm>
            <a:off x="61595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4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4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F33E7B-3748-8C50-C2B3-9E25142E145F}"/>
              </a:ext>
            </a:extLst>
          </p:cNvPr>
          <p:cNvSpPr txBox="1"/>
          <p:nvPr/>
        </p:nvSpPr>
        <p:spPr>
          <a:xfrm>
            <a:off x="1270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6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6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EE197E-CB0D-4B01-118A-7EAF08A023B7}"/>
              </a:ext>
            </a:extLst>
          </p:cNvPr>
          <p:cNvSpPr txBox="1"/>
          <p:nvPr/>
        </p:nvSpPr>
        <p:spPr>
          <a:xfrm>
            <a:off x="61595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6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6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0B449B-B96F-8EBF-4025-757DDE24CEF6}"/>
              </a:ext>
            </a:extLst>
          </p:cNvPr>
          <p:cNvSpPr txBox="1"/>
          <p:nvPr/>
        </p:nvSpPr>
        <p:spPr>
          <a:xfrm>
            <a:off x="1270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9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9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0EB225-DE43-DA50-ED99-E05205F5517D}"/>
              </a:ext>
            </a:extLst>
          </p:cNvPr>
          <p:cNvSpPr txBox="1"/>
          <p:nvPr/>
        </p:nvSpPr>
        <p:spPr>
          <a:xfrm>
            <a:off x="61595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19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19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89C5B4-8840-9BFE-F62F-C08B91587B9B}"/>
              </a:ext>
            </a:extLst>
          </p:cNvPr>
          <p:cNvSpPr txBox="1"/>
          <p:nvPr/>
        </p:nvSpPr>
        <p:spPr>
          <a:xfrm>
            <a:off x="1270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24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24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28FC3D-A596-00B8-BFB4-70BB17B3C18D}"/>
              </a:ext>
            </a:extLst>
          </p:cNvPr>
          <p:cNvSpPr txBox="1"/>
          <p:nvPr/>
        </p:nvSpPr>
        <p:spPr>
          <a:xfrm>
            <a:off x="61595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24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24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F0BAFC-A01F-41E2-D0BE-59B1BA562FED}"/>
              </a:ext>
            </a:extLst>
          </p:cNvPr>
          <p:cNvSpPr txBox="1"/>
          <p:nvPr/>
        </p:nvSpPr>
        <p:spPr>
          <a:xfrm>
            <a:off x="1270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32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32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D5FA2B-0F85-4083-A3D0-BEF924853F3A}"/>
              </a:ext>
            </a:extLst>
          </p:cNvPr>
          <p:cNvSpPr txBox="1"/>
          <p:nvPr/>
        </p:nvSpPr>
        <p:spPr>
          <a:xfrm>
            <a:off x="61595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32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32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289162-F5AA-76AD-C392-F63661EE1D14}"/>
              </a:ext>
            </a:extLst>
          </p:cNvPr>
          <p:cNvSpPr txBox="1"/>
          <p:nvPr/>
        </p:nvSpPr>
        <p:spPr>
          <a:xfrm>
            <a:off x="1270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480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480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319C4E-5CBE-EE29-1996-CCE8BF15EAC2}"/>
              </a:ext>
            </a:extLst>
          </p:cNvPr>
          <p:cNvSpPr txBox="1"/>
          <p:nvPr/>
        </p:nvSpPr>
        <p:spPr>
          <a:xfrm>
            <a:off x="61595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细体加粗文字测试 </a:t>
            </a:r>
            <a:r>
              <a:rPr lang="en-US" altLang="zh-CN" sz="48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Light</a:t>
            </a:r>
            <a:endParaRPr lang="zh-CN" altLang="en-US" sz="4800" b="1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04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8DA29C-479E-17D5-BC1C-58C6275F96EA}"/>
              </a:ext>
            </a:extLst>
          </p:cNvPr>
          <p:cNvSpPr txBox="1"/>
          <p:nvPr/>
        </p:nvSpPr>
        <p:spPr>
          <a:xfrm>
            <a:off x="1270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0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0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A69E05-9002-5C9B-8961-D55EFC1783B2}"/>
              </a:ext>
            </a:extLst>
          </p:cNvPr>
          <p:cNvSpPr txBox="1"/>
          <p:nvPr/>
        </p:nvSpPr>
        <p:spPr>
          <a:xfrm>
            <a:off x="61595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0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0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DC44B9-512E-C227-E7E8-B93059A5494A}"/>
              </a:ext>
            </a:extLst>
          </p:cNvPr>
          <p:cNvSpPr txBox="1"/>
          <p:nvPr/>
        </p:nvSpPr>
        <p:spPr>
          <a:xfrm>
            <a:off x="1270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2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2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2B0E2D-C851-B167-F5C0-AC63E4808ECF}"/>
              </a:ext>
            </a:extLst>
          </p:cNvPr>
          <p:cNvSpPr txBox="1"/>
          <p:nvPr/>
        </p:nvSpPr>
        <p:spPr>
          <a:xfrm>
            <a:off x="61595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2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2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434E9-189F-35DE-1B59-AFD52F2D1632}"/>
              </a:ext>
            </a:extLst>
          </p:cNvPr>
          <p:cNvSpPr txBox="1"/>
          <p:nvPr/>
        </p:nvSpPr>
        <p:spPr>
          <a:xfrm>
            <a:off x="1270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4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4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92F201-159A-06D5-D067-785C0E000F09}"/>
              </a:ext>
            </a:extLst>
          </p:cNvPr>
          <p:cNvSpPr txBox="1"/>
          <p:nvPr/>
        </p:nvSpPr>
        <p:spPr>
          <a:xfrm>
            <a:off x="61595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4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4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0CBBE9-E9A1-2131-E32C-C52DD5737569}"/>
              </a:ext>
            </a:extLst>
          </p:cNvPr>
          <p:cNvSpPr txBox="1"/>
          <p:nvPr/>
        </p:nvSpPr>
        <p:spPr>
          <a:xfrm>
            <a:off x="1270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6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6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E286B5-E6DC-BABD-0CB6-93770EF4C68D}"/>
              </a:ext>
            </a:extLst>
          </p:cNvPr>
          <p:cNvSpPr txBox="1"/>
          <p:nvPr/>
        </p:nvSpPr>
        <p:spPr>
          <a:xfrm>
            <a:off x="61595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6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6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E505BA-E4E9-2D89-6C6D-2D55AAF3E659}"/>
              </a:ext>
            </a:extLst>
          </p:cNvPr>
          <p:cNvSpPr txBox="1"/>
          <p:nvPr/>
        </p:nvSpPr>
        <p:spPr>
          <a:xfrm>
            <a:off x="1270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9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9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57AD24-19E5-B6CF-ECAD-F857CBDD8AAE}"/>
              </a:ext>
            </a:extLst>
          </p:cNvPr>
          <p:cNvSpPr txBox="1"/>
          <p:nvPr/>
        </p:nvSpPr>
        <p:spPr>
          <a:xfrm>
            <a:off x="61595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19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19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F368A-44C8-6ED5-209C-D392CD5908D2}"/>
              </a:ext>
            </a:extLst>
          </p:cNvPr>
          <p:cNvSpPr txBox="1"/>
          <p:nvPr/>
        </p:nvSpPr>
        <p:spPr>
          <a:xfrm>
            <a:off x="1270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24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24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6D9D9E-5446-CB8B-101B-D9EAFFB2D1F5}"/>
              </a:ext>
            </a:extLst>
          </p:cNvPr>
          <p:cNvSpPr txBox="1"/>
          <p:nvPr/>
        </p:nvSpPr>
        <p:spPr>
          <a:xfrm>
            <a:off x="61595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24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24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A82925-9F28-8D76-2604-6389019415AA}"/>
              </a:ext>
            </a:extLst>
          </p:cNvPr>
          <p:cNvSpPr txBox="1"/>
          <p:nvPr/>
        </p:nvSpPr>
        <p:spPr>
          <a:xfrm>
            <a:off x="1270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32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32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F5D20B-7254-6391-62E7-7B3D9CAE1DC5}"/>
              </a:ext>
            </a:extLst>
          </p:cNvPr>
          <p:cNvSpPr txBox="1"/>
          <p:nvPr/>
        </p:nvSpPr>
        <p:spPr>
          <a:xfrm>
            <a:off x="61595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32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32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3B9541-C599-5679-F2D9-89C8EB99B383}"/>
              </a:ext>
            </a:extLst>
          </p:cNvPr>
          <p:cNvSpPr txBox="1"/>
          <p:nvPr/>
        </p:nvSpPr>
        <p:spPr>
          <a:xfrm>
            <a:off x="1270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4800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4800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B9263E-1A21-7144-28E0-0695807EE019}"/>
              </a:ext>
            </a:extLst>
          </p:cNvPr>
          <p:cNvSpPr txBox="1"/>
          <p:nvPr/>
        </p:nvSpPr>
        <p:spPr>
          <a:xfrm>
            <a:off x="61595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细体加粗文字测试 </a:t>
            </a:r>
            <a:r>
              <a:rPr lang="en-US" altLang="zh-CN" sz="4800" b="1">
                <a:solidFill>
                  <a:srgbClr val="0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Light</a:t>
            </a:r>
            <a:endParaRPr lang="zh-CN" altLang="en-US" sz="4800" b="1">
              <a:solidFill>
                <a:srgbClr val="0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7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8F6E47-AF3C-5EBD-97C4-609ED1D9963D}"/>
              </a:ext>
            </a:extLst>
          </p:cNvPr>
          <p:cNvSpPr txBox="1"/>
          <p:nvPr/>
        </p:nvSpPr>
        <p:spPr>
          <a:xfrm>
            <a:off x="1270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1C1395-FAAB-A9AD-E545-56741008D5E6}"/>
              </a:ext>
            </a:extLst>
          </p:cNvPr>
          <p:cNvSpPr txBox="1"/>
          <p:nvPr/>
        </p:nvSpPr>
        <p:spPr>
          <a:xfrm>
            <a:off x="61595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896E14-55EF-142A-478E-7367BFEE6739}"/>
              </a:ext>
            </a:extLst>
          </p:cNvPr>
          <p:cNvSpPr txBox="1"/>
          <p:nvPr/>
        </p:nvSpPr>
        <p:spPr>
          <a:xfrm>
            <a:off x="1270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2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B60A39-4C75-6524-B62E-B5FD3EA8BFD5}"/>
              </a:ext>
            </a:extLst>
          </p:cNvPr>
          <p:cNvSpPr txBox="1"/>
          <p:nvPr/>
        </p:nvSpPr>
        <p:spPr>
          <a:xfrm>
            <a:off x="61595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2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79F38-67BE-316E-B385-9CEA8A19F882}"/>
              </a:ext>
            </a:extLst>
          </p:cNvPr>
          <p:cNvSpPr txBox="1"/>
          <p:nvPr/>
        </p:nvSpPr>
        <p:spPr>
          <a:xfrm>
            <a:off x="1270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B9166E-F505-9577-B17F-6B7384C98BA0}"/>
              </a:ext>
            </a:extLst>
          </p:cNvPr>
          <p:cNvSpPr txBox="1"/>
          <p:nvPr/>
        </p:nvSpPr>
        <p:spPr>
          <a:xfrm>
            <a:off x="61595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DCEA7A-1BBE-25AD-42BD-1ADC8AFB6522}"/>
              </a:ext>
            </a:extLst>
          </p:cNvPr>
          <p:cNvSpPr txBox="1"/>
          <p:nvPr/>
        </p:nvSpPr>
        <p:spPr>
          <a:xfrm>
            <a:off x="1270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5D2FAF-1D89-8779-7C3B-6078EA1DA409}"/>
              </a:ext>
            </a:extLst>
          </p:cNvPr>
          <p:cNvSpPr txBox="1"/>
          <p:nvPr/>
        </p:nvSpPr>
        <p:spPr>
          <a:xfrm>
            <a:off x="61595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80D32A-7550-6A25-AD97-FFB6D345E812}"/>
              </a:ext>
            </a:extLst>
          </p:cNvPr>
          <p:cNvSpPr txBox="1"/>
          <p:nvPr/>
        </p:nvSpPr>
        <p:spPr>
          <a:xfrm>
            <a:off x="1270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9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D333A3-0D93-FBFF-EFB3-66097FB9FC80}"/>
              </a:ext>
            </a:extLst>
          </p:cNvPr>
          <p:cNvSpPr txBox="1"/>
          <p:nvPr/>
        </p:nvSpPr>
        <p:spPr>
          <a:xfrm>
            <a:off x="61595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19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19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DCA9C9-C7C6-5132-22C2-D0F948D77A1A}"/>
              </a:ext>
            </a:extLst>
          </p:cNvPr>
          <p:cNvSpPr txBox="1"/>
          <p:nvPr/>
        </p:nvSpPr>
        <p:spPr>
          <a:xfrm>
            <a:off x="1270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6257DF-B840-4E71-43D3-B8891CC3DCCC}"/>
              </a:ext>
            </a:extLst>
          </p:cNvPr>
          <p:cNvSpPr txBox="1"/>
          <p:nvPr/>
        </p:nvSpPr>
        <p:spPr>
          <a:xfrm>
            <a:off x="61595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E92B8B-C502-4B7E-15FA-35A844B22B47}"/>
              </a:ext>
            </a:extLst>
          </p:cNvPr>
          <p:cNvSpPr txBox="1"/>
          <p:nvPr/>
        </p:nvSpPr>
        <p:spPr>
          <a:xfrm>
            <a:off x="1270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3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32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6FC6D1-FD1A-ABD2-8E55-53AC36660FD9}"/>
              </a:ext>
            </a:extLst>
          </p:cNvPr>
          <p:cNvSpPr txBox="1"/>
          <p:nvPr/>
        </p:nvSpPr>
        <p:spPr>
          <a:xfrm>
            <a:off x="61595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3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32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FF4BC8-2D23-02A7-78CA-3370991A3063}"/>
              </a:ext>
            </a:extLst>
          </p:cNvPr>
          <p:cNvSpPr txBox="1"/>
          <p:nvPr/>
        </p:nvSpPr>
        <p:spPr>
          <a:xfrm>
            <a:off x="1270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4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48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9AA97E1-C8C9-23C4-C804-ADC8303A6B83}"/>
              </a:ext>
            </a:extLst>
          </p:cNvPr>
          <p:cNvSpPr txBox="1"/>
          <p:nvPr/>
        </p:nvSpPr>
        <p:spPr>
          <a:xfrm>
            <a:off x="61595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细体加粗文字测试 </a:t>
            </a:r>
            <a:r>
              <a:rPr lang="en-US" altLang="zh-CN" sz="4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Light</a:t>
            </a:r>
            <a:endParaRPr lang="zh-CN" altLang="en-US" sz="48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0713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F8DED8-1E93-770E-1CA4-0C1ACCD76F0E}"/>
              </a:ext>
            </a:extLst>
          </p:cNvPr>
          <p:cNvSpPr txBox="1"/>
          <p:nvPr/>
        </p:nvSpPr>
        <p:spPr>
          <a:xfrm>
            <a:off x="1270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0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A69BBF-2CED-087B-2829-FF8F37805425}"/>
              </a:ext>
            </a:extLst>
          </p:cNvPr>
          <p:cNvSpPr txBox="1"/>
          <p:nvPr/>
        </p:nvSpPr>
        <p:spPr>
          <a:xfrm>
            <a:off x="61595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0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3AE9DC-9D1B-8F5A-52C5-8FF239469E88}"/>
              </a:ext>
            </a:extLst>
          </p:cNvPr>
          <p:cNvSpPr txBox="1"/>
          <p:nvPr/>
        </p:nvSpPr>
        <p:spPr>
          <a:xfrm>
            <a:off x="1270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2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2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5A2355-8169-008B-56A5-E19339C9D25C}"/>
              </a:ext>
            </a:extLst>
          </p:cNvPr>
          <p:cNvSpPr txBox="1"/>
          <p:nvPr/>
        </p:nvSpPr>
        <p:spPr>
          <a:xfrm>
            <a:off x="61595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2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ECA536-A5A6-0675-DEBF-8EE4B91897CA}"/>
              </a:ext>
            </a:extLst>
          </p:cNvPr>
          <p:cNvSpPr txBox="1"/>
          <p:nvPr/>
        </p:nvSpPr>
        <p:spPr>
          <a:xfrm>
            <a:off x="1270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09E7A8-C1FE-1A85-494B-686803C5382D}"/>
              </a:ext>
            </a:extLst>
          </p:cNvPr>
          <p:cNvSpPr txBox="1"/>
          <p:nvPr/>
        </p:nvSpPr>
        <p:spPr>
          <a:xfrm>
            <a:off x="61595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088D46-4B58-4EAF-3B32-318D0E576433}"/>
              </a:ext>
            </a:extLst>
          </p:cNvPr>
          <p:cNvSpPr txBox="1"/>
          <p:nvPr/>
        </p:nvSpPr>
        <p:spPr>
          <a:xfrm>
            <a:off x="1270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6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6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566F78-D395-93E4-150C-BFD138884E6E}"/>
              </a:ext>
            </a:extLst>
          </p:cNvPr>
          <p:cNvSpPr txBox="1"/>
          <p:nvPr/>
        </p:nvSpPr>
        <p:spPr>
          <a:xfrm>
            <a:off x="61595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6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25D006-B149-D8FE-7104-C1E1E8828769}"/>
              </a:ext>
            </a:extLst>
          </p:cNvPr>
          <p:cNvSpPr txBox="1"/>
          <p:nvPr/>
        </p:nvSpPr>
        <p:spPr>
          <a:xfrm>
            <a:off x="1270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9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9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9E70B9-D365-7D58-1676-FB9BBA84D732}"/>
              </a:ext>
            </a:extLst>
          </p:cNvPr>
          <p:cNvSpPr txBox="1"/>
          <p:nvPr/>
        </p:nvSpPr>
        <p:spPr>
          <a:xfrm>
            <a:off x="61595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19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19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2D4AE-12DA-ADD7-FE9B-B5BEAFCA3AA9}"/>
              </a:ext>
            </a:extLst>
          </p:cNvPr>
          <p:cNvSpPr txBox="1"/>
          <p:nvPr/>
        </p:nvSpPr>
        <p:spPr>
          <a:xfrm>
            <a:off x="1270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10B805-D02A-3CFA-1C1E-111E221F6007}"/>
              </a:ext>
            </a:extLst>
          </p:cNvPr>
          <p:cNvSpPr txBox="1"/>
          <p:nvPr/>
        </p:nvSpPr>
        <p:spPr>
          <a:xfrm>
            <a:off x="61595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2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5E8224-D227-CED7-7227-90B0B49DCE42}"/>
              </a:ext>
            </a:extLst>
          </p:cNvPr>
          <p:cNvSpPr txBox="1"/>
          <p:nvPr/>
        </p:nvSpPr>
        <p:spPr>
          <a:xfrm>
            <a:off x="1270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32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32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E25B14-2CA1-EE6F-22D7-C73EBD96C7EB}"/>
              </a:ext>
            </a:extLst>
          </p:cNvPr>
          <p:cNvSpPr txBox="1"/>
          <p:nvPr/>
        </p:nvSpPr>
        <p:spPr>
          <a:xfrm>
            <a:off x="61595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32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4D7067-2444-69B2-96A8-C9468ACE00CF}"/>
              </a:ext>
            </a:extLst>
          </p:cNvPr>
          <p:cNvSpPr txBox="1"/>
          <p:nvPr/>
        </p:nvSpPr>
        <p:spPr>
          <a:xfrm>
            <a:off x="1270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4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4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6E2FD9-B081-0EC9-6306-1B9D8BE40699}"/>
              </a:ext>
            </a:extLst>
          </p:cNvPr>
          <p:cNvSpPr txBox="1"/>
          <p:nvPr/>
        </p:nvSpPr>
        <p:spPr>
          <a:xfrm>
            <a:off x="61595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细体加粗文字测试 </a:t>
            </a:r>
            <a:r>
              <a:rPr lang="en-US" altLang="zh-CN" sz="4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Light</a:t>
            </a:r>
            <a:endParaRPr lang="zh-CN" altLang="en-US" sz="4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600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35BD78-3815-EC74-2AEF-40E77ED6EE41}"/>
              </a:ext>
            </a:extLst>
          </p:cNvPr>
          <p:cNvSpPr txBox="1"/>
          <p:nvPr/>
        </p:nvSpPr>
        <p:spPr>
          <a:xfrm>
            <a:off x="1270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37F7FD-EFA6-D98C-71F4-CB7A70782ADB}"/>
              </a:ext>
            </a:extLst>
          </p:cNvPr>
          <p:cNvSpPr txBox="1"/>
          <p:nvPr/>
        </p:nvSpPr>
        <p:spPr>
          <a:xfrm>
            <a:off x="6159500" y="101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271325-8F0A-82DA-444C-BBCDCF09C300}"/>
              </a:ext>
            </a:extLst>
          </p:cNvPr>
          <p:cNvSpPr txBox="1"/>
          <p:nvPr/>
        </p:nvSpPr>
        <p:spPr>
          <a:xfrm>
            <a:off x="1270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7B4AC5-0C2C-3E8E-C735-806BEC209FB5}"/>
              </a:ext>
            </a:extLst>
          </p:cNvPr>
          <p:cNvSpPr txBox="1"/>
          <p:nvPr/>
        </p:nvSpPr>
        <p:spPr>
          <a:xfrm>
            <a:off x="6159500" y="3302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BAC28-6B7A-7B49-29A5-BDDDE2BC65CB}"/>
              </a:ext>
            </a:extLst>
          </p:cNvPr>
          <p:cNvSpPr txBox="1"/>
          <p:nvPr/>
        </p:nvSpPr>
        <p:spPr>
          <a:xfrm>
            <a:off x="1270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116BF5-7DD6-3C31-956A-109BE8A506A4}"/>
              </a:ext>
            </a:extLst>
          </p:cNvPr>
          <p:cNvSpPr txBox="1"/>
          <p:nvPr/>
        </p:nvSpPr>
        <p:spPr>
          <a:xfrm>
            <a:off x="6159500" y="594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D5BFCA-34EA-01BE-893F-50A4172555DA}"/>
              </a:ext>
            </a:extLst>
          </p:cNvPr>
          <p:cNvSpPr txBox="1"/>
          <p:nvPr/>
        </p:nvSpPr>
        <p:spPr>
          <a:xfrm>
            <a:off x="1270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F67F7D-1657-8427-C5DF-35238F9DE784}"/>
              </a:ext>
            </a:extLst>
          </p:cNvPr>
          <p:cNvSpPr txBox="1"/>
          <p:nvPr/>
        </p:nvSpPr>
        <p:spPr>
          <a:xfrm>
            <a:off x="6159500" y="8940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CB1EAD-B851-C0CE-1B15-735B2C2F492E}"/>
              </a:ext>
            </a:extLst>
          </p:cNvPr>
          <p:cNvSpPr txBox="1"/>
          <p:nvPr/>
        </p:nvSpPr>
        <p:spPr>
          <a:xfrm>
            <a:off x="1270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9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14C667-E5B5-64F2-D880-1CB0C772574A}"/>
              </a:ext>
            </a:extLst>
          </p:cNvPr>
          <p:cNvSpPr txBox="1"/>
          <p:nvPr/>
        </p:nvSpPr>
        <p:spPr>
          <a:xfrm>
            <a:off x="6159500" y="12293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19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19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59A2B-344C-8376-51E6-EC74CE913451}"/>
              </a:ext>
            </a:extLst>
          </p:cNvPr>
          <p:cNvSpPr txBox="1"/>
          <p:nvPr/>
        </p:nvSpPr>
        <p:spPr>
          <a:xfrm>
            <a:off x="1270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36124E-9A5D-BD40-B6E1-1FA14204ACEA}"/>
              </a:ext>
            </a:extLst>
          </p:cNvPr>
          <p:cNvSpPr txBox="1"/>
          <p:nvPr/>
        </p:nvSpPr>
        <p:spPr>
          <a:xfrm>
            <a:off x="6159500" y="161798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2D1460-9BEC-5DA5-A36F-BC86EBDC6CAF}"/>
              </a:ext>
            </a:extLst>
          </p:cNvPr>
          <p:cNvSpPr txBox="1"/>
          <p:nvPr/>
        </p:nvSpPr>
        <p:spPr>
          <a:xfrm>
            <a:off x="1270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3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B6358F-0603-25FE-04C3-8B218DA3E2C6}"/>
              </a:ext>
            </a:extLst>
          </p:cNvPr>
          <p:cNvSpPr txBox="1"/>
          <p:nvPr/>
        </p:nvSpPr>
        <p:spPr>
          <a:xfrm>
            <a:off x="6159500" y="20955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3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5AE8DA-B225-0B66-783B-51FA00ECC297}"/>
              </a:ext>
            </a:extLst>
          </p:cNvPr>
          <p:cNvSpPr txBox="1"/>
          <p:nvPr/>
        </p:nvSpPr>
        <p:spPr>
          <a:xfrm>
            <a:off x="1270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4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4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07C8AA-14AF-E074-3836-E2C1C5501EA4}"/>
              </a:ext>
            </a:extLst>
          </p:cNvPr>
          <p:cNvSpPr txBox="1"/>
          <p:nvPr/>
        </p:nvSpPr>
        <p:spPr>
          <a:xfrm>
            <a:off x="6159500" y="271526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细体加粗文字测试 </a:t>
            </a:r>
            <a:r>
              <a:rPr lang="en-US" altLang="zh-CN" sz="4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</a:t>
            </a:r>
            <a:endParaRPr lang="zh-CN" altLang="en-US" sz="4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531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自定义</PresentationFormat>
  <Paragraphs>80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黑体</vt:lpstr>
      <vt:lpstr>宋体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2026-10-26T12:33:19Z</dcterms:created>
  <dcterms:modified xsi:type="dcterms:W3CDTF">2026-10-26T12:33:19Z</dcterms:modified>
</cp:coreProperties>
</file>