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值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  <c:pt idx="1">
                  <c:v>1.8</c:v>
                </c:pt>
                <c:pt idx="2">
                  <c:v>2.6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2.7</c:v>
                </c:pt>
                <c:pt idx="1">
                  <c:v>3.2</c:v>
                </c:pt>
                <c:pt idx="2">
                  <c:v>0.8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6B9-446B-AEDB-471308C42E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05056863"/>
        <c:axId val="1605053503"/>
      </c:scatterChart>
      <c:valAx>
        <c:axId val="160505686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605053503"/>
        <c:crosses val="autoZero"/>
        <c:crossBetween val="midCat"/>
      </c:valAx>
      <c:valAx>
        <c:axId val="16050535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60505686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值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  <c:pt idx="1">
                  <c:v>1.8</c:v>
                </c:pt>
                <c:pt idx="2">
                  <c:v>2.6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2.7</c:v>
                </c:pt>
                <c:pt idx="1">
                  <c:v>3.2</c:v>
                </c:pt>
                <c:pt idx="2">
                  <c:v>0.8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104-4027-9CCD-BE63B53A4F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6421520"/>
        <c:axId val="46420560"/>
      </c:scatterChart>
      <c:valAx>
        <c:axId val="4642152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6420560"/>
        <c:crosses val="autoZero"/>
        <c:crossBetween val="midCat"/>
      </c:valAx>
      <c:valAx>
        <c:axId val="464205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642152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89-4571-BB31-B583B98F103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B89-4571-BB31-B583B98F10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135792"/>
        <c:axId val="48136752"/>
      </c:radarChart>
      <c:catAx>
        <c:axId val="48135792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8136752"/>
        <c:crosses val="autoZero"/>
        <c:auto val="1"/>
        <c:lblAlgn val="ctr"/>
        <c:lblOffset val="100"/>
        <c:noMultiLvlLbl val="0"/>
      </c:catAx>
      <c:valAx>
        <c:axId val="481367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81357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97-4B4A-AED1-215E3FA65A6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797-4B4A-AED1-215E3FA65A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126192"/>
        <c:axId val="48123792"/>
      </c:radarChart>
      <c:catAx>
        <c:axId val="48126192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8123792"/>
        <c:crosses val="autoZero"/>
        <c:auto val="1"/>
        <c:lblAlgn val="ctr"/>
        <c:lblOffset val="100"/>
        <c:noMultiLvlLbl val="0"/>
      </c:catAx>
      <c:valAx>
        <c:axId val="481237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81261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BA-4F5C-A15F-C39173237B7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ABA-4F5C-A15F-C39173237B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131472"/>
        <c:axId val="1594335711"/>
      </c:radarChart>
      <c:catAx>
        <c:axId val="48131472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94335711"/>
        <c:crosses val="autoZero"/>
        <c:auto val="1"/>
        <c:lblAlgn val="ctr"/>
        <c:lblOffset val="100"/>
        <c:noMultiLvlLbl val="0"/>
      </c:catAx>
      <c:valAx>
        <c:axId val="15943357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81314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43-4020-94EE-5042252C1BF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43-4020-94EE-5042252C1B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94139647"/>
        <c:axId val="1605055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543-4020-94EE-5042252C1B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5094752"/>
        <c:axId val="45088512"/>
      </c:lineChart>
      <c:catAx>
        <c:axId val="15941396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605055423"/>
        <c:crosses val="autoZero"/>
        <c:auto val="1"/>
        <c:lblAlgn val="ctr"/>
        <c:lblOffset val="100"/>
        <c:noMultiLvlLbl val="0"/>
      </c:catAx>
      <c:valAx>
        <c:axId val="1605055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94139647"/>
        <c:crosses val="autoZero"/>
        <c:crossBetween val="between"/>
      </c:valAx>
      <c:valAx>
        <c:axId val="4508851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5094752"/>
        <c:crosses val="max"/>
        <c:crossBetween val="between"/>
      </c:valAx>
      <c:catAx>
        <c:axId val="4509475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5088512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8F82AC-2808-5DD8-02FD-37188873AB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7B69F3D-1ABF-FDC3-9B76-F0F480CD81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80082A-C422-1885-929E-CEFE2907B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1525C-FEE7-4BCE-89F5-234C1879E6CB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673F19-AA19-4894-9CED-C91627E66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9EC16F-BB8E-E1C5-3FCC-01958B748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C509D-6153-4E4F-B099-989AF673BE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6928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5ED470-5CDE-47DF-85FA-DEC84180A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2CDF46-D7CC-A072-228C-30112846A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D8FAF6-5677-B672-266D-32C23521E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1525C-FEE7-4BCE-89F5-234C1879E6CB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E302E0-4243-DBE8-678E-4E5941FA2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08A3D2-B391-7900-D082-1B327C95F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C509D-6153-4E4F-B099-989AF673BE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9637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05A6FD-9988-B140-3DD4-6686819FC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4016E04-B0FF-9F42-9C12-B47C1227C4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0B87B6-825F-7642-65DA-94E0A3230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1525C-FEE7-4BCE-89F5-234C1879E6CB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567467-831B-9599-BCA6-D41906206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2B83C4-9C17-5F78-C399-3F553843D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C509D-6153-4E4F-B099-989AF673BE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1437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F98313-10BC-E0ED-6719-79A5DD5B1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A13233-16B0-15A3-0A2B-DF7E69A72D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A94BB8-1CEA-F358-403E-D32709964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9DDC6E3-DF93-83B1-1390-3943D8A0D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1525C-FEE7-4BCE-89F5-234C1879E6CB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B7CD25-96CF-7451-510F-3421953AD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3E8D36-82D9-6C93-7AC2-FF78F8416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C509D-6153-4E4F-B099-989AF673BE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8834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D379E9-671A-7469-02D2-F22AFD51A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F71A4D-23E8-28D7-C5C1-AD0FD466C9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931053C-0ACF-B352-C131-6636C43D9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BF0E251-B06D-FC74-E471-0BAF0F2AA1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006C773-D8A3-CC8A-F8B1-E5ACC5065B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F09F3F3-C4D3-6A6D-6A04-5CDAE045C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1525C-FEE7-4BCE-89F5-234C1879E6CB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9A122BB-CAEF-60FA-242A-233773A4C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20C2570-F96B-E66A-5CA9-4A960385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C509D-6153-4E4F-B099-989AF673BE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9509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715139-1336-D4AA-F37D-D6FD6145A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059F8C7-71D2-3213-E060-C3C7F7A6C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1525C-FEE7-4BCE-89F5-234C1879E6CB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4B33AFE-B681-09CC-C05A-7C097E88A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F6C61E3-87A1-62BB-A5D7-E69684591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C509D-6153-4E4F-B099-989AF673BE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9121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BF704BA-9F62-3501-2834-13C9772D3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1525C-FEE7-4BCE-89F5-234C1879E6CB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CF43C87-9788-72E6-68EB-4F44B5A25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FA91EE-9FE8-6199-4051-954802DCB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C509D-6153-4E4F-B099-989AF673BE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0194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C55702-D8FB-79C0-BFB0-54AF7AA30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F8E28E-D389-A775-1D92-D5CE882C7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BDF1550-2F25-B684-690E-69BC39D9E6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ED773A-1D6D-6EDB-ADED-82319FE91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1525C-FEE7-4BCE-89F5-234C1879E6CB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4D1A2A-F127-F565-6480-17571147F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5F35B65-4F81-7E9C-315E-3F6903D92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C509D-6153-4E4F-B099-989AF673BE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7863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EC6F65-EBB4-2DAE-8421-5CE8A42E5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C79052C-D7D0-028B-25B3-6C8FA2ACA9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AB79A39-1ED3-D429-CF67-87CFB140E8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1911897-7AE3-D244-63BC-0CE8A37E4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1525C-FEE7-4BCE-89F5-234C1879E6CB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6AE957-E067-C422-908C-4C708BB95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21FD29-7FE3-F784-CE6C-759A34EDE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C509D-6153-4E4F-B099-989AF673BE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1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D5CB45-9E20-0FF2-0AFB-F6208D428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BF3DDEA-B2FF-DC6B-322C-B52C1D32CA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7BA648-7DEF-95EB-F4E3-C77FFFC0F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1525C-FEE7-4BCE-89F5-234C1879E6CB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3A7505-7A2E-AD15-15F5-5B3D1B1B9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D7F37F-6FB4-D382-BB63-FA1898ADC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C509D-6153-4E4F-B099-989AF673BE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952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878BCCF-EDDA-9D07-6259-9049138180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B3D680A-7CF8-7AEC-A3A5-83403DBE13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80F4A1-B6BA-D59E-70DC-925085E9C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1525C-FEE7-4BCE-89F5-234C1879E6CB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1E20D5-E4D2-FD7E-D048-400180161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CE6DBC-5DE5-BE54-BDD3-BC0F590AE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C509D-6153-4E4F-B099-989AF673BE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7111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DA670C0-4BD4-7E33-9A11-E42E578EE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59F0F5E-CB4B-EC25-BD3E-3E0303547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843BB3-7D61-C026-46E1-79191C87E3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E1525C-FEE7-4BCE-89F5-234C1879E6CB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3E490F-41B0-1EFE-217B-86D59B2C1B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B01B2A-E489-D252-2D67-A6ACE52780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6C509D-6153-4E4F-B099-989AF673BE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6279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EF278E00-15B9-2C9B-1E6C-443E15F6CA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2671991"/>
              </p:ext>
            </p:extLst>
          </p:nvPr>
        </p:nvGraphicFramePr>
        <p:xfrm>
          <a:off x="254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CAD3964D-63E2-C789-004C-5B316AC384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4385165"/>
              </p:ext>
            </p:extLst>
          </p:nvPr>
        </p:nvGraphicFramePr>
        <p:xfrm>
          <a:off x="6223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27462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3D193DA4-32D3-F4BB-2590-E08B773BD4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50311638"/>
              </p:ext>
            </p:extLst>
          </p:nvPr>
        </p:nvGraphicFramePr>
        <p:xfrm>
          <a:off x="254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C22103FE-619E-837C-4D66-7D7AE6AD91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8018320"/>
              </p:ext>
            </p:extLst>
          </p:nvPr>
        </p:nvGraphicFramePr>
        <p:xfrm>
          <a:off x="6223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022359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57821400-F6DA-3339-BE6A-899AEABDCD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9538385"/>
              </p:ext>
            </p:extLst>
          </p:nvPr>
        </p:nvGraphicFramePr>
        <p:xfrm>
          <a:off x="254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903B93A5-F26D-D36B-C38B-4BFF5CFA53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15219146"/>
              </p:ext>
            </p:extLst>
          </p:nvPr>
        </p:nvGraphicFramePr>
        <p:xfrm>
          <a:off x="6223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050242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自定义</PresentationFormat>
  <Paragraphs>2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2026-10-12T14:28:06Z</dcterms:created>
  <dcterms:modified xsi:type="dcterms:W3CDTF">2026-10-12T14:28:06Z</dcterms:modified>
</cp:coreProperties>
</file>