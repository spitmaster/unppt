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41CF5-00BC-66D6-9734-F671B1407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13D02A-F58E-89C5-19C0-1F4BD12A8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242B3-C00D-33E9-0F35-08722073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940A12-5CA3-F594-A30C-2CC174AD6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84B54D-629F-C256-C630-E2C08BDC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358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3EA504-CC73-2D9F-F3FD-2B2B23126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DBCF92-A64E-D223-236D-1600C3F48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BEF326-9779-2CC5-EEFA-7D9D4E59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E1AA81-1CC6-9816-D977-C4FFD65A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0B9DFE-6079-C227-86EC-C22CDF2E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807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D8C2D6-D6FA-C8D8-3CCC-339F68DBC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86CFDC-44C7-A72B-AD00-3AFB61EE1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9AA270-B703-D1AD-8273-3C94CE62B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06E58E-B9AD-DCB1-E1A0-3F9FE541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E5417-5D28-E2D8-9D7F-C169608AB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881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520DD-DFA9-67E3-686F-6E4FB478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3A0AE-1BC2-8DEE-E6D8-F91B127912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E81A80-5D4C-288A-5D91-A11453072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5879C6-5E8A-C9C0-76BC-967FCC4A0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A55B397-0BA8-6B89-7CD9-DD86769D9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59F11D-6DCA-E86D-792F-3CD08B4AC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161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58E6D-B87A-AE6D-A1AA-92E15942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48743E-0C12-688B-A6AA-9D7322B9C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357046-BB6A-42DB-F785-F9FB3C4DBE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12D33B-941F-6F16-F74D-C7C7D6131A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C353687-9169-3DA8-F453-01EE79A53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9470C57-A785-7052-5171-198595D2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9E72E1-2016-05E7-496E-351DFE862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9E3642-91FE-6C5F-E5A7-E47034C9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463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9D9FDD-C820-2DAE-C5BB-0BD9F49D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B6F912-ADF2-1D74-30A1-D7F2CC5E2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BCE674-BA50-2969-F72F-FDD1C8C3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00299D-8729-75CD-9CD8-E69C67D04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914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2BF211-1CC5-C0A4-48BF-87B3379AC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CA7649-91E7-2323-AE2E-2FD2DB43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41DE31-F3C0-469C-9E73-5E547D3C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488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1DD105-3CDB-B542-9256-CC4906FB5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90E6ED-52B0-051E-70EE-EA7056FE3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8727DB-D1FD-4C09-C897-67D08B64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AB5A92-310F-5762-9B3A-A4A468DE7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A3D685-F4ED-CDF2-5F6E-4CE4C9FD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E8F6F9-BF8C-A4A7-4C7A-82A3E328A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521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24AB99-2DAD-3B6C-B749-0B91F1210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578FCC8-6AB3-14EE-33FD-12B9CF198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85B14A-2C01-44A7-3649-1112B88B9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F16588-6155-E81B-3D48-B2551EFFF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B80BA-301E-29D7-CF5D-0A79A61B0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9D3268-3683-4562-F178-C59D1544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54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640E34-5B14-D76D-AFB3-8D55D2B89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588A28F-28B7-3A05-DEC1-B6A2C49F93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743BC4-1C84-A180-CD07-8FEB918EC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620789-EFF9-85A2-5989-15374737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FA9226-BAFC-FABB-C8F5-FB59162E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762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ADC112-ED4C-202F-4549-0386E216F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1A27420-E52D-884B-B39A-1C38D0CDA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A34F2B-36F7-C94F-E92A-ED80288F6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685273-F30E-F3F2-20C8-BFC436BB9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EE1CCA-58EA-93EF-1333-9DAF08FD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70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09D407-74F0-2DA5-2278-729DE4640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6246B3-D28D-76AF-E9A4-597600337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0F69A1-6849-BC8D-AC42-770D6C06B5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20EFE-B3A3-494C-A499-1CA94C417917}" type="datetimeFigureOut">
              <a:rPr lang="zh-CN" altLang="en-US" smtClean="0"/>
              <a:t>2026/10/26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B41DA-8926-271A-856B-0338FF56A9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32A186-4020-A9E0-2E02-9D277CF15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23AF4-1935-4BFC-9B0B-246683DBF7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47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 ea=- hang=- latin=1 lang=en">
            <a:extLst>
              <a:ext uri="{FF2B5EF4-FFF2-40B4-BE49-F238E27FC236}">
                <a16:creationId xmlns:a16="http://schemas.microsoft.com/office/drawing/2014/main" id="{5D16BE56-FAF4-A400-1CE6-85EFF8F25F75}"/>
              </a:ext>
            </a:extLst>
          </p:cNvPr>
          <p:cNvSpPr txBox="1"/>
          <p:nvPr/>
        </p:nvSpPr>
        <p:spPr>
          <a:xfrm>
            <a:off x="254000" y="1270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latinLnBrk="1"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1:3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3" name="LB ea=- hang=- latin=- lang=en">
            <a:extLst>
              <a:ext uri="{FF2B5EF4-FFF2-40B4-BE49-F238E27FC236}">
                <a16:creationId xmlns:a16="http://schemas.microsoft.com/office/drawing/2014/main" id="{972017FE-E66C-8CF7-46F5-71B9CEEDD7CF}"/>
              </a:ext>
            </a:extLst>
          </p:cNvPr>
          <p:cNvSpPr txBox="1"/>
          <p:nvPr/>
        </p:nvSpPr>
        <p:spPr>
          <a:xfrm>
            <a:off x="6223000" y="1270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1:3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4" name="LB ea=- hang=- latin=1 lang=en">
            <a:extLst>
              <a:ext uri="{FF2B5EF4-FFF2-40B4-BE49-F238E27FC236}">
                <a16:creationId xmlns:a16="http://schemas.microsoft.com/office/drawing/2014/main" id="{0FF27E49-B3E2-18B7-C5FE-B346C4C71309}"/>
              </a:ext>
            </a:extLst>
          </p:cNvPr>
          <p:cNvSpPr txBox="1"/>
          <p:nvPr/>
        </p:nvSpPr>
        <p:spPr>
          <a:xfrm>
            <a:off x="254000" y="12446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latinLnBrk="1"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a:b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5" name="LB ea=- hang=- latin=- lang=en">
            <a:extLst>
              <a:ext uri="{FF2B5EF4-FFF2-40B4-BE49-F238E27FC236}">
                <a16:creationId xmlns:a16="http://schemas.microsoft.com/office/drawing/2014/main" id="{1FCD62AF-81D4-64ED-776B-1154F66BBC8E}"/>
              </a:ext>
            </a:extLst>
          </p:cNvPr>
          <p:cNvSpPr txBox="1"/>
          <p:nvPr/>
        </p:nvSpPr>
        <p:spPr>
          <a:xfrm>
            <a:off x="6223000" y="12446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a:b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6" name="LB ea=- hang=- latin=1 lang=en">
            <a:extLst>
              <a:ext uri="{FF2B5EF4-FFF2-40B4-BE49-F238E27FC236}">
                <a16:creationId xmlns:a16="http://schemas.microsoft.com/office/drawing/2014/main" id="{9B4886DF-B3E9-FC79-C1B8-4E5E78A6B6B3}"/>
              </a:ext>
            </a:extLst>
          </p:cNvPr>
          <p:cNvSpPr txBox="1"/>
          <p:nvPr/>
        </p:nvSpPr>
        <p:spPr>
          <a:xfrm>
            <a:off x="254000" y="23622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latinLnBrk="1"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1.5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7" name="LB ea=- hang=- latin=- lang=en">
            <a:extLst>
              <a:ext uri="{FF2B5EF4-FFF2-40B4-BE49-F238E27FC236}">
                <a16:creationId xmlns:a16="http://schemas.microsoft.com/office/drawing/2014/main" id="{7E424C9B-E0E7-ED95-688E-60F58414AAAE}"/>
              </a:ext>
            </a:extLst>
          </p:cNvPr>
          <p:cNvSpPr txBox="1"/>
          <p:nvPr/>
        </p:nvSpPr>
        <p:spPr>
          <a:xfrm>
            <a:off x="6223000" y="23622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1.5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8" name="LB ea=- hang=- latin=1 lang=en">
            <a:extLst>
              <a:ext uri="{FF2B5EF4-FFF2-40B4-BE49-F238E27FC236}">
                <a16:creationId xmlns:a16="http://schemas.microsoft.com/office/drawing/2014/main" id="{8FD16145-FE1E-0FE7-CF0F-277F8B924747}"/>
              </a:ext>
            </a:extLst>
          </p:cNvPr>
          <p:cNvSpPr txBox="1"/>
          <p:nvPr/>
        </p:nvSpPr>
        <p:spPr>
          <a:xfrm>
            <a:off x="254000" y="34798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latinLnBrk="1"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1,2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9" name="LB ea=- hang=- latin=- lang=en">
            <a:extLst>
              <a:ext uri="{FF2B5EF4-FFF2-40B4-BE49-F238E27FC236}">
                <a16:creationId xmlns:a16="http://schemas.microsoft.com/office/drawing/2014/main" id="{BFE38B84-DCB4-F760-D3E5-86A7BE7CAD19}"/>
              </a:ext>
            </a:extLst>
          </p:cNvPr>
          <p:cNvSpPr txBox="1"/>
          <p:nvPr/>
        </p:nvSpPr>
        <p:spPr>
          <a:xfrm>
            <a:off x="6223000" y="34798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1,2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10" name="LB ea=- hang=- latin=1 lang=en">
            <a:extLst>
              <a:ext uri="{FF2B5EF4-FFF2-40B4-BE49-F238E27FC236}">
                <a16:creationId xmlns:a16="http://schemas.microsoft.com/office/drawing/2014/main" id="{55F9BD51-BBCA-0B70-96EB-04413E833C5A}"/>
              </a:ext>
            </a:extLst>
          </p:cNvPr>
          <p:cNvSpPr txBox="1"/>
          <p:nvPr/>
        </p:nvSpPr>
        <p:spPr>
          <a:xfrm>
            <a:off x="254000" y="45974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latinLnBrk="1"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x://y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11" name="LB ea=- hang=- latin=- lang=en">
            <a:extLst>
              <a:ext uri="{FF2B5EF4-FFF2-40B4-BE49-F238E27FC236}">
                <a16:creationId xmlns:a16="http://schemas.microsoft.com/office/drawing/2014/main" id="{F4792C91-6D0D-AB91-B556-C99EDA2FB266}"/>
              </a:ext>
            </a:extLst>
          </p:cNvPr>
          <p:cNvSpPr txBox="1"/>
          <p:nvPr/>
        </p:nvSpPr>
        <p:spPr>
          <a:xfrm>
            <a:off x="6223000" y="45974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x://y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12" name="LB ea=- hang=- latin=1 lang=en">
            <a:extLst>
              <a:ext uri="{FF2B5EF4-FFF2-40B4-BE49-F238E27FC236}">
                <a16:creationId xmlns:a16="http://schemas.microsoft.com/office/drawing/2014/main" id="{F3D3A1BD-C4A5-B15C-501E-331590220002}"/>
              </a:ext>
            </a:extLst>
          </p:cNvPr>
          <p:cNvSpPr txBox="1"/>
          <p:nvPr/>
        </p:nvSpPr>
        <p:spPr>
          <a:xfrm>
            <a:off x="254000" y="57150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 latinLnBrk="1"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A.B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  <p:sp>
        <p:nvSpPr>
          <p:cNvPr id="13" name="LB ea=- hang=- latin=- lang=en">
            <a:extLst>
              <a:ext uri="{FF2B5EF4-FFF2-40B4-BE49-F238E27FC236}">
                <a16:creationId xmlns:a16="http://schemas.microsoft.com/office/drawing/2014/main" id="{90161541-19ED-2041-4E81-4514CE711FDC}"/>
              </a:ext>
            </a:extLst>
          </p:cNvPr>
          <p:cNvSpPr txBox="1"/>
          <p:nvPr/>
        </p:nvSpPr>
        <p:spPr>
          <a:xfrm>
            <a:off x="6223000" y="5715000"/>
            <a:ext cx="2565400" cy="1016000"/>
          </a:xfrm>
          <a:prstGeom prst="rect">
            <a:avLst/>
          </a:prstGeom>
          <a:noFill/>
          <a:ln>
            <a:solidFill>
              <a:srgbClr val="C8C8C8"/>
            </a:solidFill>
          </a:ln>
        </p:spPr>
        <p:txBody>
          <a:bodyPr vert="horz" wrap="square" rtlCol="0">
            <a:noAutofit/>
          </a:bodyPr>
          <a:lstStyle/>
          <a:p>
            <a:pPr/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示例文字</a:t>
            </a:r>
            <a:r>
              <a:rPr lang="zh-CN" sz="24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比例为</a:t>
            </a:r>
            <a:r>
              <a:rPr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A.B</a:t>
            </a:r>
            <a:r>
              <a:rPr 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的后续文字</a:t>
            </a:r>
          </a:p>
        </p:txBody>
      </p:sp>
    </p:spTree>
    <p:extLst>
      <p:ext uri="{BB962C8B-B14F-4D97-AF65-F5344CB8AC3E}">
        <p14:creationId xmlns:p14="http://schemas.microsoft.com/office/powerpoint/2010/main" val="1502253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Application>Microsoft Office PowerPoint</Application>
  <PresentationFormat>自定义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2026-10-26T02:51:58Z</dcterms:created>
  <dcterms:modified xsi:type="dcterms:W3CDTF">2026-10-26T02:51:58Z</dcterms:modified>
</cp:coreProperties>
</file>