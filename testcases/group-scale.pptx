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23DA5-4803-1673-CBB6-BD3E0A63A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661E48-6F63-FD39-D936-43FBEFC63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C25565-6ED2-E179-8ECC-79E398F80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CAC4-24DB-4B0B-94CD-BB7E642E9CE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374BFB-A210-27DC-3992-EFFA231C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88AFB6-790E-23BC-1E20-A0597820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F500-8D60-4027-B6A4-7050F6D0E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499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300F4-11D3-D74D-68FA-5FD40A830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7FB7FF-BF9E-989E-2C09-7CB09EE19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72512C-5D95-4BB9-466F-58BA8ADA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CAC4-24DB-4B0B-94CD-BB7E642E9CE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5FC572-4B8A-1034-9353-5545238F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74FCFA-C575-307F-9150-CD44DF544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F500-8D60-4027-B6A4-7050F6D0E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047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B1EC0-9B9F-BBDC-7D9B-6EF0BDE65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583AEC-9D84-1772-15D6-CAEB55A2C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B611CC-5A98-DA23-DF63-2AE4F3C7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CAC4-24DB-4B0B-94CD-BB7E642E9CE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17320A-733C-E1BC-8063-281039847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94C1D1-EBDF-3DDD-2D86-10EAC06A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F500-8D60-4027-B6A4-7050F6D0E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41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6BBF49-7598-5835-D3E0-A32A98CB0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89AFA3-5FB0-CBEE-02CE-DA9D892B1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013407-75AF-56B8-99D8-9E6C49ECF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50E40C-F30A-A299-83C4-55C8DF2FD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CAC4-24DB-4B0B-94CD-BB7E642E9CE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F79A5F-39B0-09DF-C566-4665AD08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0DAA01-2117-A339-5EBC-A6D368A3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F500-8D60-4027-B6A4-7050F6D0E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228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2217FE-221B-EECD-38CA-10C661286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70BC75-F7CB-AD44-018D-3F45BA966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8CFDDE-BFC7-0038-6870-7FED360EC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E04844-DC8B-52CC-2C94-D04B81719C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2EAD13-2D86-611D-002A-9A8BE25E0C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FB5BA0-FAAC-7AF0-69F2-F1CE87996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CAC4-24DB-4B0B-94CD-BB7E642E9CE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2F9DD85-0876-CCC1-135F-F1E7A46B5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85CFCB-08B0-1B64-FB7F-3C8A1FCA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F500-8D60-4027-B6A4-7050F6D0E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1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5F0843-5892-67F8-C307-D4090FCBF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E69F06-00A6-5FAC-026C-88EF07EB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CAC4-24DB-4B0B-94CD-BB7E642E9CE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732301-4C17-2D1F-3013-2AC1416AD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C736BD-AA01-8CEC-F199-B46C5A99F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F500-8D60-4027-B6A4-7050F6D0E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121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81DE862-68C2-ED9A-65A1-A86DAE5F0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CAC4-24DB-4B0B-94CD-BB7E642E9CE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7B0753-600F-C2A4-76A2-4A115EAB7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3ABCBB-BE8B-44F1-BDD3-3F8B323BB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F500-8D60-4027-B6A4-7050F6D0E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786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3D107-EAF5-0321-FF23-E4E686AA6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DDA9FD-7572-DBB9-CEF8-C5880D6DA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CFCC1E-1203-151A-B379-8D8B1F799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D88BAA-9307-71E2-43CC-8AA45B5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CAC4-24DB-4B0B-94CD-BB7E642E9CE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5D4C2A-9031-7D7C-6A9A-484B42AA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2B0239-B9D6-9D51-36C6-B063A999E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F500-8D60-4027-B6A4-7050F6D0E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763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9A0B8D-FC99-9FB5-3402-50444E464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155D34-01C1-8A0A-5556-778CCC876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A5A953-6C73-ECEB-B2AB-ADFABF474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30CD7F-D2D4-2A4A-0E9F-6992C1D68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CAC4-24DB-4B0B-94CD-BB7E642E9CE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C2C546-80E8-ACD2-83AC-88CC6A39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606D56-82D1-F5F5-EEFD-A09EA96B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F500-8D60-4027-B6A4-7050F6D0E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36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3EF705-A4C3-D270-54C1-26C263261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78021A-4745-C27A-8BAE-999875029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749130-2181-6E19-9B55-A59DFD28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CAC4-24DB-4B0B-94CD-BB7E642E9CE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CCF6FA-B564-2CA4-2B4C-8A9B3080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D695F2-E4EE-C28F-01F5-4E9B9534F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F500-8D60-4027-B6A4-7050F6D0E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859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AEA524F-C14E-E7E7-C13D-84A68E3C5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3E144D-1A7C-1FC8-B186-E01E3B27F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681D35-9BA3-E8EC-70CF-E7FA11AD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CAC4-24DB-4B0B-94CD-BB7E642E9CE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803411-44EB-FF65-577F-4CE0C9240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A58331-7068-5583-78B7-CD763B27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F500-8D60-4027-B6A4-7050F6D0E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279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B7BA84-D69F-A3BA-9B6B-A1EE752D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74ADD9-FB6A-320F-DE82-C3EEC8554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89CF9C-F382-6479-F85C-1FC250FA5F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7FCAC4-24DB-4B0B-94CD-BB7E642E9CE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2DC177-6B95-1BB9-47A6-DC4EB6530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3BE416-0C64-BFAC-AFB3-D08E447ED8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AF500-8D60-4027-B6A4-7050F6D0E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666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0920B69-C962-3A02-2EBA-6AE60E130AC1}"/>
              </a:ext>
            </a:extLst>
          </p:cNvPr>
          <p:cNvGrpSpPr>
            <a:grpSpLocks/>
          </p:cNvGrpSpPr>
          <p:nvPr/>
        </p:nvGrpSpPr>
        <p:grpSpPr>
          <a:xfrm>
            <a:off x="254000" y="254000"/>
            <a:ext cx="2603500" cy="952500"/>
            <a:chOff x="254000" y="254000"/>
            <a:chExt cx="2603500" cy="9525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3F0722A-FA48-E0EE-A420-4E2BB786D443}"/>
                </a:ext>
              </a:extLst>
            </p:cNvPr>
            <p:cNvSpPr/>
            <p:nvPr/>
          </p:nvSpPr>
          <p:spPr>
            <a:xfrm>
              <a:off x="254000" y="254000"/>
              <a:ext cx="1524000" cy="952500"/>
            </a:xfrm>
            <a:prstGeom prst="rect">
              <a:avLst/>
            </a:prstGeom>
            <a:solidFill>
              <a:srgbClr val="BECDE6"/>
            </a:solidFill>
            <a:ln w="50800">
              <a:solidFill>
                <a:srgbClr val="283C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组合里的文字</a:t>
              </a:r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3566C3B4-0054-E411-B580-2FA1B392B700}"/>
                </a:ext>
              </a:extLst>
            </p:cNvPr>
            <p:cNvSpPr/>
            <p:nvPr/>
          </p:nvSpPr>
          <p:spPr>
            <a:xfrm>
              <a:off x="1905000" y="254000"/>
              <a:ext cx="952500" cy="952500"/>
            </a:xfrm>
            <a:prstGeom prst="ellipse">
              <a:avLst/>
            </a:prstGeom>
            <a:solidFill>
              <a:srgbClr val="E6C8AA"/>
            </a:solidFill>
            <a:ln w="38100">
              <a:solidFill>
                <a:srgbClr val="783C1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4A9DB43-CF50-4077-0731-66704714CB4B}"/>
              </a:ext>
            </a:extLst>
          </p:cNvPr>
          <p:cNvGrpSpPr>
            <a:grpSpLocks/>
          </p:cNvGrpSpPr>
          <p:nvPr/>
        </p:nvGrpSpPr>
        <p:grpSpPr>
          <a:xfrm>
            <a:off x="3556000" y="254000"/>
            <a:ext cx="1562100" cy="571500"/>
            <a:chOff x="3556000" y="254000"/>
            <a:chExt cx="2603500" cy="95250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B1C3504-FE98-35EB-CE78-A504CB3ADAB7}"/>
                </a:ext>
              </a:extLst>
            </p:cNvPr>
            <p:cNvSpPr/>
            <p:nvPr/>
          </p:nvSpPr>
          <p:spPr>
            <a:xfrm>
              <a:off x="3556000" y="254000"/>
              <a:ext cx="1524000" cy="952500"/>
            </a:xfrm>
            <a:prstGeom prst="rect">
              <a:avLst/>
            </a:prstGeom>
            <a:solidFill>
              <a:srgbClr val="BECDE6"/>
            </a:solidFill>
            <a:ln w="50800">
              <a:solidFill>
                <a:srgbClr val="283C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组合里的文字</a:t>
              </a: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3D822B30-2EF8-9C93-58D5-CB6494E8088F}"/>
                </a:ext>
              </a:extLst>
            </p:cNvPr>
            <p:cNvSpPr/>
            <p:nvPr/>
          </p:nvSpPr>
          <p:spPr>
            <a:xfrm>
              <a:off x="5207000" y="254000"/>
              <a:ext cx="952500" cy="952500"/>
            </a:xfrm>
            <a:prstGeom prst="ellipse">
              <a:avLst/>
            </a:prstGeom>
            <a:solidFill>
              <a:srgbClr val="E6C8AA"/>
            </a:solidFill>
            <a:ln w="38100">
              <a:solidFill>
                <a:srgbClr val="783C1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17C7084-E7B0-F65B-C08B-15034DDE4016}"/>
              </a:ext>
            </a:extLst>
          </p:cNvPr>
          <p:cNvGrpSpPr>
            <a:grpSpLocks/>
          </p:cNvGrpSpPr>
          <p:nvPr/>
        </p:nvGrpSpPr>
        <p:grpSpPr>
          <a:xfrm>
            <a:off x="254000" y="2159000"/>
            <a:ext cx="4686300" cy="1714500"/>
            <a:chOff x="254000" y="2159000"/>
            <a:chExt cx="2603500" cy="9525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6A86D9C-3D03-5E00-CD8F-3DAD9B5E7F94}"/>
                </a:ext>
              </a:extLst>
            </p:cNvPr>
            <p:cNvSpPr/>
            <p:nvPr/>
          </p:nvSpPr>
          <p:spPr>
            <a:xfrm>
              <a:off x="254000" y="2159000"/>
              <a:ext cx="1524000" cy="952500"/>
            </a:xfrm>
            <a:prstGeom prst="rect">
              <a:avLst/>
            </a:prstGeom>
            <a:solidFill>
              <a:srgbClr val="BECDE6"/>
            </a:solidFill>
            <a:ln w="50800">
              <a:solidFill>
                <a:srgbClr val="283C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组合里的文字</a:t>
              </a: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56358B7-78C9-1F33-3D8D-98D9019F2E18}"/>
                </a:ext>
              </a:extLst>
            </p:cNvPr>
            <p:cNvSpPr/>
            <p:nvPr/>
          </p:nvSpPr>
          <p:spPr>
            <a:xfrm>
              <a:off x="1905000" y="2159000"/>
              <a:ext cx="952500" cy="952500"/>
            </a:xfrm>
            <a:prstGeom prst="ellipse">
              <a:avLst/>
            </a:prstGeom>
            <a:solidFill>
              <a:srgbClr val="E6C8AA"/>
            </a:solidFill>
            <a:ln w="38100">
              <a:solidFill>
                <a:srgbClr val="783C1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AEA270B-8F78-EC96-4864-BA4D348DE91A}"/>
              </a:ext>
            </a:extLst>
          </p:cNvPr>
          <p:cNvGrpSpPr>
            <a:grpSpLocks/>
          </p:cNvGrpSpPr>
          <p:nvPr/>
        </p:nvGrpSpPr>
        <p:grpSpPr>
          <a:xfrm>
            <a:off x="6350000" y="2159000"/>
            <a:ext cx="3644900" cy="1841500"/>
            <a:chOff x="6350000" y="2159000"/>
            <a:chExt cx="2603500" cy="18415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6A6C198-0733-4CF8-2F46-2542A77412E1}"/>
                </a:ext>
              </a:extLst>
            </p:cNvPr>
            <p:cNvSpPr/>
            <p:nvPr/>
          </p:nvSpPr>
          <p:spPr>
            <a:xfrm>
              <a:off x="6350000" y="2159000"/>
              <a:ext cx="1524000" cy="952500"/>
            </a:xfrm>
            <a:prstGeom prst="rect">
              <a:avLst/>
            </a:prstGeom>
            <a:solidFill>
              <a:srgbClr val="BECDE6"/>
            </a:solidFill>
            <a:ln w="50800">
              <a:solidFill>
                <a:srgbClr val="283C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组合里的文字</a:t>
              </a: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D9261-CCE5-8AA6-338F-3ED4A635A44D}"/>
                </a:ext>
              </a:extLst>
            </p:cNvPr>
            <p:cNvSpPr/>
            <p:nvPr/>
          </p:nvSpPr>
          <p:spPr>
            <a:xfrm>
              <a:off x="8001000" y="2159000"/>
              <a:ext cx="952500" cy="952500"/>
            </a:xfrm>
            <a:prstGeom prst="ellipse">
              <a:avLst/>
            </a:prstGeom>
            <a:solidFill>
              <a:srgbClr val="E6C8AA"/>
            </a:solidFill>
            <a:ln w="38100">
              <a:solidFill>
                <a:srgbClr val="783C1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1AA9117-66E5-7CDC-2393-6D5C43437C7E}"/>
                </a:ext>
              </a:extLst>
            </p:cNvPr>
            <p:cNvSpPr/>
            <p:nvPr/>
          </p:nvSpPr>
          <p:spPr>
            <a:xfrm rot="5400000">
              <a:off x="6858000" y="3238500"/>
              <a:ext cx="1143000" cy="381000"/>
            </a:xfrm>
            <a:prstGeom prst="rect">
              <a:avLst/>
            </a:prstGeom>
            <a:solidFill>
              <a:srgbClr val="C8E6C8"/>
            </a:solidFill>
            <a:ln w="25400">
              <a:solidFill>
                <a:srgbClr val="1E5A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2387D3FB-558F-DD23-8FFF-73C845B8E6E6}"/>
              </a:ext>
            </a:extLst>
          </p:cNvPr>
          <p:cNvSpPr txBox="1"/>
          <p:nvPr/>
        </p:nvSpPr>
        <p:spPr>
          <a:xfrm>
            <a:off x="6604000" y="254000"/>
            <a:ext cx="5080000" cy="381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 algn="dist"/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分散对齐</a:t>
            </a:r>
            <a:r>
              <a:rPr lang="en-US" altLang="zh-CN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abc</a:t>
            </a:r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排版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4922F7E-B0DE-1C12-A4CB-6C76246E2032}"/>
              </a:ext>
            </a:extLst>
          </p:cNvPr>
          <p:cNvSpPr txBox="1"/>
          <p:nvPr/>
        </p:nvSpPr>
        <p:spPr>
          <a:xfrm>
            <a:off x="6604000" y="685800"/>
            <a:ext cx="5080000" cy="381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 algn="dist"/>
            <a:r>
              <a:rPr lang="en-US" altLang="zh-CN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abcdefg</a:t>
            </a:r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40659D-0FA0-CE9D-EB05-28FD468D2C61}"/>
              </a:ext>
            </a:extLst>
          </p:cNvPr>
          <p:cNvSpPr txBox="1"/>
          <p:nvPr/>
        </p:nvSpPr>
        <p:spPr>
          <a:xfrm>
            <a:off x="6604000" y="1117600"/>
            <a:ext cx="5080000" cy="381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 algn="dist"/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测试 </a:t>
            </a:r>
            <a:r>
              <a:rPr lang="en-US" altLang="zh-CN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abc </a:t>
            </a:r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文字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6BB1763-0359-D35C-CEA2-AF1D597E4AFF}"/>
              </a:ext>
            </a:extLst>
          </p:cNvPr>
          <p:cNvSpPr txBox="1"/>
          <p:nvPr/>
        </p:nvSpPr>
        <p:spPr>
          <a:xfrm>
            <a:off x="6604000" y="1549400"/>
            <a:ext cx="5080000" cy="381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 algn="dist"/>
            <a:r>
              <a:rPr lang="en-US" altLang="zh-CN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Hello World</a:t>
            </a:r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7329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2026-10-14T00:33:09Z</dcterms:created>
  <dcterms:modified xsi:type="dcterms:W3CDTF">2026-10-14T00:33:09Z</dcterms:modified>
</cp:coreProperties>
</file>