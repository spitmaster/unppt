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51-4B44-A943-E37BBDEAA6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6-41D0-9C42-DDC1FDCF2B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39-47AA-A8C5-D9F512DB27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8E-4C9A-B4CA-EDF04F76F8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8E-4C9A-B4CA-EDF04F76F8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8E-4C9A-B4CA-EDF04F76F8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4692496"/>
        <c:axId val="1754696336"/>
      </c:barChart>
      <c:catAx>
        <c:axId val="175469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4696336"/>
        <c:crosses val="autoZero"/>
        <c:auto val="1"/>
        <c:lblAlgn val="ctr"/>
        <c:lblOffset val="100"/>
        <c:noMultiLvlLbl val="0"/>
      </c:catAx>
      <c:valAx>
        <c:axId val="175469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4692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甲乙丙丁戊己庚辛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8F-474A-80A5-8BA57BB96B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甲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8F-474A-80A5-8BA57BB96B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甲乙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28F-474A-80A5-8BA57BB96B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4699696"/>
        <c:axId val="1754700176"/>
      </c:barChart>
      <c:catAx>
        <c:axId val="1754699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4700176"/>
        <c:crosses val="autoZero"/>
        <c:auto val="1"/>
        <c:lblAlgn val="ctr"/>
        <c:lblOffset val="100"/>
        <c:noMultiLvlLbl val="0"/>
      </c:catAx>
      <c:valAx>
        <c:axId val="1754700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4699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14-4856-AFC4-88970098CB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14-4856-AFC4-88970098CB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Gamma Delta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14-4856-AFC4-88970098CB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4697296"/>
        <c:axId val="1754689616"/>
      </c:barChart>
      <c:catAx>
        <c:axId val="1754697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4689616"/>
        <c:crosses val="autoZero"/>
        <c:auto val="1"/>
        <c:lblAlgn val="ctr"/>
        <c:lblOffset val="100"/>
        <c:noMultiLvlLbl val="0"/>
      </c:catAx>
      <c:valAx>
        <c:axId val="1754689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4697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74A01-D047-4296-1B8B-CC77FAEA9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CA1B1B-3728-16F7-0D8D-C24087FDB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99DF9-B77B-58BF-6CF1-BA21479FC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B134C0-C6CB-7E5E-9F19-49F671581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68B258-40E9-DD29-1976-7187C132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11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7D7E3-1388-33B3-ED54-CCABB6DB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ADBD7-ED1C-6EE9-53BE-D94FB4C1F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0F8B6E-546D-8A2E-F737-0D1F3097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C136E1-8B7B-D73C-31EF-65B26464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2EB0E6-A391-60DC-A3EF-2B4EE86D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901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7FA75-4433-D647-93BD-5B5BF455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B6E7BB-53D6-8AE7-9B1B-D75A67ACB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DE7C1-450D-610C-A18A-5D979300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2A6FF6-B9A8-7CD2-2A89-4D25D7DC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D94E9-33B5-F8A5-6807-C5EFE95E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43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84338-EBEB-B4D2-DF90-4F67E278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A2A4E1-88F8-1280-C219-E3F72490A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8251D5-7AEB-3811-2DFC-5471EB19A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A380B8-6A30-1A71-3454-14879DB9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83048C-7D41-7776-580A-C57FEC15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2C02BB-2DDD-5209-249E-C7BCD48D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044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0CE7E-7D82-F1C3-DA83-F11206D9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9272C0-4BC2-1DBF-49C8-8EBE846D0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F42780-8D32-9754-17B4-17A8BF881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046800-2FF1-6925-822B-FC7F05848D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94BFDB-195C-1630-A417-8CB2507D1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9F9A5F-DF17-E589-0B4E-FCB16A4B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BDC774-4E5B-DF90-B9BF-004F6BF9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6B3CED-385F-69C5-E76F-CAF2A81C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24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ECF036-963D-0B71-7AC6-D0116F38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82F0AD-1EB2-5FF2-9CC3-4E3B7933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6D45CC-B3D4-3477-17E8-CB84C795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B9F327-3A54-0D53-A447-33E4520C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93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D6EE5C-BA53-1132-DA8F-AFAC2F5CE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A11CD7-6690-B3FF-DE24-C421A6C9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147C10-235E-97E8-B7CE-B26D9A30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57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BDA49-3B58-689B-7424-03A675C8E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8F970E-48AC-40FD-CD3F-034F74548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BD6980-AF24-C15C-04F5-4BC9E1FB0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39488D-84F1-8374-EA34-F28FCE866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5CC0AC-9A98-1ABA-3500-46AE373C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608D21-CEE1-3B43-F644-B71D547F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698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320F5-D96F-5563-C167-A0D7E9A0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8E10C4-8FD9-3C0B-6C6C-8588DFD98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F3BFA6-6037-D79F-3B4F-6D9DFEABF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A4EADA-858C-51A9-19AF-9354E770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5ABEE8-BF45-61EA-683D-404C2568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7AB05E-7C9A-1E60-39AC-5A1479C8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27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86C39-B9C0-9CC9-3864-DEB4C588F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3B7F24-F4BF-22F3-975E-860541045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D7D6DD-ADE5-CFB1-F3B3-F7FC1F15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19DC26-DECD-092A-26BE-254E1812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037180-6E18-CFCF-374B-7887B422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119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D333F8-A766-B6F7-3595-5E38D673E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B8D2F2-1F4E-BA6C-60B6-4A41AA771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6F979-9F61-5B7F-F488-9D42BFD8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A420F-6AEF-71A3-483C-50C385C9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2086D2-0605-AECE-0492-64927944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70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AC44B0-A856-3B9F-6547-A8360FA7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D1CE09-60DC-60C0-C209-A0B069D32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F0D087-6658-9A41-7487-B31BEC71C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905B3-005E-4E0C-B365-1940CA85CF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FE2E39-75D3-4747-5D88-4C0A5121E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6A02F-A13A-CCD0-C9D5-17019E162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A5004-C06C-4AD1-8E25-6A78A716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62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0DBABFF0-297A-81BC-CA65-38B1FD6455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2198371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1EA64D92-373C-725E-6DC0-7C44FF593F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0650416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0339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67EC6043-1BA5-F942-302C-A2B3318B5B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0205237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A9F3C00-5BC3-4D60-A989-8BE141F79B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2391198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2035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C7904964-8C79-9791-40C8-3C861CA505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3207922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2F779AD4-2D54-A822-C4D0-A8BCF6EC90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134519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4070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自定义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2026-10-14T04:36:18Z</dcterms:created>
  <dcterms:modified xsi:type="dcterms:W3CDTF">2026-10-14T04:36:19Z</dcterms:modified>
</cp:coreProperties>
</file>