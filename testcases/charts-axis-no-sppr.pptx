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97-4FA3-8032-A9B210639C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97-4FA3-8032-A9B210639C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97-4FA3-8032-A9B210639C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0619104"/>
        <c:axId val="1260615744"/>
      </c:barChart>
      <c:catAx>
        <c:axId val="1260619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0615744"/>
        <c:crosses val="autoZero"/>
        <c:auto val="1"/>
        <c:lblAlgn val="ctr"/>
        <c:lblOffset val="100"/>
        <c:noMultiLvlLbl val="0"/>
      </c:catAx>
      <c:valAx>
        <c:axId val="1260615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061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4D-4999-932F-4DF8F9BA25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4D-4999-932F-4DF8F9BA25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4D-4999-932F-4DF8F9BA2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3177664"/>
        <c:axId val="1261220896"/>
      </c:barChart>
      <c:catAx>
        <c:axId val="1263177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1220896"/>
        <c:crosses val="autoZero"/>
        <c:auto val="1"/>
        <c:lblAlgn val="ctr"/>
        <c:lblOffset val="100"/>
        <c:noMultiLvlLbl val="0"/>
      </c:catAx>
      <c:valAx>
        <c:axId val="12612208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3177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6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9-4D24-B3D6-B33378DACE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A9-4D24-B3D6-B33378DACE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A9-4D24-B3D6-B33378DAC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7064064"/>
        <c:axId val="1267063584"/>
      </c:barChart>
      <c:catAx>
        <c:axId val="1267064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7063584"/>
        <c:crosses val="autoZero"/>
        <c:auto val="1"/>
        <c:lblAlgn val="ctr"/>
        <c:lblOffset val="100"/>
        <c:noMultiLvlLbl val="0"/>
      </c:catAx>
      <c:valAx>
        <c:axId val="12670635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67064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41026-D50A-947E-A581-5181F0B30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D280FD-A4A3-4AC3-7A35-AA966B2BF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2110F8-EE96-6273-976E-80F5DA2B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03838-A032-2E3A-1D4E-708D1EAD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DA124-8B4F-6BBF-74B2-0547C0E4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85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5B782-A34A-8A4D-6B03-608DBC88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0BCB70-80CB-48E0-A8F5-A658C5FBE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3B1BA-ACF8-DED6-674E-E10FE192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55697-2D78-4E67-E4D7-A78D9CB7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524E3-03CD-9E5C-8820-A25BC7B9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61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FA1A6-F99C-64D0-56A0-3E7E90B4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D2827-C834-861C-5832-AE5676270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BF7A48-67F5-029D-6C06-67F09187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32DCE-59C4-306D-8E85-C33B0E10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BB2B0-4586-445F-8C46-0711B89C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73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8116E-9FBF-AF5A-E556-058C6651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9BA32-4073-4634-339E-9573FF695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B728D6-0B07-22C3-C25E-EF70A39F8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DFF74A-3B88-C4F1-4162-D68DA885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9500B6-D766-4B92-A13B-B65BD18C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701C7F-F12B-B44F-FDD7-668CDE05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7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61422-B5B2-2F02-91B8-54105C8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95E5F-588C-C1CB-A962-3A098C3F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C18A79-13AC-374E-3859-150D8318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EAED4F-F48D-F1DF-C0FF-D950CA531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F919F8-57AC-5B68-4338-4CF36CCCE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DED548-CE2D-D996-7F37-42AD6219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03FA17-A91F-57AC-A76A-868170CA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B99D5D-713B-56B8-825C-74DFDE9D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2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9232E-6438-491A-1448-A942BA8A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CC71E6-F7DA-1523-FA88-768BC03F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4E9C62-5EF1-648C-297E-02650272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CE1C9E-47D7-061E-4802-7A6A02E3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0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462694-3375-9ABC-A46E-CAE85B07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3DE5B1-8FAE-2AF0-F9B0-22E1A801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0D63ED-E75C-1684-B017-8BF494E4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407EA-A288-1B74-0DF1-517F2D41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14F43A-F44D-3F31-1B41-74323329B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615CB8-241D-A1EA-A4D0-E879395EF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5909C-2EC0-2651-1D26-99CDF103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AFB76D-A21A-4B61-C6C2-4EC14643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BEEB6F-D722-E6B4-6509-73AC1C34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73264-D46E-0990-F58D-C391C7DA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E85375-BEE9-79D7-DF73-C7CDF34FC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5C3357-3E67-A1BD-72C6-49F444713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96D8F0-7D0D-EAFE-B556-D4C55C3A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17C2AA-3414-B776-A939-D3618C8E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D5C2B7-C87F-07BE-A63C-59651FDA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64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2DDD5-4C18-7942-66F8-5CB59049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448BC8-55E6-33C3-8212-AE1C39305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127AF-DAD6-E580-CD0A-BD834B7D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7CB61-B7D2-0A4F-934F-64E1EF3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D5218-5D1A-8350-ABB5-20B092AC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95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84A1BB-5E86-990E-1326-A13F66E03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33477-6FA8-976A-0134-8C1CD3E07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43A21-BFDD-8549-734D-E9FBA48A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37C91-FA9F-041C-5BCE-6F01FE49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A308D-418A-4B51-8FED-A625520A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3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204935-4723-E18C-C770-25AB4141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C66F5-7478-D7B3-74AF-A215A6D5F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BB343-81B3-8EED-DA1B-C8EF9FADC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EE881-13F5-4E72-A252-EC808EC1B2C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17CD4-70AD-036E-6036-CDDFA3352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D37EB-9C28-32BD-A009-07B5354C0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5F54E-BE7B-43B8-AF1D-A964E2744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11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CE93B4C-F070-2B09-B6EF-0F64550C45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81854"/>
              </p:ext>
            </p:extLst>
          </p:nvPr>
        </p:nvGraphicFramePr>
        <p:xfrm>
          <a:off x="127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53B0705-0E1D-FD06-6C32-4AE8D0960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545451"/>
              </p:ext>
            </p:extLst>
          </p:nvPr>
        </p:nvGraphicFramePr>
        <p:xfrm>
          <a:off x="41275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B134A92-C852-70D8-06B6-7ABA5B00C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000762"/>
              </p:ext>
            </p:extLst>
          </p:nvPr>
        </p:nvGraphicFramePr>
        <p:xfrm>
          <a:off x="8128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903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2026-10-20T12:14:43Z</dcterms:created>
  <dcterms:modified xsi:type="dcterms:W3CDTF">2026-10-20T12:14:44Z</dcterms:modified>
</cp:coreProperties>
</file>