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79F12-5942-1E3A-50C1-88456BE93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9BE599-0881-E08E-6ECD-1DE7D21ED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5924E-7F9E-7E89-9E91-1E7988B6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CA76E6-9693-7733-DD61-C169CA93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DCDBF-7A4E-6F46-B69D-D1EF1178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4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1553A-7946-AF7C-F031-61096348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8DDBF9-3A33-6BD8-8101-B4A4444E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52DED-9213-85EE-EB0E-8D6AE5BE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07AD7-EB0A-CF1A-CB14-E574D819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C7DBB2-647D-00E5-D56E-AFBB210A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35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36660-DA40-5BEF-2957-D8BBBFAFE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A90356-A01B-F388-9F7C-E9DA7AE73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E08D-6B11-2C71-2FEC-A9FC6C88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833BC-0C9C-2E48-C825-6F38EAA0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EACF1-E9F7-CCE1-2E6E-2949C614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57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72A61-11C5-E553-1A3A-400E480F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22461A-A01A-2E04-0B8A-BA7E442BC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D6A940-8D40-9F91-186A-EBF069FD9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26CA4A-FEF3-03CE-40CB-E410F186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8C16B7-72B3-8D5F-F517-14707AFF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C4631-9755-2A10-76E7-208BC026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1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33102-EA27-A730-D961-036ABA78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13D381-B005-D1E4-5041-F0A830E1D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E43AB4-A17D-D717-1513-897563BEE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C273E8-4DDC-2EEA-7F6B-9363AF9A9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4FE002-F418-8AC3-1C28-07947E51A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C76982-838F-9AE9-43C2-1CEDE97E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5858C6-0818-D131-BC4F-2D44C1E6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EA1004-6784-A4B9-7961-5B1B3D81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A1A2A-DA63-BA4C-852D-58256D4F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E5CF6F-49C0-2436-6215-78799E17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1A7B28-42A5-121C-DFF3-EF9AEA87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FE9F96-008B-6462-669C-083F1E31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7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8260F2-E771-6EE0-4B50-5FD3FA62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7E1CAF-20A0-0CDB-8813-6FF375DE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4B3F5E-9377-C614-3B5C-62A10659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52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0FF69-19DE-06A1-35DE-98E2EA47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76403-28A4-2BDC-0F3C-392FAB1B2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CDEDC0-DF93-69E2-E657-2C0768088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A0CE81-8801-2214-4124-4ADA03AE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907313-364C-D42A-19D3-B9951351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6680E5-AD6C-226B-89DA-5073FB8C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1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708B9-01C1-2514-FD8A-E6A84F30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2B06AD-4D56-0235-8473-B7EF98454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FB154A-E709-256C-ED05-9768B6567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679249-AE05-155E-E0F8-5EE65210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D65993-FE38-C826-ADA9-101E7530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6064F2-7A64-86D8-8106-13CFC14F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35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0F9AB-1AA5-691B-232F-C072BD9B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A4AA4B-20D7-3CDA-B815-1D6150325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922D1-8A40-6DA4-06E7-FD1A85FF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EFB48B-5C60-6CFB-4C2C-1B4ECA4B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9AD4C-6C2A-751D-DF34-B83D9931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35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43A68B-BE90-1F00-F46B-656B2A930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A9BBBF-E377-6C9D-1EF9-9E3358BA4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F8A4A-38FA-443A-452F-B73C1353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D838F-1176-6601-52CC-40A48071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787219-24F7-CC41-C3C8-2EEBA064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9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F5574F-EAB1-98CC-7E36-FBAC04A1E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4349E7-241F-C77F-3436-7470B3ED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827249-C3F6-EB6B-44A9-10704A5A8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FF508-0234-4F8E-942F-E10E2117CC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FF8D5-8C47-59A9-A87E-681AFBA72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9F148C-BDC2-DD2C-C29C-BF83A63AA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13355-FFB9-4EE6-A640-A20AF992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9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0541DF-9777-A0EE-792D-9512DD1C1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666476"/>
              </p:ext>
            </p:extLst>
          </p:nvPr>
        </p:nvGraphicFramePr>
        <p:xfrm>
          <a:off x="254000" y="254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814275239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8032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70656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92288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15CE873-2570-9174-F6B4-F6F175BE1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84551"/>
              </p:ext>
            </p:extLst>
          </p:nvPr>
        </p:nvGraphicFramePr>
        <p:xfrm>
          <a:off x="4254500" y="254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2803193789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99271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41846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97465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62EE95-9149-F7CF-05B3-8C958C09E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19568"/>
              </p:ext>
            </p:extLst>
          </p:nvPr>
        </p:nvGraphicFramePr>
        <p:xfrm>
          <a:off x="8255000" y="254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72231858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99583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0439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6909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0F23166-53FE-081D-6240-BD4367F1E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288024"/>
              </p:ext>
            </p:extLst>
          </p:nvPr>
        </p:nvGraphicFramePr>
        <p:xfrm>
          <a:off x="254000" y="3556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149910066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22005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79239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b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1475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D4E8A0-D75E-479D-74C7-97B7E873F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02361"/>
              </p:ext>
            </p:extLst>
          </p:nvPr>
        </p:nvGraphicFramePr>
        <p:xfrm>
          <a:off x="4254500" y="3556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783570710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1843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6736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61006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28ED482-B8D3-01DC-A630-33254EA68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47765"/>
              </p:ext>
            </p:extLst>
          </p:nvPr>
        </p:nvGraphicFramePr>
        <p:xfrm>
          <a:off x="8255000" y="3556000"/>
          <a:ext cx="3683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877133582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41424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1534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表格文字第一行</a:t>
                      </a:r>
                      <a:br>
                        <a:rPr lang="zh-CN" altLang="en-US" sz="2000">
                          <a:latin typeface="微软雅黑"/>
                          <a:ea typeface="微软雅黑"/>
                        </a:rPr>
                      </a:br>
                      <a:r>
                        <a:rPr lang="zh-CN" altLang="en-US" sz="2000">
                          <a:latin typeface="微软雅黑"/>
                          <a:ea typeface="微软雅黑"/>
                        </a:rPr>
                        <a:t>第二行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73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38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2026-10-19T07:53:35Z</dcterms:created>
  <dcterms:modified xsi:type="dcterms:W3CDTF">2026-10-19T07:53:35Z</dcterms:modified>
</cp:coreProperties>
</file>