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F5A5F-CB10-704F-FFA7-CC0E0EB49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ACB6D1-E666-FA03-AE8A-6A8006D9C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7A9226-8531-77C5-7D9E-ADD1E611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CBDC-9A49-4973-B81C-530166C0BDE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ACA8E1-6DD6-99FD-1079-C7A005BC5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48F79E-DB69-3932-2659-7DDBFC39C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C0D-524D-4649-8424-44B48793C8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18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93BBEA-328E-3FFB-2278-97AB5B759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1F12D1-14C4-F19C-7B8C-6FE9AADC9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D42D47-7446-1616-B88D-6014E506F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CBDC-9A49-4973-B81C-530166C0BDE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BD1014-E07A-8551-DCEF-DFD05BF28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07E6E6-D8B8-57A7-593E-9D53D951D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C0D-524D-4649-8424-44B48793C8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772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8EBD5-0316-A789-7150-4F103E770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8AF48A-A38E-71A5-6A48-9CA49259A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38C91B-2075-26F7-B08E-05371E665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CBDC-9A49-4973-B81C-530166C0BDE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4630DE-CB59-4C74-2BD1-265FB015E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3A5C76-712A-C6D0-FB39-4AED86089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C0D-524D-4649-8424-44B48793C8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081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3193C-58D0-BB73-6592-F90E0238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B04446-FF02-8645-44FC-9F04F9423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7566A8-F419-D445-493D-3E8195E56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8A537D-BAA3-2872-7690-C8DDB67F0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CBDC-9A49-4973-B81C-530166C0BDE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11D924-C159-29EB-779A-289FB4BA1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28676C-EBC0-0105-9528-1273E4C4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C0D-524D-4649-8424-44B48793C8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55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EDF67-55F8-A8AC-3E7C-1E77B626A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85C8A9-7519-90EF-81D3-2AD06FD9D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D33133-69E4-4E6E-05E8-72C914C90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414DC5-0DBC-FFAD-05B5-12438E4B5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1F7E13-4036-85E1-2DC8-471C89D4FD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01019C-6F3C-1769-1CA6-011663B9D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CBDC-9A49-4973-B81C-530166C0BDE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24980A-C189-C439-BACA-C42C47CD5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09C42B-800D-A252-C4AA-DBBBA89C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C0D-524D-4649-8424-44B48793C8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31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EE60D-1A8A-166F-DC87-17894812B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047DCA-0CE6-F473-B223-9BF996982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CBDC-9A49-4973-B81C-530166C0BDE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BCFA60-16F6-5816-BEA6-C22EC28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474E1A-BF69-6F3A-9C41-BB198085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C0D-524D-4649-8424-44B48793C8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974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DB65EE-B760-08DC-AA22-96C4A260D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CBDC-9A49-4973-B81C-530166C0BDE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0BEBBE-D3B5-DCE1-8E0D-D61A69A3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6D1054-6E0C-BB09-52C5-838A09A5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C0D-524D-4649-8424-44B48793C8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073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A9062-35ED-FDA7-C9D9-45201243A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B29804-9A94-9E28-4714-E138DC668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37F2D3-6A38-D1B2-836A-15C13C342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A7BC5F-8599-62FF-EE09-3B79411D8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CBDC-9A49-4973-B81C-530166C0BDE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A5C0CF-4CE8-738F-68C1-EF8664A5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44EFC8-6DA8-1303-8C2B-C2D223590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C0D-524D-4649-8424-44B48793C8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90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B48717-4C9B-ED25-5C12-65AD7B8E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6DB9DD-13EC-5C2F-754D-FBD67E5D2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359983-38DE-6E9B-B9A1-C3B75D904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EB79D8-EEF5-05A3-BADC-25C6B9314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CBDC-9A49-4973-B81C-530166C0BDE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5A89F3-25C6-B8D4-87B9-DC1B61EFE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A76A5C-1569-37DC-34C3-271883AB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C0D-524D-4649-8424-44B48793C8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185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CBB70-3667-2401-499E-AFA686C1F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74CBE9-4C1F-A52C-53E0-3D4654A43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F43F52-6A5F-AF17-2828-45D2E3F2E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CBDC-9A49-4973-B81C-530166C0BDE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1A239D-8776-0D4D-2A43-478DB0FD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C143AB-939F-A73F-1E98-91F740B9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C0D-524D-4649-8424-44B48793C8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696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7E7B69-EE7C-D90D-8E2D-855F49096E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2758C0-C100-7698-8E38-D1630E9AA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138A60-EA6F-FE17-2E32-F96277116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CBDC-9A49-4973-B81C-530166C0BDE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6047EE-5DE0-668D-4B5E-CEF5BD418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C8D116-4C61-6E95-B205-9A6D9E386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DBC0D-524D-4649-8424-44B48793C8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655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D1A7ED-34AD-7D99-6EBC-C81D72D8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EEFF17-A678-B5FA-4A71-745103121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A10EA5-4C78-45DA-3E13-B9523603AF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ECBDC-9A49-4973-B81C-530166C0BDE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12163-CD67-B97A-0CDA-400053189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0CB77A-DC9A-E452-08CF-F6952642E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DBC0D-524D-4649-8424-44B48793C8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119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C40865E-5E10-EE47-7D29-C52F38A2C2F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106680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514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2026-10-15T16:51:47Z</dcterms:created>
  <dcterms:modified xsi:type="dcterms:W3CDTF">2026-10-15T16:51:47Z</dcterms:modified>
</cp:coreProperties>
</file>