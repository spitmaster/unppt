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56AB7-546F-CD52-50A9-BDD0024D6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3390CC-BF00-201F-A9CF-878112CFA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1B5E8-3F23-F266-BC39-6C380F42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455103-AFE4-11B9-3845-0C7A8FBC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58E32-4E5D-45C5-1E71-563AD2C4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49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3927B-F6EE-1327-BAFB-70681A77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DF7EEA-942C-1551-53BE-606AA2C3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DB9449-07CA-FECF-F867-AE7A23E1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A81C98-30EE-5B65-6F03-AC62C5BE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E13AE5-0F54-38BB-59E7-81968500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08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07EA8-C059-44B6-2278-6FFFDD83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B0D3C-B2C9-5A23-F6F3-833335C38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1C680-E252-91BC-B2A5-3116ACA5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BD35-B586-D3F1-9F42-BE5DCABD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575E5-C486-C9B8-0CFF-0AC9AFD2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09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A91C1-481D-F0FC-59C7-81A22709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B1DE63-AEA6-604A-D004-5B2E2D1E7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CCBA57-1608-A3CE-0C27-7B28DD3E3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3B467F-AD66-1E32-C7BC-2DF18BAC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3BAA53-70B4-16DD-39EF-793537BB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620BD-6F8C-487A-5CC8-9EF9D634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93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E239-8EFC-E0C1-C0F4-4FB40DEB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96D506-DBBB-3FF3-12F5-0C10601E0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32F31-3887-C3CC-3B0E-81A26D0F2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FDDFFE-78C5-25F0-05D1-13F589D0D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3B831B-1B5A-502E-2684-60A0E1151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A7BD72-11CF-5BF4-AF80-A9C8EF08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301655-D285-D995-306A-0874D7C6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52F0AA-6D80-D6C8-1981-8C13953A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50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52679-9731-C192-4F11-349EB4F3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EF0271-88F4-4964-A305-B4BD271C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7D089C-5C8C-89C9-F08D-FA5B7EC3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159652-16F9-C426-D13A-EFB90610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3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6B33DF-336C-008A-D44C-C3A921F2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76303A-74EE-0166-9383-2F42C1B8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8F824-3663-E225-1F5D-414EDB74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5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C6B55-C68D-C8B7-3F1E-164453F2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00752F-99A8-8230-0164-3DD55003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95A976-42A2-9925-B502-84E9133BC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E3CCA8-B136-8E09-8F61-E9266E7A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DA29B8-1CA2-6B47-C285-54C7022C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306E5E-6970-4F4D-55C3-C1F01017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31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FFC6C-E91B-B5A2-2AF3-ABBBEE60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D155FD-D841-5962-87B6-53694D872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48485-28BA-884C-70D7-76E7B227C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137DD2-4C49-E66D-FE64-3941A5A0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9792BD-22D2-7D89-07DF-76A37FA9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46353-36DD-404B-6724-8B30B318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86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F64B9-1891-CA68-44CA-A150538F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4BCB96-B24E-7E94-9B37-2671156C8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22788-B409-F800-C760-C1C156E6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CCA6B-84F6-8045-1774-6D02C370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C2ECBE-EC5A-756C-6650-20B34F71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61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6997A7-6466-667B-C6EA-9AA70C2B2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B64BB1-3D0D-F376-7419-8A0476D68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E74C9-93BE-81A7-0119-6046325E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AC41D-F9F6-EC80-62B8-9C02F40E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9E4A1-3E3F-C92A-4FDA-6B1E0479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75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70C6C0-BB48-9938-578F-F6BF448F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15DB61-1E18-C1C4-A9A2-FC242096E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A963C-5EBD-6133-2B02-3D61A5F38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41CC8-867D-4BC7-B2E7-335B57BA2E2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5D651-5A46-AE49-CB5A-389D256BA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7EC55-B573-AB9A-4BF8-FEF7CD5C6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8713D-8F8A-40E5-B934-57E9970C11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34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5C85C5-016A-EF1C-A074-C046B926F983}"/>
              </a:ext>
            </a:extLst>
          </p:cNvPr>
          <p:cNvSpPr txBox="1"/>
          <p:nvPr/>
        </p:nvSpPr>
        <p:spPr>
          <a:xfrm>
            <a:off x="127000" y="254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3BBF1B-8D5C-42D8-04C8-160D8C386D1A}"/>
              </a:ext>
            </a:extLst>
          </p:cNvPr>
          <p:cNvSpPr txBox="1"/>
          <p:nvPr/>
        </p:nvSpPr>
        <p:spPr>
          <a:xfrm>
            <a:off x="3136900" y="254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ab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ab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ab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FEBA1E-74D2-9A0C-0048-A51377603493}"/>
              </a:ext>
            </a:extLst>
          </p:cNvPr>
          <p:cNvSpPr txBox="1"/>
          <p:nvPr/>
        </p:nvSpPr>
        <p:spPr>
          <a:xfrm>
            <a:off x="6146800" y="254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→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→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→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494B8E-60FC-C6B3-AA11-0EE4A6400123}"/>
              </a:ext>
            </a:extLst>
          </p:cNvPr>
          <p:cNvSpPr txBox="1"/>
          <p:nvPr/>
        </p:nvSpPr>
        <p:spPr>
          <a:xfrm>
            <a:off x="9156700" y="254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4E5D6B-5144-5145-2457-37E4E87CF737}"/>
              </a:ext>
            </a:extLst>
          </p:cNvPr>
          <p:cNvSpPr txBox="1"/>
          <p:nvPr/>
        </p:nvSpPr>
        <p:spPr>
          <a:xfrm>
            <a:off x="127000" y="2413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Wingdings"/>
              <a:buChar char="§§§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Wingdings"/>
              <a:buChar char="§§§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Wingdings"/>
              <a:buChar char="§§§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C44684-94C5-EAA7-30E5-0D4EB99F0960}"/>
              </a:ext>
            </a:extLst>
          </p:cNvPr>
          <p:cNvSpPr txBox="1"/>
          <p:nvPr/>
        </p:nvSpPr>
        <p:spPr>
          <a:xfrm>
            <a:off x="3136900" y="2413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aa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aa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aa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A25EBB-E5A3-6960-9B23-C42A6EA6C492}"/>
              </a:ext>
            </a:extLst>
          </p:cNvPr>
          <p:cNvSpPr txBox="1"/>
          <p:nvPr/>
        </p:nvSpPr>
        <p:spPr>
          <a:xfrm>
            <a:off x="6146800" y="2413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••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••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••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9788AB-EC2B-8A4C-4438-93A4F8592170}"/>
              </a:ext>
            </a:extLst>
          </p:cNvPr>
          <p:cNvSpPr txBox="1"/>
          <p:nvPr/>
        </p:nvSpPr>
        <p:spPr>
          <a:xfrm>
            <a:off x="9156700" y="2413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•a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•a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•a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57717E-0B20-3E4B-107C-1798B16E75FF}"/>
              </a:ext>
            </a:extLst>
          </p:cNvPr>
          <p:cNvSpPr txBox="1"/>
          <p:nvPr/>
        </p:nvSpPr>
        <p:spPr>
          <a:xfrm>
            <a:off x="127000" y="4572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a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a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a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96A790-D93F-C762-15B5-7C0E9E99B45A}"/>
              </a:ext>
            </a:extLst>
          </p:cNvPr>
          <p:cNvSpPr txBox="1"/>
          <p:nvPr/>
        </p:nvSpPr>
        <p:spPr>
          <a:xfrm>
            <a:off x="3136900" y="4572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/>
              <a:buChar char="··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Arial"/>
              <a:buChar char="··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Arial"/>
              <a:buChar char="··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B92730-B6CF-7293-FDE6-C047FD63FD99}"/>
              </a:ext>
            </a:extLst>
          </p:cNvPr>
          <p:cNvSpPr txBox="1"/>
          <p:nvPr/>
        </p:nvSpPr>
        <p:spPr>
          <a:xfrm>
            <a:off x="6146800" y="4572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Wingdings"/>
              <a:buChar char="§a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Wingdings"/>
              <a:buChar char="§a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Wingdings"/>
              <a:buChar char="§a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CC84A4-4122-B9C8-BA16-0AEED164DF3B}"/>
              </a:ext>
            </a:extLst>
          </p:cNvPr>
          <p:cNvSpPr txBox="1"/>
          <p:nvPr/>
        </p:nvSpPr>
        <p:spPr>
          <a:xfrm>
            <a:off x="9156700" y="45720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Wingdings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项目符号测试文字</a:t>
            </a:r>
          </a:p>
          <a:p>
            <a:pPr marL="342900" indent="-342900">
              <a:buFont typeface="Wingdings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Bullet two 二</a:t>
            </a:r>
          </a:p>
          <a:p>
            <a:pPr marL="342900" indent="-342900">
              <a:buFont typeface="Wingdings"/>
              <a:buChar char="••"/>
            </a:pPr>
            <a:r>
              <a:rPr lang="zh-CN" altLang="en-US" sz="2000">
                <a:latin typeface="微软雅黑"/>
                <a:ea typeface="微软雅黑"/>
              </a:rPr>
              <a:t>第三行比较长的文字会折行</a:t>
            </a:r>
          </a:p>
        </p:txBody>
      </p:sp>
    </p:spTree>
    <p:extLst>
      <p:ext uri="{BB962C8B-B14F-4D97-AF65-F5344CB8AC3E}">
        <p14:creationId xmlns:p14="http://schemas.microsoft.com/office/powerpoint/2010/main" val="297619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2026-10-19T05:46:43Z</dcterms:created>
  <dcterms:modified xsi:type="dcterms:W3CDTF">2026-10-19T05:46:43Z</dcterms:modified>
</cp:coreProperties>
</file>