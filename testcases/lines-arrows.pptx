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2831B-9E74-F026-C13D-D6ECB3847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B2A50A-F66D-CCD2-BFFC-B9B1DFBD0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CB0E6-F105-BFCF-EE64-CA81C8C81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EC7A-3A1A-4426-A6BC-3E861E6913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227C81-86D9-76EE-D46B-A50F6E3FB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44B6C3-7EE6-C0FD-6738-182F23AF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7A5A-932B-41D2-A4CB-BF5EEB59B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13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7E5F3A-96D6-3451-1740-FC948010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F37578-E82F-D867-6B71-FDFAE1E69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244007-6160-97AC-7F0D-E03AD3947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EC7A-3A1A-4426-A6BC-3E861E6913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FD6177-01A3-E987-B99B-C9DCA7C2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5324DF-FB4F-92D7-62EF-008740CC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7A5A-932B-41D2-A4CB-BF5EEB59B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01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DA6D0-5B14-208A-F410-A534CA737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FA2BF6-F2A2-9BC5-2072-1D2C50F40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220150-BB39-AAC0-CB77-776FD0409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EC7A-3A1A-4426-A6BC-3E861E6913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8A6F97-84DC-20FB-7E7A-DC1FFEC74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C5933E-ECE3-DF0C-2299-6A2D2E98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7A5A-932B-41D2-A4CB-BF5EEB59B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85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523C1B-1FC9-7AD5-805F-E0B2B643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AFB694-5842-A5D0-CEA3-33DE5E5AF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56050-2C1B-5763-0AA5-4773BB095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336089-B14D-26D6-AE81-55A9FE40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EC7A-3A1A-4426-A6BC-3E861E6913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6E82D1-E64B-C4CA-BC2B-0DB61243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474BE7-5273-8504-169A-A718B5E3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7A5A-932B-41D2-A4CB-BF5EEB59B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133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F183EF-996A-A342-8D68-585D782A8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492FDA-ECE7-719C-FB28-306CE917F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49D308-39C6-E0FB-81D3-75B490731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BDC39B-E529-A1C7-EE5E-91228DBA7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4AFDCE-43CC-6026-191E-3F145BB7C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90A0EF-B65C-C449-1402-E13F60821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EC7A-3A1A-4426-A6BC-3E861E6913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46F2A87-9E23-5180-4B59-382231AD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9214E3-8446-4751-31A4-6C578734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7A5A-932B-41D2-A4CB-BF5EEB59B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84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51ECB-4A9E-91F5-E4C7-20C956868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0E1AB3-B3AB-623F-C6B7-CA21AA8D9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EC7A-3A1A-4426-A6BC-3E861E6913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1D9BE9-1A3C-20EC-486F-FACBD0DE1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3A9C91-5AD0-A805-F9BA-22467147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7A5A-932B-41D2-A4CB-BF5EEB59B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2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9E8F40-C57D-1DB1-BD67-C8B974EB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EC7A-3A1A-4426-A6BC-3E861E6913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B10723-D905-8362-AB14-E42C58970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85F685-7ADA-EB10-1B24-27EA3032F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7A5A-932B-41D2-A4CB-BF5EEB59B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143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60F6B-B5D6-091A-390C-61052F106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7E72F2-8C01-7948-5968-B5F80D056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3C3E20-8679-86F3-C933-ADE76884C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010673-B5ED-5B00-F565-6EF143A4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EC7A-3A1A-4426-A6BC-3E861E6913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4AE340-91C7-4C99-738C-F9B8439DB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2FB101-329A-F64F-C161-78F32ABD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7A5A-932B-41D2-A4CB-BF5EEB59B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0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E7A03-7488-AC45-6F97-8CDE0C55D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F178C5-10E8-EA3F-6B34-838387848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70D29-0671-A76E-B218-0D343AD4F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8671F0-3CB9-D4D1-5C3D-5E9132588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EC7A-3A1A-4426-A6BC-3E861E6913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BDAE2D-271E-396A-7580-010B5A46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F5282C-A662-9182-EA37-B4E255CC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7A5A-932B-41D2-A4CB-BF5EEB59B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963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71E687-4A78-1CEF-A0BE-C6EB1502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628E41-1670-43CD-EE8A-F6F2A5FCD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A75166-527C-C196-732F-B1385A6AE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EC7A-3A1A-4426-A6BC-3E861E6913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E94AE6-AE64-C030-8507-03F9550A5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8D1C45-ECD9-25F4-F90A-FBC58B45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7A5A-932B-41D2-A4CB-BF5EEB59B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23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498338-E98D-2AD7-8DC6-016881CE5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3408D4-BEDC-21CE-D423-974E3AD8E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F48A29-7059-AB92-EBEC-24AB7D33E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EC7A-3A1A-4426-A6BC-3E861E6913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FDC869-860A-5820-47CC-96D62D25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15E82D-E5E9-7EF9-358C-80A91E2E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7A5A-932B-41D2-A4CB-BF5EEB59B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609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F69DBD-4CF8-0826-A448-7DAE0BFB2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6A7D17-4EBF-F2C2-E9A5-BCC4AA111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267991-E934-6497-C087-390685C69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12EC7A-3A1A-4426-A6BC-3E861E6913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04FE6-CBA1-2450-8953-386E81DDE7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9E147-2B63-0071-F32E-D4B709192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B7A5A-932B-41D2-A4CB-BF5EEB59B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69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FDEFC2C-AE47-5F4E-7EBF-F51077C6D773}"/>
              </a:ext>
            </a:extLst>
          </p:cNvPr>
          <p:cNvCxnSpPr/>
          <p:nvPr/>
        </p:nvCxnSpPr>
        <p:spPr>
          <a:xfrm>
            <a:off x="508000" y="635000"/>
            <a:ext cx="3048000" cy="0"/>
          </a:xfrm>
          <a:prstGeom prst="line">
            <a:avLst/>
          </a:prstGeom>
          <a:ln w="12700">
            <a:solidFill>
              <a:srgbClr val="283C7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4F69FF0-0445-D8FC-F220-EF886DC935CD}"/>
              </a:ext>
            </a:extLst>
          </p:cNvPr>
          <p:cNvCxnSpPr/>
          <p:nvPr/>
        </p:nvCxnSpPr>
        <p:spPr>
          <a:xfrm>
            <a:off x="4318000" y="6350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9CAB995-A63E-FB6D-D792-2E47772946F4}"/>
              </a:ext>
            </a:extLst>
          </p:cNvPr>
          <p:cNvCxnSpPr/>
          <p:nvPr/>
        </p:nvCxnSpPr>
        <p:spPr>
          <a:xfrm>
            <a:off x="8128000" y="635000"/>
            <a:ext cx="3048000" cy="0"/>
          </a:xfrm>
          <a:prstGeom prst="line">
            <a:avLst/>
          </a:prstGeom>
          <a:ln w="76200">
            <a:solidFill>
              <a:srgbClr val="283C7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2B88CCC-003E-E4A0-DF95-DB2630BC6B35}"/>
              </a:ext>
            </a:extLst>
          </p:cNvPr>
          <p:cNvCxnSpPr/>
          <p:nvPr/>
        </p:nvCxnSpPr>
        <p:spPr>
          <a:xfrm>
            <a:off x="508000" y="1841500"/>
            <a:ext cx="3048000" cy="0"/>
          </a:xfrm>
          <a:prstGeom prst="line">
            <a:avLst/>
          </a:prstGeom>
          <a:ln w="12700">
            <a:solidFill>
              <a:srgbClr val="283C78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77E4401-C0D1-D9C8-D6B7-5C69FF9B97D0}"/>
              </a:ext>
            </a:extLst>
          </p:cNvPr>
          <p:cNvCxnSpPr/>
          <p:nvPr/>
        </p:nvCxnSpPr>
        <p:spPr>
          <a:xfrm>
            <a:off x="4318000" y="18415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30A60F-FA19-114B-908E-5C943123DAD8}"/>
              </a:ext>
            </a:extLst>
          </p:cNvPr>
          <p:cNvCxnSpPr/>
          <p:nvPr/>
        </p:nvCxnSpPr>
        <p:spPr>
          <a:xfrm>
            <a:off x="8128000" y="1841500"/>
            <a:ext cx="3048000" cy="0"/>
          </a:xfrm>
          <a:prstGeom prst="line">
            <a:avLst/>
          </a:prstGeom>
          <a:ln w="76200">
            <a:solidFill>
              <a:srgbClr val="283C78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7F3D39F-8063-DCB5-C908-5D4EF4F36D67}"/>
              </a:ext>
            </a:extLst>
          </p:cNvPr>
          <p:cNvCxnSpPr/>
          <p:nvPr/>
        </p:nvCxnSpPr>
        <p:spPr>
          <a:xfrm>
            <a:off x="508000" y="3048000"/>
            <a:ext cx="3048000" cy="0"/>
          </a:xfrm>
          <a:prstGeom prst="line">
            <a:avLst/>
          </a:prstGeom>
          <a:ln w="12700">
            <a:solidFill>
              <a:srgbClr val="283C78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4245F16-C9AA-CC0A-FBB4-C1FE73FA6B97}"/>
              </a:ext>
            </a:extLst>
          </p:cNvPr>
          <p:cNvCxnSpPr/>
          <p:nvPr/>
        </p:nvCxnSpPr>
        <p:spPr>
          <a:xfrm>
            <a:off x="4318000" y="30480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E8164FC-C9CA-3F45-8AF3-8C2F3F04C095}"/>
              </a:ext>
            </a:extLst>
          </p:cNvPr>
          <p:cNvCxnSpPr/>
          <p:nvPr/>
        </p:nvCxnSpPr>
        <p:spPr>
          <a:xfrm>
            <a:off x="8128000" y="3048000"/>
            <a:ext cx="3048000" cy="0"/>
          </a:xfrm>
          <a:prstGeom prst="line">
            <a:avLst/>
          </a:prstGeom>
          <a:ln w="76200">
            <a:solidFill>
              <a:srgbClr val="283C78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7A38B37-8D33-208D-EF3C-1B1EBCD7361C}"/>
              </a:ext>
            </a:extLst>
          </p:cNvPr>
          <p:cNvCxnSpPr/>
          <p:nvPr/>
        </p:nvCxnSpPr>
        <p:spPr>
          <a:xfrm>
            <a:off x="508000" y="4254500"/>
            <a:ext cx="3048000" cy="0"/>
          </a:xfrm>
          <a:prstGeom prst="line">
            <a:avLst/>
          </a:prstGeom>
          <a:ln w="12700">
            <a:solidFill>
              <a:srgbClr val="283C78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0C8EAF4-98C4-3B2B-3CA7-FD73AC9AE76E}"/>
              </a:ext>
            </a:extLst>
          </p:cNvPr>
          <p:cNvCxnSpPr/>
          <p:nvPr/>
        </p:nvCxnSpPr>
        <p:spPr>
          <a:xfrm>
            <a:off x="4318000" y="42545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6DDE7B0-51FB-A861-6C11-C0ACF0DA722D}"/>
              </a:ext>
            </a:extLst>
          </p:cNvPr>
          <p:cNvCxnSpPr/>
          <p:nvPr/>
        </p:nvCxnSpPr>
        <p:spPr>
          <a:xfrm>
            <a:off x="8128000" y="4254500"/>
            <a:ext cx="3048000" cy="0"/>
          </a:xfrm>
          <a:prstGeom prst="line">
            <a:avLst/>
          </a:prstGeom>
          <a:ln w="76200">
            <a:solidFill>
              <a:srgbClr val="283C78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2E1995B-C521-FB75-C934-93961480ABA8}"/>
              </a:ext>
            </a:extLst>
          </p:cNvPr>
          <p:cNvCxnSpPr/>
          <p:nvPr/>
        </p:nvCxnSpPr>
        <p:spPr>
          <a:xfrm>
            <a:off x="508000" y="5461000"/>
            <a:ext cx="3048000" cy="0"/>
          </a:xfrm>
          <a:prstGeom prst="line">
            <a:avLst/>
          </a:prstGeom>
          <a:ln w="12700">
            <a:solidFill>
              <a:srgbClr val="283C78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26CDAE2-1F28-76C5-906B-B1F4D7D66FB5}"/>
              </a:ext>
            </a:extLst>
          </p:cNvPr>
          <p:cNvCxnSpPr/>
          <p:nvPr/>
        </p:nvCxnSpPr>
        <p:spPr>
          <a:xfrm>
            <a:off x="4318000" y="54610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9C2A928-07F7-530A-114A-A9A4E1C0B983}"/>
              </a:ext>
            </a:extLst>
          </p:cNvPr>
          <p:cNvCxnSpPr/>
          <p:nvPr/>
        </p:nvCxnSpPr>
        <p:spPr>
          <a:xfrm>
            <a:off x="8128000" y="5461000"/>
            <a:ext cx="3048000" cy="0"/>
          </a:xfrm>
          <a:prstGeom prst="line">
            <a:avLst/>
          </a:prstGeom>
          <a:ln w="76200">
            <a:solidFill>
              <a:srgbClr val="283C78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85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D74EF589-0CB2-CE5F-C7C5-EA4126E534CD}"/>
              </a:ext>
            </a:extLst>
          </p:cNvPr>
          <p:cNvCxnSpPr/>
          <p:nvPr/>
        </p:nvCxnSpPr>
        <p:spPr>
          <a:xfrm>
            <a:off x="508000" y="6350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6737ADF-B14E-6998-C334-CD62FB660602}"/>
              </a:ext>
            </a:extLst>
          </p:cNvPr>
          <p:cNvCxnSpPr/>
          <p:nvPr/>
        </p:nvCxnSpPr>
        <p:spPr>
          <a:xfrm>
            <a:off x="4318000" y="6350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triangle"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20E8B94-8F88-70B6-D8D0-DC9BCF02886F}"/>
              </a:ext>
            </a:extLst>
          </p:cNvPr>
          <p:cNvCxnSpPr/>
          <p:nvPr/>
        </p:nvCxnSpPr>
        <p:spPr>
          <a:xfrm>
            <a:off x="8128000" y="6350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triangle" w="lg" len="sm"/>
            <a:tailEnd type="triangl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F307139-0486-EB7D-EBC4-A0BFB92973E2}"/>
              </a:ext>
            </a:extLst>
          </p:cNvPr>
          <p:cNvCxnSpPr/>
          <p:nvPr/>
        </p:nvCxnSpPr>
        <p:spPr>
          <a:xfrm>
            <a:off x="508000" y="18415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D8BAC7F-2B4A-D516-2B5D-0FD0DB012D07}"/>
              </a:ext>
            </a:extLst>
          </p:cNvPr>
          <p:cNvCxnSpPr/>
          <p:nvPr/>
        </p:nvCxnSpPr>
        <p:spPr>
          <a:xfrm>
            <a:off x="4318000" y="18415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AD4EB4E-D7A5-A729-17E0-16EE070CFF94}"/>
              </a:ext>
            </a:extLst>
          </p:cNvPr>
          <p:cNvCxnSpPr/>
          <p:nvPr/>
        </p:nvCxnSpPr>
        <p:spPr>
          <a:xfrm>
            <a:off x="8128000" y="18415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triangle"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0B13170-32A7-E48B-952B-BE5530C04FF5}"/>
              </a:ext>
            </a:extLst>
          </p:cNvPr>
          <p:cNvCxnSpPr/>
          <p:nvPr/>
        </p:nvCxnSpPr>
        <p:spPr>
          <a:xfrm>
            <a:off x="508000" y="30480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D755716-37B4-51CF-9F7E-B8C47A271D7F}"/>
              </a:ext>
            </a:extLst>
          </p:cNvPr>
          <p:cNvCxnSpPr/>
          <p:nvPr/>
        </p:nvCxnSpPr>
        <p:spPr>
          <a:xfrm>
            <a:off x="4318000" y="30480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triangle"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9D981D7-7DE9-F4ED-E06A-34174DA79AB0}"/>
              </a:ext>
            </a:extLst>
          </p:cNvPr>
          <p:cNvCxnSpPr/>
          <p:nvPr/>
        </p:nvCxnSpPr>
        <p:spPr>
          <a:xfrm>
            <a:off x="8128000" y="3048000"/>
            <a:ext cx="3048000" cy="0"/>
          </a:xfrm>
          <a:prstGeom prst="line">
            <a:avLst/>
          </a:prstGeom>
          <a:ln w="38100">
            <a:solidFill>
              <a:srgbClr val="283C78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221C36F-24A1-17C4-3D5E-1A3D82AF96CA}"/>
              </a:ext>
            </a:extLst>
          </p:cNvPr>
          <p:cNvCxnSpPr/>
          <p:nvPr/>
        </p:nvCxnSpPr>
        <p:spPr>
          <a:xfrm>
            <a:off x="762000" y="4318000"/>
            <a:ext cx="4318000" cy="2032000"/>
          </a:xfrm>
          <a:prstGeom prst="line">
            <a:avLst/>
          </a:prstGeom>
          <a:ln w="25400"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37D74868-D176-CD33-934F-D4E4CC27E704}"/>
              </a:ext>
            </a:extLst>
          </p:cNvPr>
          <p:cNvCxnSpPr/>
          <p:nvPr/>
        </p:nvCxnSpPr>
        <p:spPr>
          <a:xfrm>
            <a:off x="6096000" y="4318000"/>
            <a:ext cx="5080000" cy="2032000"/>
          </a:xfrm>
          <a:prstGeom prst="bentConnector3">
            <a:avLst/>
          </a:prstGeom>
          <a:ln w="254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971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2026-10-14T07:37:08Z</dcterms:created>
  <dcterms:modified xsi:type="dcterms:W3CDTF">2026-10-14T07:37:08Z</dcterms:modified>
</cp:coreProperties>
</file>