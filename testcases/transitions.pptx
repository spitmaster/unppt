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1FCF47-85F5-A18A-48F2-8EDF3D2FA0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975B2A3-5095-DB26-0347-9AE10ABC9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2A1C8-DA22-05FD-D94E-A10DC25A3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548597-DBA3-D5B6-BA02-DAE1B9E1F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D07EB4-7F90-893C-C11F-32EDEBCDD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5994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EB1702-1439-6EF8-1070-D215C3418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818B33-A460-1665-5922-960E5136C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6FBAF3-A1B0-FC04-2138-C9E4F5E5D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4CABA14-635D-08DC-0BD7-4DFF17BAB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AF1206-4F71-088F-7E1E-66D30C3B1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1924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3D3E8A-B6D3-66EB-5DB0-355E251F0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5E4FF17-A18B-D0E4-DA64-249C5BCD9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C14D63-7FF7-FEF1-C1D1-6916FA4D3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5F8F08-5E11-EBE5-F7DC-3C5F395E3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4D8B25-A9F8-1E55-D5A0-4AEA7DE83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4837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5D26E6-8CDB-2507-2789-D8C6E4C8C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D258F1-3509-DDD9-659E-0AE2AA4E0F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E2CC814-79C6-7C61-8E8F-CC36CF5FDC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F8BCD0B-3515-0803-187D-3DE0B93E0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57F7B6F-39F2-8993-63A5-209A06149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29F42F3-BC88-59F3-1E93-2AC6AA1A8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0810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6EC3B9-4D62-4DA9-926D-645C16ACE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B152897-9463-42E2-E1C0-856B792FD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B5133C7-75A6-AC8A-1654-70AD191A75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E96EC4B-5444-A459-1726-2194E47A62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A34F738-0D49-D8E0-C7A8-A5EEF0B267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A7495F4-F474-72EA-C20A-C41E5F3E9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2973CE3-8A52-2C7B-90BA-5565C744B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B66FCAC-4B9E-E01A-C6B6-FAA3CF8A0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6471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D51DE6-19C8-E2FD-D88B-BB3D6590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34FB20C-EE39-5113-1E0E-188705424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68F2428-70CE-EAB4-10F8-3292A985D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28B3759-3532-F7FC-A78F-663833C16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1756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9CC33F3-71FA-5010-3B41-A908E103F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F4EC962-2910-C927-B01D-FA06316DE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C7612D2-9AE9-801E-984F-E767F544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8663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5D9160-FF45-01DF-0A60-16D156DFB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F6481A-D43D-2CDC-FADF-E991EB8E6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5D89B65-DAEE-A6CF-B52D-3CB923E459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2C2B605-5B3D-57A7-6DC8-80907CF55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7A1B77C-B91F-F5A1-29CE-7DBEBB6D4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493619F-4B12-ADC3-EB8D-0DC5ED01F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0516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8BF5A7-C4AF-7230-F2FA-C5A28E81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3DA48D1-5295-D91A-2C76-60E8E117F4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FE38594-7FF5-4BA3-507B-35985F247D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745E9EF-6C75-EFC6-38E5-A69526A2F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DAE6E36-7748-EA6F-CC83-63673A6F7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438FD7-34CD-D5FE-88FD-69E6EA24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5702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56005-60FA-4784-BA04-046B0DB27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3D175B-4C5B-1CE9-26AB-27DA52F5A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B7E062-EEC0-A03D-2197-A4C1212A3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3B59AD-9C33-97B3-CCB6-D679664A5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B9E7C7-5463-4EE7-0549-6C8A2F69D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5382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E052D26-EBD0-67A3-0A5D-DA3A15DEE1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DF5CC24-90BF-ACB7-19E5-CE41B9B3E2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FF887-4645-87ED-9384-C76E44B9A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9EBACC-6411-0D36-E144-9330F38E2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B66CF3-46AC-EF5A-F155-9F5D584AE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7795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CB74E88-B0FF-A975-312D-09B9E829E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755362-83F3-1623-AAD4-16544EB7F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11DB55-11CB-1454-1B4C-8CAF295813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5F9051-2566-4200-B860-7E1F8C663F4B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176488-DA19-B5E9-4010-950DB45E1A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6D815B-5A2A-1F0E-B2F4-AA785B8B7D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FCF1E8-F400-4BDF-90B2-B82CEEA726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4507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5A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75467DD-0849-8028-8E16-A4A9058D19A7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1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1076254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D5A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C1FD99-9DEC-66D0-428F-7DD50BF866FA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2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0932331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25A7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72B0F15-635E-DE20-C6B4-D2F80DEE93E4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3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14666340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push/>
      </p:transition>
    </mc:Choice>
    <mc:Fallback>
      <p:transition spd="slow">
        <p:push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5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9E67326-B4CF-B43C-780E-0A06840853E5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4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8280403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push dir="r"/>
      </p:transition>
    </mc:Choice>
    <mc:Fallback>
      <p:transition spd="slow">
        <p:push dir="r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C5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4EAC87B-19A5-5534-A8EE-583593059329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5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3122647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push dir="u"/>
      </p:transition>
    </mc:Choice>
    <mc:Fallback>
      <p:transition spd="slow">
        <p:push dir="u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5A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8A94750-10B5-88D5-DA26-222CCEFC6B52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6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21110035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wipe/>
      </p:transition>
    </mc:Choice>
    <mc:Fallback>
      <p:transition spd="slow">
        <p:wip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E5A8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AEAC3AD-B398-FAEC-25EC-BF8CDA27A2B4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7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3515925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wipe dir="u"/>
      </p:transition>
    </mc:Choice>
    <mc:Fallback>
      <p:transition spd="slow">
        <p:wipe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35A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CAE6CB8-74EB-CA7B-D472-28D9C75AB9A1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8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40641641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split dir="in"/>
      </p:transition>
    </mc:Choice>
    <mc:Fallback>
      <p:transition spd="slow">
        <p:split dir="in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85A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9FE965A-8C9C-1DFE-F60B-D662391C77B8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9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412059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split orient="vert"/>
      </p:transition>
    </mc:Choice>
    <mc:Fallback>
      <p:transition spd="slow">
        <p:split orient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5A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F84514F-1AE8-1A22-C203-FFCE229B2627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10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1557247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over/>
      </p:transition>
    </mc:Choice>
    <mc:Fallback>
      <p:transition spd="slow">
        <p:cover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25A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B66B26B-0EC6-4BF2-29F9-5BA55B663054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11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12866802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pull/>
      </p:transition>
    </mc:Choice>
    <mc:Fallback>
      <p:transition spd="slow">
        <p:pull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5A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1A4A224-5E1B-417F-0BA3-5DD3C4AAC90E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12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25159177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randomBar/>
      </p:transition>
    </mc:Choice>
    <mc:Fallback>
      <p:transition spd="slow">
        <p:randomBar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A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435E8D6-515E-167B-A20D-BC7E4AE59BD5}"/>
              </a:ext>
            </a:extLst>
          </p:cNvPr>
          <p:cNvSpPr txBox="1"/>
          <p:nvPr/>
        </p:nvSpPr>
        <p:spPr>
          <a:xfrm>
            <a:off x="1270000" y="2794000"/>
            <a:ext cx="9652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5400">
                <a:solidFill>
                  <a:srgbClr val="FFFFFF"/>
                </a:solidFill>
              </a:rPr>
              <a:t>第 </a:t>
            </a:r>
            <a:r>
              <a:rPr lang="en-US" altLang="zh-CN" sz="5400">
                <a:solidFill>
                  <a:srgbClr val="FFFFFF"/>
                </a:solidFill>
              </a:rPr>
              <a:t>13 </a:t>
            </a:r>
            <a:r>
              <a:rPr lang="zh-CN" altLang="en-US" sz="5400">
                <a:solidFill>
                  <a:srgbClr val="FFFFFF"/>
                </a:solidFill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8143657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ircle/>
      </p:transition>
    </mc:Choice>
    <mc:Fallback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</Words>
  <Application>Microsoft Office PowerPoint</Application>
  <PresentationFormat>自定义</PresentationFormat>
  <Paragraphs>13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2026-10-13T10:09:36Z</dcterms:created>
  <dcterms:modified xsi:type="dcterms:W3CDTF">2026-10-13T10:09:36Z</dcterms:modified>
</cp:coreProperties>
</file>