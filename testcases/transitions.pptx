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D6BDB-B713-0EB3-AD0B-47B48C83A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6A79859-8A42-BC9F-B586-97DE03CBF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5D2F27-14EF-81BE-BBB4-33A9827FC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0BD1-94EA-4D63-A2F5-5BFFEE810A1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4D900A-625E-4D58-4A72-3DD93B347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4339BE-520E-7A33-A536-853F8062E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DC62-10D3-457F-B9DD-3F915346C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77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A327C-E144-3A53-FFED-9D2CF24B7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380689-D077-6F20-92F4-7A7FEA009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28F71B-5C2D-DAC8-404D-0D56D5B76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0BD1-94EA-4D63-A2F5-5BFFEE810A1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CB2320-395E-04EC-06C1-D11A9D89A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9C9543-5925-A1C9-5D0C-21649B1C5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DC62-10D3-457F-B9DD-3F915346C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718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A4AB90-1A29-5E41-4A9C-60A82562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F49D6-3B56-DCB5-F004-2D6AED219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D8EFA1-7BDF-6013-E2B5-71E342E05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0BD1-94EA-4D63-A2F5-5BFFEE810A1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01C0D-CC9B-69AA-83EC-97081DF75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A67D4A-F6FD-0E1B-4714-5CC0288F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DC62-10D3-457F-B9DD-3F915346C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212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9E238-8466-A3E8-7243-BDDDB4197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023CA6-071D-D674-98B1-C125D6DF6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E2C185-0BC3-C23B-AD2E-A22585CFC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0BE3BE-3415-0C85-CBDE-E535BC42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0BD1-94EA-4D63-A2F5-5BFFEE810A1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83E790-D902-1A2D-4178-D148B9904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D03380-2BBB-E372-7163-15AED146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DC62-10D3-457F-B9DD-3F915346C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343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55FEA-76BA-E01A-42AD-E712A2036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B6AAE3-96D7-9310-8B39-DCC1AF4B9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165644-D2FB-3DB4-4DBD-9C3B4656B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58B88C-F73C-0C54-7857-175157BFD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DA167D-32F3-A849-4467-C5414CB2EC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4BE87D-6E2C-0354-F710-BF32ED3CF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0BD1-94EA-4D63-A2F5-5BFFEE810A1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12C2658-8AE5-65F4-70F5-9678BCCF7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BF61BAC-3AE3-90B2-B21A-6D8100C8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DC62-10D3-457F-B9DD-3F915346C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88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1DF241-5049-22B4-7CC3-D7E54BB3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A297D89-6A07-D108-34FB-D17FAE8D1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0BD1-94EA-4D63-A2F5-5BFFEE810A1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D0BA92-ADD7-50C5-5F11-7A4C4AD72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CF6343-29EE-FDF6-DC55-B4EF74FE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DC62-10D3-457F-B9DD-3F915346C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363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FE9FD7-FCA1-91BC-25A6-F75832CD7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0BD1-94EA-4D63-A2F5-5BFFEE810A1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122218-F31F-C936-2715-B31BA7F43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51EB8B-7EE5-1287-79C0-EDB0DFF37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DC62-10D3-457F-B9DD-3F915346C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374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C13EA-724B-BE19-FCE9-AC0FB0134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88D404-2F1C-AF53-F4A7-DEC5F44C8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1CC0AD-DCB0-F087-8836-E2E7D1C62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2A1F63-4FD0-EF36-5260-93A06EC31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0BD1-94EA-4D63-A2F5-5BFFEE810A1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237C6C-355A-56D1-F2ED-CE3A06EC6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4C2B9E-11BB-1DCF-56B0-B7270DD4B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DC62-10D3-457F-B9DD-3F915346C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280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D1C2C-D9EB-548B-4FF6-F54DEB87A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7EBE02-0F79-ABF7-8804-3DF8041920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E4E1D9-D7BF-12BB-7CA6-364350D7C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9CADC0-14DF-8FCC-8D3B-9270C5EB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0BD1-94EA-4D63-A2F5-5BFFEE810A1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0058C6-0097-B7E3-7E88-C0394538F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7C2D64-43C9-C720-D30A-DF6AE300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DC62-10D3-457F-B9DD-3F915346C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30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4C93C3-C6BF-14BE-F17E-E3C2DB2B8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693643-9D24-7C48-5036-EAF79F425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F27A21-250B-A176-ACCE-84B977A0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0BD1-94EA-4D63-A2F5-5BFFEE810A1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1EC410-6995-1F9A-819D-CB9176D3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FDEBAD-2201-33F8-1DD7-60B861636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DC62-10D3-457F-B9DD-3F915346C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122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7A9BE4-FE33-0588-EE1F-455370EAD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1DC9B8-F7DC-D26F-4366-AD708A862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F653E8-DC20-458B-B6FA-7EF389E2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0BD1-94EA-4D63-A2F5-5BFFEE810A1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231E5-0B33-BB1C-F4B8-9F52C391F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3CE0F8-73E4-005C-5FB3-1B27557EE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DC62-10D3-457F-B9DD-3F915346C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47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8C54FA-39B3-BDDE-6B17-88086A254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FB701A-45E2-294F-7EC1-8905AC778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AF615D-D0B9-F28B-447A-264D5C2837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F0BD1-94EA-4D63-A2F5-5BFFEE810A1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6E695A-1918-3CAE-737F-66C1B8A8C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F732B7-3333-1BBA-A30B-3E795AB78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EDC62-10D3-457F-B9DD-3F915346C1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273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A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72BC937-F861-B9BF-DA03-8F7F0BA4528F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1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812430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5A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5060B4C-DE0B-1689-1747-39E45B3F8977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2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036821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5A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A90256F-D3AE-EDB6-D97B-C380E551443F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3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500475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sh/>
      </p:transition>
    </mc:Choice>
    <mc:Fallback>
      <p:transition spd="slow">
        <p:push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5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8FC9ABB-E1D6-51B4-18F5-59B497EAE1A0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4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685374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sh dir="r"/>
      </p:transition>
    </mc:Choice>
    <mc:Fallback>
      <p:transition spd="slow">
        <p:push dir="r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5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C042B0D-0AAF-6DE8-FC63-F7527A7BE46D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5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770394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sh dir="u"/>
      </p:transition>
    </mc:Choice>
    <mc:Fallback>
      <p:transition spd="slow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5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A5EF1F5-9E07-FE1D-F8F6-5FB6D1509064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6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906023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5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8C44638-275D-0920-296A-46DF2D0E910B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7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661489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u"/>
      </p:transition>
    </mc:Choice>
    <mc:Fallback>
      <p:transition spd="slow">
        <p:wipe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35A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F6CB37-C96D-95C9-19A4-13704ACA9F67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8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26864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 dir="in"/>
      </p:transition>
    </mc:Choice>
    <mc:Fallback>
      <p:transition spd="slow">
        <p:split dir="in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85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AAC7176-51F8-3515-167E-C73D38895FCF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9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145276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5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D56692D-9371-922D-9B7C-4C5233EAB50F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10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4019880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ver/>
      </p:transition>
    </mc:Choice>
    <mc:Fallback>
      <p:transition spd="slow">
        <p:cov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5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D0C58E9-6423-9247-546F-AD56DFA3A16C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11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46759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</p:transition>
    </mc:Choice>
    <mc:Fallback>
      <p:transition spd="slow">
        <p:pull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5A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E48304-FBE6-07BE-5856-F6B8997E55A6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12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735671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Bar/>
      </p:transition>
    </mc:Choice>
    <mc:Fallback>
      <p:transition spd="slow">
        <p:randomBar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A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0354D59-E932-6A04-F255-0047A12F189E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13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082345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自定义</PresentationFormat>
  <Paragraphs>13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2026-10-13T02:44:10Z</dcterms:created>
  <dcterms:modified xsi:type="dcterms:W3CDTF">2026-10-13T02:44:10Z</dcterms:modified>
</cp:coreProperties>
</file>