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BB5C4-465F-3131-0B4A-74BD93278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CADF2B-8A9B-C49D-D38B-D004AE616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15CB25-4629-0C8E-0ED3-CB124290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D7D7-4F1B-4665-8FD3-50665CCAE21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A59549-0332-E017-F3AC-FE44C512C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43274F-D25A-99B8-F5E9-D9212F60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8868-423B-4B68-B28C-5657EB06F7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626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8ADC4-4393-D72E-96F7-9E67E16D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F64039-E104-EA76-E6BD-68B55C1A0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89D95D-8EBC-7806-2FFC-159BFB617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D7D7-4F1B-4665-8FD3-50665CCAE21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6721FE-97FB-1F43-F117-9DA242CD1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C02DE-FE19-3D5F-394F-2251E069C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8868-423B-4B68-B28C-5657EB06F7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194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66AE0-BF66-26A0-1060-435C10CEA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82E9D2-3CB6-FD5F-88D2-91AD5A6D9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185F13-9EA2-A0FD-09F6-A01351DA2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D7D7-4F1B-4665-8FD3-50665CCAE21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3AB823-03DC-5483-6D6E-3FC152E3A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134E37-6127-D361-71E8-EDD2177F0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8868-423B-4B68-B28C-5657EB06F7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220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208939-942E-ADB3-98B7-3CF4D0668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5C8559-1983-D727-5D51-1984E3B82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2D61D4-89F5-3DBB-C8EA-4261F9873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B80400-EA18-6CF7-29C0-33D41D076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D7D7-4F1B-4665-8FD3-50665CCAE21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438FC0-1E00-CA00-5280-5EFEFD7F9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9BAEB5-E8EC-3C30-908C-A56A69726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8868-423B-4B68-B28C-5657EB06F7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734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828680-DB8F-E64D-B61A-F312949CE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B8A7F8-2302-E5E6-128D-9F09209FB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EEF517-24EF-4777-0CDA-37CDB59EB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EBDB56-137A-01C1-85C9-B92B8AC3C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D4E53C-C810-76C1-FB38-1F95323556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78E9CDC-B965-5F20-BBF5-3CA5403E0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D7D7-4F1B-4665-8FD3-50665CCAE21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8BAEFE-EF49-D104-0681-6A5A21FA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34C804-FE51-6D42-9E7E-E54DCDF8C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8868-423B-4B68-B28C-5657EB06F7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461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FFA864-C391-39FD-56E0-6B909024E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E21EBD-2F43-E4E7-4114-F5EE3FD51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D7D7-4F1B-4665-8FD3-50665CCAE21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03E29A-F950-F40D-CE4F-DB614BB7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A17326-2892-25BD-0A25-71D6908D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8868-423B-4B68-B28C-5657EB06F7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172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A8BB6C-958B-3E3E-7EF2-1D40681C6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D7D7-4F1B-4665-8FD3-50665CCAE21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48B6DF-DD56-4362-FF06-340AE3004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48FF2F-6345-339F-9471-7AA23601B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8868-423B-4B68-B28C-5657EB06F7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626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59CD4D-3F82-3E40-B650-F62B3086B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033021-AB7E-4482-FF07-AB2E2213C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E9D23D-F769-A40D-0941-71ED23852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FDEA05-F5A2-8158-F3A4-D0CF7388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D7D7-4F1B-4665-8FD3-50665CCAE21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6F7F99-C8B9-DBE4-5196-32D1DA428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BAA200-6BA8-BB0D-5D22-2E6A91AEB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8868-423B-4B68-B28C-5657EB06F7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277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93425E-A86F-4632-7917-4DD6B7CAC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432F25A-6336-9635-31D6-E27E86A92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BF024D-A3F5-DE33-62D3-F9009F6CE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32051C-8113-4DBA-DF4E-4D930A5E1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D7D7-4F1B-4665-8FD3-50665CCAE21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2C6E18-888A-1762-8CFB-D8A5A1EF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2E0A88-0E62-4AF6-3C18-C7E7BC0C0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8868-423B-4B68-B28C-5657EB06F7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757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0BA6C-2121-5AE9-C2CE-2A1D310C8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6D2CBA-C618-83C1-5B4B-C3BD0436E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0CF847-C3AC-8EE2-0C93-76C781610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D7D7-4F1B-4665-8FD3-50665CCAE21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782E84-532F-E5D2-AC73-41C1599B7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46EF5A-4E99-1826-7486-7A2D07781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8868-423B-4B68-B28C-5657EB06F7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938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534CCF9-6FE3-87AA-CD8C-BC7D0DB1E8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45FE32-6B70-A52D-938F-8AAA5A469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3B79C5-693D-CAA6-8B59-5F6628AD9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D7D7-4F1B-4665-8FD3-50665CCAE21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E88C93-660A-E4A5-CBF8-4E314ACA8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2D9D50-ED0D-8CCE-60D0-E19A1E35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8868-423B-4B68-B28C-5657EB06F7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207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9D295E7-1FB7-7ABC-35E4-91ED3E92E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333A1F-1EB4-BB91-A7A0-1ACC510A2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B2796A-0506-9672-E42D-CC8EE3D6A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7CD7D7-4F1B-4665-8FD3-50665CCAE218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3C1E82-750F-79A3-2827-5DD79B33B0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F03222-737F-9EF8-1EEE-D5BC5484C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C8868-423B-4B68-B28C-5657EB06F7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52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ED3405-2269-F1E8-8FBB-DF3CFEFF4489}"/>
              </a:ext>
            </a:extLst>
          </p:cNvPr>
          <p:cNvSpPr/>
          <p:nvPr/>
        </p:nvSpPr>
        <p:spPr>
          <a:xfrm>
            <a:off x="508000" y="1524000"/>
            <a:ext cx="1524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D377FD-9436-8764-CE3B-189893FDE26B}"/>
              </a:ext>
            </a:extLst>
          </p:cNvPr>
          <p:cNvSpPr/>
          <p:nvPr/>
        </p:nvSpPr>
        <p:spPr>
          <a:xfrm>
            <a:off x="2413000" y="1524000"/>
            <a:ext cx="1524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7FAE71-B98B-8553-DFD9-83FCD6DCBE59}"/>
              </a:ext>
            </a:extLst>
          </p:cNvPr>
          <p:cNvSpPr/>
          <p:nvPr/>
        </p:nvSpPr>
        <p:spPr>
          <a:xfrm>
            <a:off x="4318000" y="1524000"/>
            <a:ext cx="1524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2570D0-FBEB-44C9-7A82-8AC174E162D6}"/>
              </a:ext>
            </a:extLst>
          </p:cNvPr>
          <p:cNvSpPr/>
          <p:nvPr/>
        </p:nvSpPr>
        <p:spPr>
          <a:xfrm>
            <a:off x="6223000" y="1524000"/>
            <a:ext cx="1524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5A41F8-7F83-576F-556D-7E03B6B9B727}"/>
              </a:ext>
            </a:extLst>
          </p:cNvPr>
          <p:cNvSpPr/>
          <p:nvPr/>
        </p:nvSpPr>
        <p:spPr>
          <a:xfrm>
            <a:off x="8128000" y="1524000"/>
            <a:ext cx="1524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F60CE5-E8DE-AF8C-F042-EF666D7E6C28}"/>
              </a:ext>
            </a:extLst>
          </p:cNvPr>
          <p:cNvSpPr/>
          <p:nvPr/>
        </p:nvSpPr>
        <p:spPr>
          <a:xfrm>
            <a:off x="10033000" y="1524000"/>
            <a:ext cx="1524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6</a:t>
            </a: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20B6B2-038A-E0EE-0132-3041FF131B1F}"/>
              </a:ext>
            </a:extLst>
          </p:cNvPr>
          <p:cNvSpPr/>
          <p:nvPr/>
        </p:nvSpPr>
        <p:spPr>
          <a:xfrm>
            <a:off x="508000" y="4064000"/>
            <a:ext cx="1524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7</a:t>
            </a: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D1ED6A3-9862-077C-09D7-6DD0A0A57B69}"/>
              </a:ext>
            </a:extLst>
          </p:cNvPr>
          <p:cNvSpPr/>
          <p:nvPr/>
        </p:nvSpPr>
        <p:spPr>
          <a:xfrm>
            <a:off x="2413000" y="4064000"/>
            <a:ext cx="1524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8</a:t>
            </a: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CADE36-AA8D-F202-5FE9-28E6F0EB6DF8}"/>
              </a:ext>
            </a:extLst>
          </p:cNvPr>
          <p:cNvSpPr/>
          <p:nvPr/>
        </p:nvSpPr>
        <p:spPr>
          <a:xfrm>
            <a:off x="4318000" y="4064000"/>
            <a:ext cx="1524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9</a:t>
            </a: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3FFB1A-E4F8-97A1-1106-FDB23F8D48F1}"/>
              </a:ext>
            </a:extLst>
          </p:cNvPr>
          <p:cNvSpPr/>
          <p:nvPr/>
        </p:nvSpPr>
        <p:spPr>
          <a:xfrm>
            <a:off x="6223000" y="4064000"/>
            <a:ext cx="1524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10</a:t>
            </a:r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96FC31-E87A-538C-0748-B320BA4DD94F}"/>
              </a:ext>
            </a:extLst>
          </p:cNvPr>
          <p:cNvSpPr/>
          <p:nvPr/>
        </p:nvSpPr>
        <p:spPr>
          <a:xfrm>
            <a:off x="8128000" y="4064000"/>
            <a:ext cx="1524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11</a:t>
            </a:r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DB95D8-2CF2-1D57-019F-1DD175BB1F90}"/>
              </a:ext>
            </a:extLst>
          </p:cNvPr>
          <p:cNvSpPr/>
          <p:nvPr/>
        </p:nvSpPr>
        <p:spPr>
          <a:xfrm>
            <a:off x="10033000" y="4064000"/>
            <a:ext cx="1524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49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自定义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2026-10-13T04:28:39Z</dcterms:created>
  <dcterms:modified xsi:type="dcterms:W3CDTF">2026-10-13T04:28:39Z</dcterms:modified>
</cp:coreProperties>
</file>