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FFC27-20D9-4401-6946-0ED2BFD89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77DCAE-3F8D-DAAF-A6FE-FD40E1B4D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0A1F00-85F3-ACD8-EA22-B53591DE4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2BA2B-E9AE-4F25-8CD3-AE4C7233254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25F5BB-0A49-F5AF-D866-CC7337A17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54E26F-1ADD-F40A-9C25-0D1430DB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8275C-07BF-4115-AF01-C8071B62D1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08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47789-468A-4121-95B1-4FD2CA86B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B38C6A-3B78-29AD-BC79-2AD07A259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79A691-49A3-5F74-C548-371B609DA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2BA2B-E9AE-4F25-8CD3-AE4C7233254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0AEF72-8957-A59E-1802-9FA44D79D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AE3A96-7DB6-8CCC-428F-DF66CF713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8275C-07BF-4115-AF01-C8071B62D1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510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7B5E16-D18D-11F5-2073-D529A2BB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84656D-B9AA-067D-A8F2-FB7397DDD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74EF7C-10D7-924E-5012-66882A21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2BA2B-E9AE-4F25-8CD3-AE4C7233254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3AF970-B6C2-50BE-258A-B9EFF5F6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D4E9A8-F38B-5F24-856D-0E66B8A7C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8275C-07BF-4115-AF01-C8071B62D1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52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7A6FD1-1668-AA61-8B99-A9DF3FA11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59C962-9E63-1666-E1F8-95D8008D94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867844-B079-9195-9EDD-848DA3917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6D252B-88B7-C74B-26DF-B0D79B39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2BA2B-E9AE-4F25-8CD3-AE4C7233254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E80B2E-B8B9-FA75-8096-18272D606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343AB2-0BDC-8F2B-2F40-C3CF3BF36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8275C-07BF-4115-AF01-C8071B62D1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478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01400E-6CAB-00D3-2E6F-29C1E2018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F0072C-C137-53B9-4195-2A93E7BA4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C5B077-12D0-45FB-C7FD-7AB6D8803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BC201A-681B-DCFB-E093-65B70ADC4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8E54C4E-0D1C-6626-2D64-8E13FD0E4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E863B0-ADDE-1069-8058-3A2BB2E2D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2BA2B-E9AE-4F25-8CD3-AE4C7233254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56C77A-26B7-7872-32E5-D1984FB9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AA6349-54FA-15E4-31EB-F3C11CD6E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8275C-07BF-4115-AF01-C8071B62D1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29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16A801-2C26-1A3B-F4F8-22FC1F862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882F11-32D2-8E43-1523-5316A0E0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2BA2B-E9AE-4F25-8CD3-AE4C7233254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4467D6-CC38-5CF1-0F5E-E499085EA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0E3F19-6706-9796-1103-FDB7ED4A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8275C-07BF-4115-AF01-C8071B62D1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814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76A945-A8C0-4D9E-01FF-E855253F3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2BA2B-E9AE-4F25-8CD3-AE4C7233254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0B8827-168C-717C-903C-7DFC54A06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9427F6-0483-AAF0-5E91-8773D850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8275C-07BF-4115-AF01-C8071B62D1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944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CCDDA-CB57-D363-2D7A-BDBACB500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83D3B8-266E-A3AA-FABA-000B051F5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538DD5-B846-95D9-3A17-BE659E901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24AD5C-E4E3-00B5-63A5-6C61A955A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2BA2B-E9AE-4F25-8CD3-AE4C7233254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8F7253-1C3D-67AF-DBA0-038F60227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83F674-86D9-08E4-B7EE-75F54B55C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8275C-07BF-4115-AF01-C8071B62D1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3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35211-852A-862A-0DED-C31226CD6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873FEE1-F2EE-1922-13EC-69E7BCFAC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9FB518-142A-57F3-83D6-766A38F41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8D2F5D-2FB5-4AED-DC31-B9111E7E0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2BA2B-E9AE-4F25-8CD3-AE4C7233254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6EE3C8-8BD5-813D-A92D-674204C32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EAC268-9956-728A-A43B-B2720EEFB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8275C-07BF-4115-AF01-C8071B62D1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748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DD402-6A22-CD40-CBF1-F5CCEC114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56E899-3ACD-8F04-2D5F-F1EBD08F5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1D4FC6-F7B8-6E76-AF5A-45D63998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2BA2B-E9AE-4F25-8CD3-AE4C7233254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077B28-75D2-926C-ADE5-273139837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794E8C-8BFF-BC1B-8E70-86EB02194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8275C-07BF-4115-AF01-C8071B62D1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950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33638C-2CDB-7013-DBCE-1F61852027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72214E-2A32-74D4-1194-C82E9C04E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6163BE-F644-2410-EF22-3E8E69F7F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2BA2B-E9AE-4F25-8CD3-AE4C7233254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E347C9-597D-581E-1326-389D433A5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9D055C-FFA7-373A-B2BC-261D9CDA9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8275C-07BF-4115-AF01-C8071B62D1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90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318067-D96A-994D-CB74-965B99B63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2433D1-513D-42DC-4509-EB6DA8AD3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E8A19D-8BA9-A095-3D80-A4A3BA28A0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92BA2B-E9AE-4F25-8CD3-AE4C7233254B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617687-23D8-B6B8-C033-6E539D4EB9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E26EBF-B6DA-7892-5B7C-D134DCACF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88275C-07BF-4115-AF01-C8071B62D1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884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-x.emf"/><Relationship Id="rId2" Type="http://schemas.openxmlformats.org/officeDocument/2006/relationships/image" Target="../media/image1-x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-x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0">
            <a:extLst>
              <a:ext uri="{FF2B5EF4-FFF2-40B4-BE49-F238E27FC236}">
                <a16:creationId xmlns:a16="http://schemas.microsoft.com/office/drawing/2014/main" id="{EEA86E1E-6B6C-F4BE-B7FA-32B1D20285A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81000"/>
            <a:ext cx="4572000" cy="3048000"/>
          </a:xfrm>
          <a:prstGeom prst="rect">
            <a:avLst/>
          </a:prstGeom>
        </p:spPr>
      </p:pic>
      <p:pic>
        <p:nvPicPr>
          <p:cNvPr id="5" name="Pic1">
            <a:extLst>
              <a:ext uri="{FF2B5EF4-FFF2-40B4-BE49-F238E27FC236}">
                <a16:creationId xmlns:a16="http://schemas.microsoft.com/office/drawing/2014/main" id="{318E6136-F232-D973-7D03-5F0FBAC184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381000"/>
            <a:ext cx="4572000" cy="3048000"/>
          </a:xfrm>
          <a:prstGeom prst="rect">
            <a:avLst/>
          </a:prstGeom>
        </p:spPr>
      </p:pic>
      <p:pic>
        <p:nvPicPr>
          <p:cNvPr id="7" name="Pic2">
            <a:extLst>
              <a:ext uri="{FF2B5EF4-FFF2-40B4-BE49-F238E27FC236}">
                <a16:creationId xmlns:a16="http://schemas.microsoft.com/office/drawing/2014/main" id="{613D1AB0-7727-8430-1122-AC05C854F53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556000"/>
            <a:ext cx="4572000" cy="3048000"/>
          </a:xfrm>
          <a:prstGeom prst="rect">
            <a:avLst/>
          </a:prstGeom>
        </p:spPr>
      </p:pic>
      <p:pic>
        <p:nvPicPr>
          <p:cNvPr id="9" name="Pic3">
            <a:extLst>
              <a:ext uri="{FF2B5EF4-FFF2-40B4-BE49-F238E27FC236}">
                <a16:creationId xmlns:a16="http://schemas.microsoft.com/office/drawing/2014/main" id="{FC028E84-BCE0-686E-9AB1-60534E1C3AC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3556000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45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2026-10-15T12:22:19Z</dcterms:created>
  <dcterms:modified xsi:type="dcterms:W3CDTF">2026-10-15T12:22:19Z</dcterms:modified>
</cp:coreProperties>
</file>