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C0843-FBEE-361C-603A-E7D2485FE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DF4274-7F91-C729-A166-E90F9FCBF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1AFABA-596B-25DA-4544-93D554B0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019AA-D35E-791D-23A6-B49BBAFC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4D06C-C0A7-0760-767B-10C9C4AE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63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6E84E-449F-A547-F00E-0B4E39C0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A8558-0A38-B3A2-6534-47B925874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CF18F6-0899-E029-9E28-50C60A01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3E54E-C656-741D-ED97-60088B45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A1B1A-6E1C-7246-839A-38892265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851ED-CFDB-33BE-8B43-59087ED4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F57862-5D70-4338-0978-95F21A9EC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C5308-6386-A13F-D56D-0A520ABE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18F23-40E9-7DBE-C478-B91D0E96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CDC22-5DEE-6967-EBE9-84C5A631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55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E3871-AA8F-D272-7B57-21F874F2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99BCD-9069-C1F7-4AD3-EA672B429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7CD5B0-5A0B-7F05-D3F2-832CCDEBD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35574-0298-CB2B-5FEA-C25BB48E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B733F-814E-7226-E97E-4FCF7371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8350B-C559-5D8F-EB1A-E58C9D03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10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7B8A6-DD5C-5F1C-370E-1749D1E8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54876D-6F6D-8ED2-FA5C-1FD82002D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D4AE12-A094-AE61-BEA6-B6ED7EB0F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60BEF3-709E-FFD9-EF30-D6A0DE6C4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CB6892-4454-913F-2785-C171F1AA6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C20136-5FE9-22C6-5A09-F8BC2336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20193B-D6F2-A94A-A920-74B85A8E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511BA5-6A78-C8A4-70EB-AE4E0636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6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A2097-631E-193C-7D54-F559D2F0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4C9F74-450E-59F2-7BD2-7D5BA3AB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57123E-8DD3-E2D3-59DA-3D6BD490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60144F-67BC-86A5-185C-D0A06401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89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72145D-8F73-E015-12F9-3E71642EA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3662A3-40CF-8763-4FCE-68F093E9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BE033F-65AE-2D82-493D-EFE1D9B9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31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001AB-2BC3-1562-94E9-87C9514A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BEDB9C-BD38-86B0-8283-2EBEE520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B557FE-C81D-15A2-E498-2E7D49D34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92F81-072E-0CED-51BE-311E1E24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714AF-A2CB-9A2F-DDBA-EE2CAC27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5013ED-8C63-C856-4630-67889F0C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9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03B20-70E8-9709-0803-AF1A2FE9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44528E-F5B9-15C4-B08B-0C446BF01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6E41A-0D2D-399D-987C-BF2AC3C10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8759A8-C95F-0488-EBA3-AD407389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24877B-BC53-0FFF-B058-FD1974DA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C4DE3-2477-E598-EE14-39964ACC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1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00EB1-2C52-77F4-3475-A44CA300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82001D-E8A2-C2F1-7D22-01C4749D9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7C41B4-26A5-0CF4-0D91-E3255FB4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EBCEA-915B-AB90-4603-EB31AB91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A9CB0-C664-6ACE-635D-C3738974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59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384C20-0BA0-AE9E-6E02-4358FD478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99F1B3-2F65-78B9-1AA1-46B7346C4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39FB9-3FEB-41BC-2CE9-326A4C5D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84FF4-440B-98DB-C1F5-4B701D12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097E20-278A-C24D-CA86-E281105A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00E57B-FCC1-B68A-21DE-48877E56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8AA240-A874-EA79-51E3-14006E049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C8388-CAEB-5C2C-0A8F-5EFAC3A35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0C874-369C-4258-A45F-479C83D1440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91202-F975-2471-43F6-4DF63EA1F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BBCE9-62B6-64D7-FD33-17D86C2DE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1B7F8-4389-4878-9EE0-EC7BF269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CD8A82-04D2-9AC5-E195-CED66CB1A805}"/>
              </a:ext>
            </a:extLst>
          </p:cNvPr>
          <p:cNvSpPr/>
          <p:nvPr/>
        </p:nvSpPr>
        <p:spPr>
          <a:xfrm>
            <a:off x="508000" y="508000"/>
            <a:ext cx="1905000" cy="1905000"/>
          </a:xfrm>
          <a:prstGeom prst="rect">
            <a:avLst/>
          </a:prstGeom>
          <a:solidFill>
            <a:srgbClr val="DCE6F2"/>
          </a:solidFill>
          <a:ln w="152400" cmpd="sng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8234EC-5AE9-DD1A-B1E0-9759D44AD1E9}"/>
              </a:ext>
            </a:extLst>
          </p:cNvPr>
          <p:cNvSpPr/>
          <p:nvPr/>
        </p:nvSpPr>
        <p:spPr>
          <a:xfrm>
            <a:off x="2794000" y="508000"/>
            <a:ext cx="1905000" cy="1905000"/>
          </a:xfrm>
          <a:prstGeom prst="rect">
            <a:avLst/>
          </a:prstGeom>
          <a:solidFill>
            <a:srgbClr val="DCE6F2"/>
          </a:solidFill>
          <a:ln w="152400" cmpd="dbl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EE569E-E3C6-579D-B031-E1159853BA3F}"/>
              </a:ext>
            </a:extLst>
          </p:cNvPr>
          <p:cNvSpPr/>
          <p:nvPr/>
        </p:nvSpPr>
        <p:spPr>
          <a:xfrm>
            <a:off x="5080000" y="508000"/>
            <a:ext cx="1905000" cy="1905000"/>
          </a:xfrm>
          <a:prstGeom prst="rect">
            <a:avLst/>
          </a:prstGeom>
          <a:solidFill>
            <a:srgbClr val="DCE6F2"/>
          </a:solidFill>
          <a:ln w="152400" cmpd="thinThick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1FCBE9-ACE7-84ED-B125-AFC5D31A6C2B}"/>
              </a:ext>
            </a:extLst>
          </p:cNvPr>
          <p:cNvSpPr/>
          <p:nvPr/>
        </p:nvSpPr>
        <p:spPr>
          <a:xfrm>
            <a:off x="7366000" y="508000"/>
            <a:ext cx="1905000" cy="1905000"/>
          </a:xfrm>
          <a:prstGeom prst="rect">
            <a:avLst/>
          </a:prstGeom>
          <a:solidFill>
            <a:srgbClr val="DCE6F2"/>
          </a:solidFill>
          <a:ln w="152400" cmpd="thickThin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73B48A-CAD8-EDF2-A78B-F9CBD33DB692}"/>
              </a:ext>
            </a:extLst>
          </p:cNvPr>
          <p:cNvSpPr/>
          <p:nvPr/>
        </p:nvSpPr>
        <p:spPr>
          <a:xfrm>
            <a:off x="9652000" y="508000"/>
            <a:ext cx="1905000" cy="1905000"/>
          </a:xfrm>
          <a:prstGeom prst="rect">
            <a:avLst/>
          </a:prstGeom>
          <a:solidFill>
            <a:srgbClr val="DCE6F2"/>
          </a:solidFill>
          <a:ln w="152400" cmpd="tri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CF55E6-55C5-048B-1E81-8CA0B934F582}"/>
              </a:ext>
            </a:extLst>
          </p:cNvPr>
          <p:cNvSpPr/>
          <p:nvPr/>
        </p:nvSpPr>
        <p:spPr>
          <a:xfrm>
            <a:off x="508000" y="2921000"/>
            <a:ext cx="1905000" cy="1905000"/>
          </a:xfrm>
          <a:prstGeom prst="rect">
            <a:avLst/>
          </a:prstGeom>
          <a:solidFill>
            <a:srgbClr val="DCE6F2"/>
          </a:solidFill>
          <a:ln w="76200" cmpd="sng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DB86D6-80D1-7225-5C7E-EB9FFAF67C4F}"/>
              </a:ext>
            </a:extLst>
          </p:cNvPr>
          <p:cNvSpPr/>
          <p:nvPr/>
        </p:nvSpPr>
        <p:spPr>
          <a:xfrm>
            <a:off x="2794000" y="2921000"/>
            <a:ext cx="1905000" cy="1905000"/>
          </a:xfrm>
          <a:prstGeom prst="rect">
            <a:avLst/>
          </a:prstGeom>
          <a:solidFill>
            <a:srgbClr val="DCE6F2"/>
          </a:solidFill>
          <a:ln w="76200" cmpd="dbl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5477AD-897F-E58A-7603-A2A408F79E82}"/>
              </a:ext>
            </a:extLst>
          </p:cNvPr>
          <p:cNvSpPr/>
          <p:nvPr/>
        </p:nvSpPr>
        <p:spPr>
          <a:xfrm>
            <a:off x="5080000" y="2921000"/>
            <a:ext cx="1905000" cy="1905000"/>
          </a:xfrm>
          <a:prstGeom prst="rect">
            <a:avLst/>
          </a:prstGeom>
          <a:solidFill>
            <a:srgbClr val="DCE6F2"/>
          </a:solidFill>
          <a:ln w="76200" cmpd="thinThick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B371F2-D37C-ECAD-4ED4-C929AFAF78B0}"/>
              </a:ext>
            </a:extLst>
          </p:cNvPr>
          <p:cNvSpPr/>
          <p:nvPr/>
        </p:nvSpPr>
        <p:spPr>
          <a:xfrm>
            <a:off x="7366000" y="2921000"/>
            <a:ext cx="1905000" cy="1905000"/>
          </a:xfrm>
          <a:prstGeom prst="rect">
            <a:avLst/>
          </a:prstGeom>
          <a:solidFill>
            <a:srgbClr val="DCE6F2"/>
          </a:solidFill>
          <a:ln w="76200" cmpd="thickThin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0CED8A-0229-D69F-EFF1-A53A720E8AF6}"/>
              </a:ext>
            </a:extLst>
          </p:cNvPr>
          <p:cNvSpPr/>
          <p:nvPr/>
        </p:nvSpPr>
        <p:spPr>
          <a:xfrm>
            <a:off x="9652000" y="2921000"/>
            <a:ext cx="1905000" cy="1905000"/>
          </a:xfrm>
          <a:prstGeom prst="rect">
            <a:avLst/>
          </a:prstGeom>
          <a:solidFill>
            <a:srgbClr val="DCE6F2"/>
          </a:solidFill>
          <a:ln w="76200" cmpd="tri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32D661E-543F-9D94-2437-B471FA41DD2A}"/>
              </a:ext>
            </a:extLst>
          </p:cNvPr>
          <p:cNvSpPr/>
          <p:nvPr/>
        </p:nvSpPr>
        <p:spPr>
          <a:xfrm>
            <a:off x="762000" y="5334000"/>
            <a:ext cx="2540000" cy="1270000"/>
          </a:xfrm>
          <a:prstGeom prst="ellipse">
            <a:avLst/>
          </a:prstGeom>
          <a:noFill/>
          <a:ln w="114300" cap="flat" cmpd="dbl" algn="ctr">
            <a:solidFill>
              <a:schemeClr val="accent1">
                <a:shade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09865A-0881-81FF-BCC0-A6FF06FCB155}"/>
              </a:ext>
            </a:extLst>
          </p:cNvPr>
          <p:cNvCxnSpPr/>
          <p:nvPr/>
        </p:nvCxnSpPr>
        <p:spPr>
          <a:xfrm>
            <a:off x="4064000" y="5969000"/>
            <a:ext cx="7366000" cy="0"/>
          </a:xfrm>
          <a:prstGeom prst="line">
            <a:avLst/>
          </a:prstGeom>
          <a:ln w="114300" cmpd="dbl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88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2026-10-13T07:30:10Z</dcterms:created>
  <dcterms:modified xsi:type="dcterms:W3CDTF">2026-10-13T07:30:10Z</dcterms:modified>
</cp:coreProperties>
</file>