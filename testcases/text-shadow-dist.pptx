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888E2-39F7-E789-7CF8-F3D44ABAB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F0AE96-3D0C-80EB-1A0B-CBD7F4FBA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27761F-740C-C101-A117-6E3E354D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5EA05-B6A8-0634-F4E8-2C7447ED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CE7560-102C-0F49-0A94-3A3AAEB2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30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8F512-A150-1F73-3501-C0964435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71433-4DB7-C2FC-F2D5-31E2552A3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826018-B37A-0F92-0284-F2A86B1F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659EC8-1CB7-3E7F-56FD-903CE1EE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B125A5-7257-2F1C-22BB-3465C8B9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80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9046D-D0EB-07A0-9072-E4BA03DC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2FBFF-5546-2D9E-09B6-664B655A3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94479-5952-0A0B-5AA9-E172AC99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81F756-B75F-7AD9-AEFD-8987FB07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9152DA-618D-5B96-8EDE-1287DF04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2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ED71C-2E67-D456-A38F-72A1CF9C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51852E-28FA-6BA8-3CDF-B67B274EB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ED2FFA-2370-7D64-F62A-51C6C2E94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FEF981-38A0-3C4E-136F-D5C2113B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A5EFB6-D9C6-212A-03AD-37CEBA51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D7F5AC-7898-19F4-631E-62C90F82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74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1C830-4535-E618-7665-468866AA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13F3BC-BFFA-C1FA-F08A-7A1237E7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2491AE-430E-F683-844F-71348A494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369A62-003C-7865-21E7-C9040F43E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F1624-8939-EE4C-D133-5230FA2F0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5C18AD-6137-3637-68AC-D77EBCC5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8885E8-1A43-1C52-2FCF-57D87429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6CC19D-43DB-9B83-5A0B-BBC69A79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67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40114-329C-4B64-AF51-422430B7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0FB36F-51CF-29C0-A534-497BBFED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2135C5-D8A6-FEAF-4724-670D2FEC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3B782B-3779-1090-F6C6-000CAC52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8DA436-850D-70B0-0CB6-E8B821F7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7FC08C-44AF-83D3-41AD-77263100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88ED0-B7AD-417B-1958-64E7DF7F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25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22045-57FA-78FF-294E-95A02ABF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AD50A8-21D9-920B-6273-421749813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DC6A2-C3A7-5EA8-E3FB-16DDFD5BF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D668C8-3960-6DE5-71FF-C9E6C25B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350944-D325-66D5-F074-855D6AD7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9CD51C-376D-AD88-0ED3-E0EF15AE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52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AEB35-DB56-9C7B-D10B-43B161E5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3B7A98-F8D8-B4B2-3AF7-229A79D7F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BF3A26-6CA0-830A-DBA9-5B6840148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9D51BA-D205-4A2F-F278-6CF1861A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D8BBD1-0D0B-ED9D-EED3-B93C01E4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283958-A95A-6361-FDD7-78997B83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60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B8748-6333-9C0B-8B10-BDBCE5B9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6DB8C7-9ACC-201C-6A4B-F4C0D82BA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A3BE7-280C-DF2E-CADD-44271444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766FE-D6E5-E85B-3563-22F67FAA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298D7-5310-C269-E401-0137D152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23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ABBEB3-C007-D4FF-D6D3-29D6C0E67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F5287F-11EB-9D01-AF49-F167FBAF1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761C97-D29E-372E-8448-00FCD257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0D1B6F-E168-1545-99AF-A3F67FD0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F1552B-375D-3473-CDB3-9569A71B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46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DF3819-7478-90C1-02E5-2C62BEFD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437B59-1A4C-4BDC-B47B-DC2B5419D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04501C-E499-F2EA-23F2-0C83EBBE9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B9A47-53C9-4588-ADC9-8A9F7526A520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125EA-0298-EE29-F1C3-1274D29D7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6E158-D528-9F44-0E49-59C022AFF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46D23-335C-42E5-A551-10D4E4E52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84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7DF661-7F73-3215-BDB0-04A71D51EEFF}"/>
              </a:ext>
            </a:extLst>
          </p:cNvPr>
          <p:cNvSpPr txBox="1"/>
          <p:nvPr/>
        </p:nvSpPr>
        <p:spPr>
          <a:xfrm>
            <a:off x="381000" y="254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508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508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508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05865C-21EC-933B-AC31-DFD29832B458}"/>
              </a:ext>
            </a:extLst>
          </p:cNvPr>
          <p:cNvSpPr txBox="1"/>
          <p:nvPr/>
        </p:nvSpPr>
        <p:spPr>
          <a:xfrm>
            <a:off x="381000" y="2159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508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508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50800" dir="54000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9384D1-027D-FE22-CB9F-1BBA3BFD1603}"/>
              </a:ext>
            </a:extLst>
          </p:cNvPr>
          <p:cNvSpPr/>
          <p:nvPr/>
        </p:nvSpPr>
        <p:spPr>
          <a:xfrm>
            <a:off x="508000" y="4318000"/>
            <a:ext cx="1524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dist="71842" dir="2700013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290024-F2A3-4CCA-474C-C509FC75AF2F}"/>
              </a:ext>
            </a:extLst>
          </p:cNvPr>
          <p:cNvSpPr txBox="1"/>
          <p:nvPr/>
        </p:nvSpPr>
        <p:spPr>
          <a:xfrm>
            <a:off x="3302000" y="254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1016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1016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1016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3C0710-56E9-6AA4-1B1C-B08E643A921E}"/>
              </a:ext>
            </a:extLst>
          </p:cNvPr>
          <p:cNvSpPr txBox="1"/>
          <p:nvPr/>
        </p:nvSpPr>
        <p:spPr>
          <a:xfrm>
            <a:off x="3302000" y="2159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1016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1016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101600" dir="54000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3DDA69-A475-0497-1C60-8A6EF9D91651}"/>
              </a:ext>
            </a:extLst>
          </p:cNvPr>
          <p:cNvSpPr/>
          <p:nvPr/>
        </p:nvSpPr>
        <p:spPr>
          <a:xfrm>
            <a:off x="3429000" y="4318000"/>
            <a:ext cx="1524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dist="143684" dir="2699996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4BDDEA-3299-1C92-F683-06DE5E2FD538}"/>
              </a:ext>
            </a:extLst>
          </p:cNvPr>
          <p:cNvSpPr txBox="1"/>
          <p:nvPr/>
        </p:nvSpPr>
        <p:spPr>
          <a:xfrm>
            <a:off x="6223000" y="254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371AC6-8F66-6880-F6A4-14E6ECB518B3}"/>
              </a:ext>
            </a:extLst>
          </p:cNvPr>
          <p:cNvSpPr txBox="1"/>
          <p:nvPr/>
        </p:nvSpPr>
        <p:spPr>
          <a:xfrm>
            <a:off x="6223000" y="2159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2032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2032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203200" dir="54000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571A9D-2FC4-BB8E-E8B3-080E93DDC8A7}"/>
              </a:ext>
            </a:extLst>
          </p:cNvPr>
          <p:cNvSpPr/>
          <p:nvPr/>
        </p:nvSpPr>
        <p:spPr>
          <a:xfrm>
            <a:off x="6350000" y="4318000"/>
            <a:ext cx="1524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dist="287368" dir="2699998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E47134-0812-E0DE-EC2B-7251F6BABBB4}"/>
              </a:ext>
            </a:extLst>
          </p:cNvPr>
          <p:cNvSpPr txBox="1"/>
          <p:nvPr/>
        </p:nvSpPr>
        <p:spPr>
          <a:xfrm>
            <a:off x="9144000" y="254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4064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4064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4064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A87EE9-847E-82CD-E3D8-D08986C4B813}"/>
              </a:ext>
            </a:extLst>
          </p:cNvPr>
          <p:cNvSpPr txBox="1"/>
          <p:nvPr/>
        </p:nvSpPr>
        <p:spPr>
          <a:xfrm>
            <a:off x="9144000" y="2159000"/>
            <a:ext cx="2540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6000">
                <a:solidFill>
                  <a:srgbClr val="141414"/>
                </a:solidFill>
                <a:effectLst>
                  <a:outerShdw dist="4064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6000">
                <a:solidFill>
                  <a:srgbClr val="141414"/>
                </a:solidFill>
                <a:effectLst>
                  <a:outerShdw dist="406400" dir="54000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6000">
              <a:solidFill>
                <a:srgbClr val="141414"/>
              </a:solidFill>
              <a:effectLst>
                <a:outerShdw dist="406400" dir="54000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9C3B5C-A127-DFFC-E965-8D07800D4162}"/>
              </a:ext>
            </a:extLst>
          </p:cNvPr>
          <p:cNvSpPr/>
          <p:nvPr/>
        </p:nvSpPr>
        <p:spPr>
          <a:xfrm>
            <a:off x="9271000" y="4318000"/>
            <a:ext cx="1524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dist="574737" dir="2699998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2026-10-16T19:31:15Z</dcterms:created>
  <dcterms:modified xsi:type="dcterms:W3CDTF">2026-10-16T19:31:15Z</dcterms:modified>
</cp:coreProperties>
</file>