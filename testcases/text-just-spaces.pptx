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7E631-C241-40A5-D65E-189AB34B105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0756743-F1E1-A111-75B7-856A36B5AC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001A5D8-37DB-41FE-7B45-1B3B3417C7D1}"/>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934FA035-9C9E-FFEB-7EE9-005D39680F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FBC0BD4-AEB8-4449-96C4-4CC9EC44950F}"/>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2366045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A87ED5-8E89-03BA-7B1E-E1B50C729D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0126E01-D0D0-9454-C24C-67C1953134C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F8CD29-7FE4-F0FA-82BB-CD03A8628A9A}"/>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1C9B7B1B-AF34-DC4A-02CF-8658190E90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0A7B31-50D2-99EB-5FCA-76F2A6B1028A}"/>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216208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8869A-7299-A052-A7EC-79BD7A1997E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1DF2B37-343B-9031-6C42-C1EF023570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1040F5A-95BD-81AE-B750-9DE82CA5A3EE}"/>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B8949323-E980-1F31-F6C5-F5C8878FC9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6A8A80-5F6F-B17D-0D2C-353F683D7FDC}"/>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446388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8157D-75CE-93B7-CFB4-1FFE9621B48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EDCC5D0-4346-FA47-90B4-D04C8B4D90B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C40AA2C-CCDD-42E3-1B25-2415E59F057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B1D6782-77C0-5168-6783-A8D7189B7539}"/>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A3DC3D2B-0170-1D76-EBEB-41AEA7E6CD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9BF0684-B9E9-6BD6-F982-9BDA52C3F239}"/>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1593663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6B0933-782D-3C36-AC23-1601EC5C453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EE81538-2946-B009-BF45-91EDFFFEA9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ED6899A-96DC-678C-A409-32102DA58FB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FBECA91-60F4-D5AB-3FBA-5AB9A686AA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F6FC1C6-C348-2869-D12B-ACD68EBC97B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454B39D-A370-D58F-EB1D-CF042E26B530}"/>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8" name="页脚占位符 7">
            <a:extLst>
              <a:ext uri="{FF2B5EF4-FFF2-40B4-BE49-F238E27FC236}">
                <a16:creationId xmlns:a16="http://schemas.microsoft.com/office/drawing/2014/main" id="{B93D0484-FDE3-4D39-0AF2-E705BB33F52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2145193-31EC-72DA-2934-5F60511B3570}"/>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3941023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98369C-7B79-D053-EECC-420E9FB3D38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ABFE6EA-BF33-82B0-98D5-CFD87739343C}"/>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4" name="页脚占位符 3">
            <a:extLst>
              <a:ext uri="{FF2B5EF4-FFF2-40B4-BE49-F238E27FC236}">
                <a16:creationId xmlns:a16="http://schemas.microsoft.com/office/drawing/2014/main" id="{6BB01003-5328-2454-13EE-B4EE666EDC9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54A42FC-A6D7-CF64-9FAE-D2A2E0743E8C}"/>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3269296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F1B3416-E338-DFB3-9504-FA9D7A46CAA1}"/>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3" name="页脚占位符 2">
            <a:extLst>
              <a:ext uri="{FF2B5EF4-FFF2-40B4-BE49-F238E27FC236}">
                <a16:creationId xmlns:a16="http://schemas.microsoft.com/office/drawing/2014/main" id="{2EF32E8C-3087-ABF8-53EA-F407BE4E05A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4A921A6-EC34-C021-C6CD-1501084C00ED}"/>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3913538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E9CF4-1D95-C0B4-4A10-10265E2D07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6CBAFBA-81B8-BB6D-E890-2151FD351B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6A66CD5-4A90-4E84-C4D7-921B4931E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F2A145D-039D-14DD-D82B-B1E6390251A8}"/>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611A55A5-EBD5-8148-521E-2522C364209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FCE6486-A458-42A5-B64D-394BD25CCBAB}"/>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3324852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16AEBB-B0BB-753B-DB3A-C336C8F3F3B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82141F3-C149-1EF6-6DA7-25573519FD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FCDE5EB-9143-2C1B-238C-9CE8E1198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FFB1CA6-9D24-D15B-DC70-41F79A6414FA}"/>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33553DB4-5C3C-3847-D2A1-1896F4CF897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84C5C4-198E-BE84-21B4-0D12D8A7EB07}"/>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2420696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83B2B-60CE-AA9D-90CA-B30F70655A5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2AFAAD0-837E-D72D-16FB-6B801CCDD21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130C49-BC31-3285-2049-923F461D5236}"/>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6AA19FD2-1BA3-E5BC-A78D-64569ECCBC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FA9742-7339-A233-0092-13F3FEC696C1}"/>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2274927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626233C-2C1A-B56A-74C0-E022C6103C8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627854D-C3A2-73E1-6D14-155108BF07F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FA414CA-1492-6D37-046B-2D896C389DED}"/>
              </a:ext>
            </a:extLst>
          </p:cNvPr>
          <p:cNvSpPr>
            <a:spLocks noGrp="1"/>
          </p:cNvSpPr>
          <p:nvPr>
            <p:ph type="dt" sz="half" idx="10"/>
          </p:nvPr>
        </p:nvSpPr>
        <p:spPr/>
        <p:txBody>
          <a:bodyPr/>
          <a:lstStyle/>
          <a:p>
            <a:fld id="{34A40E46-4AE0-4798-99B5-E501D313B2ED}"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CF5089F2-3035-9434-B6A8-9EBDE1908F0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8F006C-9485-441D-BDA0-A076B390E047}"/>
              </a:ext>
            </a:extLst>
          </p:cNvPr>
          <p:cNvSpPr>
            <a:spLocks noGrp="1"/>
          </p:cNvSpPr>
          <p:nvPr>
            <p:ph type="sldNum" sz="quarter" idx="12"/>
          </p:nvPr>
        </p:nvSpPr>
        <p:spPr/>
        <p:txBody>
          <a:body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3805844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9B150E-AAAB-6BA7-4699-8615D32156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0D0F17C-414C-4EDD-B7E3-BE636A27BA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8A2A3F-CEC0-9115-BA44-57B454489F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A40E46-4AE0-4798-99B5-E501D313B2ED}"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76892A7B-A80C-7F43-3D9A-7D2B5F3420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CC9B436-F0DB-4191-F992-40E5D93CDE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0190C4-46BE-4CB0-9982-BE74E0F02134}" type="slidenum">
              <a:rPr lang="zh-CN" altLang="en-US" smtClean="0"/>
              <a:t>‹#›</a:t>
            </a:fld>
            <a:endParaRPr lang="zh-CN" altLang="en-US"/>
          </a:p>
        </p:txBody>
      </p:sp>
    </p:spTree>
    <p:extLst>
      <p:ext uri="{BB962C8B-B14F-4D97-AF65-F5344CB8AC3E}">
        <p14:creationId xmlns:p14="http://schemas.microsoft.com/office/powerpoint/2010/main" val="3401985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85BAF75-9C6D-9424-8310-2562C28A9BEF}"/>
              </a:ext>
            </a:extLst>
          </p:cNvPr>
          <p:cNvSpPr txBox="1"/>
          <p:nvPr/>
        </p:nvSpPr>
        <p:spPr>
          <a:xfrm>
            <a:off x="254000" y="254000"/>
            <a:ext cx="3937000" cy="369332"/>
          </a:xfrm>
          <a:prstGeom prst="rect">
            <a:avLst/>
          </a:prstGeom>
          <a:noFill/>
          <a:ln>
            <a:solidFill>
              <a:srgbClr val="C8C8C8"/>
            </a:solidFill>
          </a:ln>
        </p:spPr>
        <p:txBody>
          <a:bodyPr vert="horz" wrap="square" lIns="0" rIns="0" rtlCol="0">
            <a:spAutoFit/>
          </a:bodyPr>
          <a:lstStyle/>
          <a:p>
            <a:pPr algn="just"/>
            <a:r>
              <a:rPr lang="zh-CN" altLang="en-US" sz="2000">
                <a:latin typeface="微软雅黑"/>
                <a:ea typeface="微软雅黑"/>
              </a:rPr>
              <a:t>一二三四五六七八九十甲乙丙丁戊己庚辛壬癸子丑寅卯辰巳午未申酉</a:t>
            </a:r>
          </a:p>
        </p:txBody>
      </p:sp>
      <p:sp>
        <p:nvSpPr>
          <p:cNvPr id="3" name="文本框 2">
            <a:extLst>
              <a:ext uri="{FF2B5EF4-FFF2-40B4-BE49-F238E27FC236}">
                <a16:creationId xmlns:a16="http://schemas.microsoft.com/office/drawing/2014/main" id="{D34668FD-466C-A33B-AF18-668FC1C73442}"/>
              </a:ext>
            </a:extLst>
          </p:cNvPr>
          <p:cNvSpPr txBox="1"/>
          <p:nvPr/>
        </p:nvSpPr>
        <p:spPr>
          <a:xfrm>
            <a:off x="6223000" y="254000"/>
            <a:ext cx="3937000" cy="369332"/>
          </a:xfrm>
          <a:prstGeom prst="rect">
            <a:avLst/>
          </a:prstGeom>
          <a:noFill/>
          <a:ln>
            <a:solidFill>
              <a:srgbClr val="C8C8C8"/>
            </a:solidFill>
          </a:ln>
        </p:spPr>
        <p:txBody>
          <a:bodyPr vert="horz" wrap="square" lIns="0" rIns="0" rtlCol="0">
            <a:spAutoFit/>
          </a:bodyPr>
          <a:lstStyle/>
          <a:p>
            <a:pPr algn="just"/>
            <a:r>
              <a:rPr lang="en-US" altLang="zh-CN" sz="2000">
                <a:latin typeface="微软雅黑"/>
                <a:ea typeface="微软雅黑"/>
              </a:rPr>
              <a:t>一二三四五六七八九十甲乙丙丁戊己庚辛壬癸子丑寅卯辰巳午未申酉</a:t>
            </a:r>
          </a:p>
        </p:txBody>
      </p:sp>
      <p:sp>
        <p:nvSpPr>
          <p:cNvPr id="4" name="文本框 3">
            <a:extLst>
              <a:ext uri="{FF2B5EF4-FFF2-40B4-BE49-F238E27FC236}">
                <a16:creationId xmlns:a16="http://schemas.microsoft.com/office/drawing/2014/main" id="{7F46A74B-C604-695F-0BF1-549C2B55782A}"/>
              </a:ext>
            </a:extLst>
          </p:cNvPr>
          <p:cNvSpPr txBox="1"/>
          <p:nvPr/>
        </p:nvSpPr>
        <p:spPr>
          <a:xfrm>
            <a:off x="254000" y="2413000"/>
            <a:ext cx="3937000" cy="369332"/>
          </a:xfrm>
          <a:prstGeom prst="rect">
            <a:avLst/>
          </a:prstGeom>
          <a:noFill/>
          <a:ln>
            <a:solidFill>
              <a:srgbClr val="C8C8C8"/>
            </a:solidFill>
          </a:ln>
        </p:spPr>
        <p:txBody>
          <a:bodyPr vert="horz" wrap="square" lIns="0" rIns="0" rtlCol="0">
            <a:spAutoFit/>
          </a:bodyPr>
          <a:lstStyle/>
          <a:p>
            <a:pPr algn="just"/>
            <a:r>
              <a:rPr lang="zh-CN" altLang="en-US" sz="2000">
                <a:latin typeface="微软雅黑"/>
                <a:ea typeface="微软雅黑"/>
              </a:rPr>
              <a:t>一二三 四五六七 八九十甲乙丙丁戊己庚辛壬癸子丑寅卯辰</a:t>
            </a:r>
          </a:p>
        </p:txBody>
      </p:sp>
      <p:sp>
        <p:nvSpPr>
          <p:cNvPr id="5" name="文本框 4">
            <a:extLst>
              <a:ext uri="{FF2B5EF4-FFF2-40B4-BE49-F238E27FC236}">
                <a16:creationId xmlns:a16="http://schemas.microsoft.com/office/drawing/2014/main" id="{499C5343-DEDF-E874-6D34-A99CBEE61B89}"/>
              </a:ext>
            </a:extLst>
          </p:cNvPr>
          <p:cNvSpPr txBox="1"/>
          <p:nvPr/>
        </p:nvSpPr>
        <p:spPr>
          <a:xfrm>
            <a:off x="6223000" y="2413000"/>
            <a:ext cx="3810000" cy="369332"/>
          </a:xfrm>
          <a:prstGeom prst="rect">
            <a:avLst/>
          </a:prstGeom>
          <a:noFill/>
          <a:ln>
            <a:solidFill>
              <a:srgbClr val="C8C8C8"/>
            </a:solidFill>
          </a:ln>
        </p:spPr>
        <p:txBody>
          <a:bodyPr vert="horz" wrap="square" lIns="0" rIns="0" rtlCol="0">
            <a:spAutoFit/>
          </a:bodyPr>
          <a:lstStyle/>
          <a:p>
            <a:pPr algn="just"/>
            <a:r>
              <a:rPr lang="zh-CN" altLang="en-US" sz="2000">
                <a:latin typeface="微软雅黑"/>
                <a:ea typeface="微软雅黑"/>
              </a:rPr>
              <a:t>一二三 四五六七 八九十甲乙丙丁戊己庚辛壬癸子丑寅卯辰</a:t>
            </a:r>
          </a:p>
        </p:txBody>
      </p:sp>
      <p:sp>
        <p:nvSpPr>
          <p:cNvPr id="6" name="文本框 5">
            <a:extLst>
              <a:ext uri="{FF2B5EF4-FFF2-40B4-BE49-F238E27FC236}">
                <a16:creationId xmlns:a16="http://schemas.microsoft.com/office/drawing/2014/main" id="{589736F9-6209-1FA1-4861-D26C4B511EBF}"/>
              </a:ext>
            </a:extLst>
          </p:cNvPr>
          <p:cNvSpPr txBox="1"/>
          <p:nvPr/>
        </p:nvSpPr>
        <p:spPr>
          <a:xfrm>
            <a:off x="254000" y="4572000"/>
            <a:ext cx="3810000" cy="369332"/>
          </a:xfrm>
          <a:prstGeom prst="rect">
            <a:avLst/>
          </a:prstGeom>
          <a:noFill/>
          <a:ln>
            <a:solidFill>
              <a:srgbClr val="C8C8C8"/>
            </a:solidFill>
          </a:ln>
        </p:spPr>
        <p:txBody>
          <a:bodyPr vert="horz" wrap="square" lIns="0" rIns="0" rtlCol="0">
            <a:spAutoFit/>
          </a:bodyPr>
          <a:lstStyle/>
          <a:p>
            <a:pPr algn="just"/>
            <a:r>
              <a:rPr lang="zh-CN" altLang="en-US" sz="2000">
                <a:latin typeface="微软雅黑"/>
                <a:ea typeface="微软雅黑"/>
              </a:rPr>
              <a:t>    一二三 四五六七 八九十甲乙丙丁戊己庚辛壬癸子丑寅卯辰</a:t>
            </a:r>
          </a:p>
        </p:txBody>
      </p:sp>
      <p:sp>
        <p:nvSpPr>
          <p:cNvPr id="7" name="文本框 6">
            <a:extLst>
              <a:ext uri="{FF2B5EF4-FFF2-40B4-BE49-F238E27FC236}">
                <a16:creationId xmlns:a16="http://schemas.microsoft.com/office/drawing/2014/main" id="{C327C82C-8D50-B4C2-9346-6A0A844ED3FE}"/>
              </a:ext>
            </a:extLst>
          </p:cNvPr>
          <p:cNvSpPr txBox="1"/>
          <p:nvPr/>
        </p:nvSpPr>
        <p:spPr>
          <a:xfrm>
            <a:off x="6223000" y="4572000"/>
            <a:ext cx="3937000" cy="369332"/>
          </a:xfrm>
          <a:prstGeom prst="rect">
            <a:avLst/>
          </a:prstGeom>
          <a:noFill/>
          <a:ln>
            <a:solidFill>
              <a:srgbClr val="C8C8C8"/>
            </a:solidFill>
          </a:ln>
        </p:spPr>
        <p:txBody>
          <a:bodyPr vert="horz" wrap="square" lIns="0" rIns="0" rtlCol="0">
            <a:spAutoFit/>
          </a:bodyPr>
          <a:lstStyle/>
          <a:p>
            <a:pPr algn="just"/>
            <a:r>
              <a:rPr lang="zh-CN" altLang="en-US" sz="2000">
                <a:latin typeface="微软雅黑"/>
                <a:ea typeface="微软雅黑"/>
              </a:rPr>
              <a:t>一二三四五六七八九十甲乙丙丁 AB CD EF GH IJ</a:t>
            </a:r>
          </a:p>
        </p:txBody>
      </p:sp>
    </p:spTree>
    <p:extLst>
      <p:ext uri="{BB962C8B-B14F-4D97-AF65-F5344CB8AC3E}">
        <p14:creationId xmlns:p14="http://schemas.microsoft.com/office/powerpoint/2010/main" val="332211248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Words>
  <Application>Microsoft Office PowerPoint</Application>
  <PresentationFormat>自定义</PresentationFormat>
  <Paragraphs>6</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yijin zhou</dc:creator>
  <cp:lastModifiedBy>yijin zhou</cp:lastModifiedBy>
  <cp:revision>1</cp:revision>
  <dcterms:created xsi:type="dcterms:W3CDTF">2026-10-19T03:10:36Z</dcterms:created>
  <dcterms:modified xsi:type="dcterms:W3CDTF">2026-10-19T03:10:36Z</dcterms:modified>
</cp:coreProperties>
</file>