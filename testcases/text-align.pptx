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F1D5E-AE9D-E6F6-4743-92EE7BA52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6A068B-0807-6E43-842A-9EE43560FE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FB96CF-E6DF-A420-4AF2-E5B8BF94B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ECBA2-ABFF-19D7-ED16-8494F0C19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27C548-3EC0-1A16-3EED-8879CE14D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30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FDB8E0-6FEB-089D-3FF3-1955BABF6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2D8592-0FD5-C025-E6E5-55A0F833D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51C7D2-2B2D-9BA4-A013-BF9C01909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38D0CE-87BE-8188-413C-F66FB2F6F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565811-14D0-040A-39B5-2479552E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97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82359-CBE4-0952-3459-2F14F3CC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D33725D-71D9-4F29-88C5-76BA9614E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E19875-7F5D-92CC-B416-B8839725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B184F8-79D2-0A0B-3B45-9837CE331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C139F6-C8F8-3162-5992-C745000E1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680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62CF4-4FBD-4715-40DA-8332633AE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2F2BCB-A5CF-A9BC-00CA-0424B66FF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E3247E6-5D8F-F87F-90D3-3AD632553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81F54A-D0A5-D2F4-45AA-FF3231D4F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9142AC-012D-2179-0928-BCD31292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1040018-960E-A516-D773-FA9E8134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12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F7E0D0-E872-5FED-8EF3-F1F567587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96669D-34DF-3517-044D-4B0A45DD2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D4174E-5769-CDE7-17A3-B648D1D2A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271F925-04E5-A267-17DF-ED3D3243F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8A8DE4-71CE-0B15-799D-A2717B875C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989D840-D7EF-B439-E8F5-B5E39FEF1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55828C-564F-0E3A-BBAD-1FE7094E1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F63964-25A4-31C5-FEDD-B90642BAA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846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803FD7-1519-2876-70A7-60ADED98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9B7DFF6-474A-CB7E-E2DF-ED53E6BF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6F7957D-7193-4E06-C423-3B19E8ED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50FBE0-CF87-1687-8D6C-CAE4E653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371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2847AE0-0095-8228-BB3A-BF3977301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AB2A13B-921C-B2FC-5F2D-694CD7BD4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B0AD44D-A164-6F45-A7D8-914BF3F3B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7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802BA-F05C-AAF2-1B8B-E37FACD4C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A3BA6A-04C4-8D81-F74D-FBECE152E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AEF47FE-A82C-4081-4F70-2DB034C1C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47068C-DBA8-B329-958B-546D428E9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E0A200-C68C-5148-7467-1E0C7C6B6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7C1E63-4513-940D-44F4-E67CC596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0168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2D919-875B-5DD8-FE13-D913488B6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308893-C47C-F604-CE43-FF9DEA51FF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78E93E4-1F69-45F5-4F10-4E03EC8E3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23DB5-7B8C-0BF1-0AF5-49C7DA9C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7DB93-64CB-AA11-D2DF-B4A149A8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59A4F6C-A9DC-A89A-D652-3D853198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32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E43EFC-EB00-2BC3-310C-341BBDB8F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B4DB64-3ADE-1D15-548C-DB6C5B24B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2F7979-680A-9CAD-9228-07D412C65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4E308-A24A-572B-E965-81B5DD3C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1EC2FA-779E-3B47-E211-2645D5621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2110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9554B97-3109-8F71-A227-9C140454DA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39511F-EDFF-2037-A8D8-C614945DF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B331E6-81F9-45CD-CD64-EEA3EF55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5D7728-AB82-58E6-F203-731DE971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DDDEDC-527D-130C-025E-FC163EF3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33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5987BD-4C0E-A971-00AB-5651B6CD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250BAA-0116-B7D9-64C9-1032CE6F8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A300EB-0827-38E6-553B-A2D1F70507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9C3B94-7B8C-4BDA-A9C5-CC6630B28DB3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5A4FC-3551-1D49-4B72-E9C36BA139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37B12-03F9-89A1-F0F1-6B053D1BE9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8F79A1-9098-4ED1-8E40-35C9271518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007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E984BA3-068D-9745-ED05-DAA1CFA53B8F}"/>
              </a:ext>
            </a:extLst>
          </p:cNvPr>
          <p:cNvSpPr txBox="1"/>
          <p:nvPr/>
        </p:nvSpPr>
        <p:spPr>
          <a:xfrm>
            <a:off x="254000" y="254000"/>
            <a:ext cx="3683000" cy="279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2CF83BD-FBC6-2B7B-E6F7-A9A90712EA8A}"/>
              </a:ext>
            </a:extLst>
          </p:cNvPr>
          <p:cNvSpPr txBox="1"/>
          <p:nvPr/>
        </p:nvSpPr>
        <p:spPr>
          <a:xfrm>
            <a:off x="4191000" y="254000"/>
            <a:ext cx="3683000" cy="279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ctr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9AE8B7-0F04-D4A2-F175-01C7ED31AFC3}"/>
              </a:ext>
            </a:extLst>
          </p:cNvPr>
          <p:cNvSpPr txBox="1"/>
          <p:nvPr/>
        </p:nvSpPr>
        <p:spPr>
          <a:xfrm>
            <a:off x="8128000" y="254000"/>
            <a:ext cx="3683000" cy="279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r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F0FD94E-5708-8846-C642-C5B5905D1994}"/>
              </a:ext>
            </a:extLst>
          </p:cNvPr>
          <p:cNvSpPr txBox="1"/>
          <p:nvPr/>
        </p:nvSpPr>
        <p:spPr>
          <a:xfrm>
            <a:off x="254000" y="3429000"/>
            <a:ext cx="3683000" cy="279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just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220847-0A08-EE26-AC86-256CA71ACD35}"/>
              </a:ext>
            </a:extLst>
          </p:cNvPr>
          <p:cNvSpPr txBox="1"/>
          <p:nvPr/>
        </p:nvSpPr>
        <p:spPr>
          <a:xfrm>
            <a:off x="4191000" y="3429000"/>
            <a:ext cx="3683000" cy="2794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pPr algn="dist"/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演示文字排版测试，包含中文与 </a:t>
            </a:r>
            <a:r>
              <a:rPr lang="en-US" altLang="zh-CN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English words </a:t>
            </a:r>
            <a:r>
              <a:rPr lang="zh-CN" altLang="en-US" sz="1600">
                <a:latin typeface="Microsoft YaHei" panose="020B0503020204020204" pitchFamily="34" charset="-122"/>
                <a:ea typeface="Microsoft YaHei" panose="020B0503020204020204" pitchFamily="34" charset="-122"/>
              </a:rPr>
              <a:t>混排的一段较长内容，用来检查自动换行的位置。</a:t>
            </a:r>
          </a:p>
        </p:txBody>
      </p:sp>
    </p:spTree>
    <p:extLst>
      <p:ext uri="{BB962C8B-B14F-4D97-AF65-F5344CB8AC3E}">
        <p14:creationId xmlns:p14="http://schemas.microsoft.com/office/powerpoint/2010/main" val="24136658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0297651-0F87-3825-4213-3B13ED9BAFA5}"/>
              </a:ext>
            </a:extLst>
          </p:cNvPr>
          <p:cNvSpPr txBox="1"/>
          <p:nvPr/>
        </p:nvSpPr>
        <p:spPr>
          <a:xfrm>
            <a:off x="254000" y="508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垂直对齐 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t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5B3ABC-3B03-0B31-4DA4-C3876BCEB282}"/>
              </a:ext>
            </a:extLst>
          </p:cNvPr>
          <p:cNvSpPr txBox="1"/>
          <p:nvPr/>
        </p:nvSpPr>
        <p:spPr>
          <a:xfrm>
            <a:off x="4191000" y="508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ctr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垂直对齐 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ctr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620E462-5E4A-12A4-4988-DE95D24F82F8}"/>
              </a:ext>
            </a:extLst>
          </p:cNvPr>
          <p:cNvSpPr txBox="1"/>
          <p:nvPr/>
        </p:nvSpPr>
        <p:spPr>
          <a:xfrm>
            <a:off x="8128000" y="508000"/>
            <a:ext cx="3683000" cy="3810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b">
            <a:noAutofit/>
          </a:bodyPr>
          <a:lstStyle/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垂直对齐 </a:t>
            </a:r>
            <a:r>
              <a:rPr lang="en-US" altLang="zh-CN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</a:p>
          <a:p>
            <a:r>
              <a:rPr lang="zh-CN" altLang="en-US" sz="2000">
                <a:latin typeface="Microsoft YaHei" panose="020B0503020204020204" pitchFamily="34" charset="-122"/>
                <a:ea typeface="Microsoft YaHei" panose="020B0503020204020204" pitchFamily="34" charset="-122"/>
              </a:rPr>
              <a:t>第二行</a:t>
            </a:r>
          </a:p>
        </p:txBody>
      </p:sp>
    </p:spTree>
    <p:extLst>
      <p:ext uri="{BB962C8B-B14F-4D97-AF65-F5344CB8AC3E}">
        <p14:creationId xmlns:p14="http://schemas.microsoft.com/office/powerpoint/2010/main" val="4081036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</Words>
  <Application>Microsoft Office PowerPoint</Application>
  <PresentationFormat>自定义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2026-10-12T11:45:55Z</dcterms:created>
  <dcterms:modified xsi:type="dcterms:W3CDTF">2026-10-12T11:45:55Z</dcterms:modified>
</cp:coreProperties>
</file>