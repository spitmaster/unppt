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CB589B-8FFE-9588-1B0D-C1ED100BF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822B4D-EAA7-399F-C678-9C2689D4B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40F860-09CF-94C8-28E1-C18352867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1ADD11-A040-2D55-7D5D-83CCF65B7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CFEC8F-1FA3-722D-4078-53344D20C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156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6831FC-E125-CA41-2738-22A2DF66A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920394-D745-2F83-ED05-A338EA3E2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679FB5-F362-B721-E8E1-1863ED88E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C6B114-554A-4E8C-2076-8AACD2E0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EA9F0F-4326-C1A1-5B5D-1F0DE7ED8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503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CD72A-5FD6-5BA9-9706-CFA17D5F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6743CB-D4F8-E0C3-3417-4A6B9A32F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9A4B34-F834-D1E6-9B1D-896085D2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A106DB-2484-754D-84DE-B1A85214B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48548-809F-74B1-79CE-487177F03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842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4249AE-B276-2754-ACA3-ED8C90458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5ECFC6-1CCF-8A4A-393C-706F67607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846D7A-A119-EDD6-D258-B6B840CD6E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C9CE4F-028A-09BA-F205-A9380C501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9A6406-19D4-AE00-FB32-468703D12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101D33-7F20-E278-2688-7972C0617C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49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86A3E-17F7-7CA0-8594-41AF00B7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3D567E1-D3B8-6036-C39B-ECD19C4B1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96DBA0-8244-1426-B5E9-874A641E20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D622388-8F77-27AA-2B10-1E99217F6D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7C845A-CC99-808F-F8A8-7C50DC160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55B48A1-7D03-DDE0-10E9-21F3D68E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06ED437-EACC-D066-72B4-0E5C65F74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185BA4D-7F8D-F8A6-C758-A84F4C141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186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FBF7D-A8A5-EEB0-F579-E4BFB7F5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F487F3-1788-4338-C4D3-6EC5DD313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EF61678-306A-B1C4-2C2C-4319B43E8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4E3B164-1499-669F-FD81-D0805A49F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40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4D4A121-8EF8-D180-CD38-4811E69137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1A5DB33-3AE0-CDBB-1977-C19DD28D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689E3C9-8EFD-79A1-F54A-453F1880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187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88233-484F-426E-EB36-54E484AD6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6ECCF6-D2A9-93F1-B7CA-EF6062CDA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87D7ACC-F41C-F0AE-A826-11C9CE11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D22F4F-6E96-C27C-1C1C-9A9AD6053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0E1CCFE-333A-ED5E-997B-3360753ED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CBF1E0-AD55-2D6E-504D-F93E00F49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789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44C1CA-7FAA-0DDE-0A5C-434571210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DC0287-E462-2EF5-AC26-D376CE822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D77365D-6378-730C-3EF1-68EF20CF0C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229E36-BAAA-DCE1-4E5F-A95E483A5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785495-5037-7D12-77FF-3C62DEBB2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33098E-B0A5-79B8-06B6-6AA1576B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1586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60D531-D8A1-AB7C-EB7D-76654B139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DB86B7-345B-3114-8B93-4D993C2582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23FD08-450D-9F59-BFEC-1E5AA5B4A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B76DEA-AC2E-B84B-538A-A8722B80B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24B2EC-25C5-254C-4115-26F0871A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1292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63FDA39-7630-181C-CCF2-109235E319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BC1248D-975D-0379-6ECF-AE53F9758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EB4573-91F5-6738-1B4E-F7EB69274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A3FBB4-1988-3F90-FDEE-39B696EDD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4A706-3CB5-ABCA-2928-9177C60BF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200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150E0C4-F79A-48EC-BAC5-0E320648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AF8FF1-3574-C84D-65DD-51713B734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9A8178-79DA-A532-F1B4-6FCA63DBF1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5FBF0-7EA0-48C7-8753-59D693303200}" type="datetimeFigureOut">
              <a:rPr lang="zh-CN" altLang="en-US" smtClean="0"/>
              <a:t>2026/10/23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9826DC-F614-F367-FEA6-172D697CE4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A8C465-5D75-3665-1AB7-DA75E2E135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A83CA-80AD-4AD6-A77F-94D1FC96469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657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0E0795-63CB-DEE6-D5E3-E52146CDE6D2}"/>
              </a:ext>
            </a:extLst>
          </p:cNvPr>
          <p:cNvSpPr txBox="1"/>
          <p:nvPr/>
        </p:nvSpPr>
        <p:spPr>
          <a:xfrm>
            <a:off x="254000" y="127000"/>
            <a:ext cx="2473754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>
                <a:latin typeface="Noto Sans SC" panose="020B0200000000000000" pitchFamily="34" charset="-122"/>
                <a:ea typeface="Noto Sans SC" panose="020B0200000000000000" pitchFamily="34" charset="-122"/>
              </a:rPr>
              <a:t>字重测试 </a:t>
            </a:r>
            <a:r>
              <a:rPr lang="en-US" altLang="zh-CN">
                <a:latin typeface="Noto Sans SC" panose="020B0200000000000000" pitchFamily="34" charset="-122"/>
                <a:ea typeface="Noto Sans SC" panose="020B0200000000000000" pitchFamily="34" charset="-122"/>
              </a:rPr>
              <a:t>Weight 2468</a:t>
            </a:r>
            <a:endParaRPr lang="zh-CN" altLang="en-US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6EF5F9C-720D-71D9-B9A0-545C0614E22E}"/>
              </a:ext>
            </a:extLst>
          </p:cNvPr>
          <p:cNvSpPr txBox="1"/>
          <p:nvPr/>
        </p:nvSpPr>
        <p:spPr>
          <a:xfrm>
            <a:off x="6223000" y="127000"/>
            <a:ext cx="2558714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b="1">
                <a:latin typeface="Noto Sans SC" panose="020B0200000000000000" pitchFamily="34" charset="-122"/>
                <a:ea typeface="Noto Sans SC" panose="020B0200000000000000" pitchFamily="34" charset="-122"/>
              </a:rPr>
              <a:t>字重测试 </a:t>
            </a:r>
            <a:r>
              <a:rPr lang="en-US" altLang="zh-CN" b="1">
                <a:latin typeface="Noto Sans SC" panose="020B0200000000000000" pitchFamily="34" charset="-122"/>
                <a:ea typeface="Noto Sans SC" panose="020B0200000000000000" pitchFamily="34" charset="-122"/>
              </a:rPr>
              <a:t>Weight 2468</a:t>
            </a:r>
            <a:endParaRPr lang="zh-CN" altLang="en-US" b="1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F18CFC-E7DB-B9D9-66E1-B4DC8F8D5178}"/>
              </a:ext>
            </a:extLst>
          </p:cNvPr>
          <p:cNvSpPr txBox="1"/>
          <p:nvPr/>
        </p:nvSpPr>
        <p:spPr>
          <a:xfrm>
            <a:off x="254000" y="558800"/>
            <a:ext cx="2529860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>
                <a:latin typeface="Noto Serif SC" panose="02020200000000000000" pitchFamily="18" charset="-122"/>
                <a:ea typeface="Noto Serif SC" panose="02020200000000000000" pitchFamily="18" charset="-122"/>
              </a:rPr>
              <a:t>字重测试 </a:t>
            </a:r>
            <a:r>
              <a:rPr lang="en-US" altLang="zh-CN">
                <a:latin typeface="Noto Serif SC" panose="02020200000000000000" pitchFamily="18" charset="-122"/>
                <a:ea typeface="Noto Serif SC" panose="02020200000000000000" pitchFamily="18" charset="-122"/>
              </a:rPr>
              <a:t>Weight 2468</a:t>
            </a:r>
            <a:endParaRPr lang="zh-CN" altLang="en-US">
              <a:latin typeface="Noto Serif SC" panose="02020200000000000000" pitchFamily="18" charset="-122"/>
              <a:ea typeface="Noto Serif SC" panose="020202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B3254C-FD25-02FF-7AF7-253E4C726023}"/>
              </a:ext>
            </a:extLst>
          </p:cNvPr>
          <p:cNvSpPr txBox="1"/>
          <p:nvPr/>
        </p:nvSpPr>
        <p:spPr>
          <a:xfrm>
            <a:off x="6223000" y="558800"/>
            <a:ext cx="2600392" cy="369332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b="1">
                <a:latin typeface="Noto Serif SC" panose="02020200000000000000" pitchFamily="18" charset="-122"/>
                <a:ea typeface="Noto Serif SC" panose="02020200000000000000" pitchFamily="18" charset="-122"/>
              </a:rPr>
              <a:t>字重测试 </a:t>
            </a:r>
            <a:r>
              <a:rPr lang="en-US" altLang="zh-CN" b="1">
                <a:latin typeface="Noto Serif SC" panose="02020200000000000000" pitchFamily="18" charset="-122"/>
                <a:ea typeface="Noto Serif SC" panose="02020200000000000000" pitchFamily="18" charset="-122"/>
              </a:rPr>
              <a:t>Weight 2468</a:t>
            </a:r>
            <a:endParaRPr lang="zh-CN" altLang="en-US" b="1">
              <a:latin typeface="Noto Serif SC" panose="02020200000000000000" pitchFamily="18" charset="-122"/>
              <a:ea typeface="Noto Serif SC" panose="02020200000000000000" pitchFamily="18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EB4805-92CF-57F2-5B48-D42F5FBF4778}"/>
              </a:ext>
            </a:extLst>
          </p:cNvPr>
          <p:cNvSpPr txBox="1"/>
          <p:nvPr/>
        </p:nvSpPr>
        <p:spPr>
          <a:xfrm>
            <a:off x="254000" y="1143000"/>
            <a:ext cx="4254691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3200">
                <a:latin typeface="Noto Sans SC" panose="020B0200000000000000" pitchFamily="34" charset="-122"/>
                <a:ea typeface="Noto Sans SC" panose="020B0200000000000000" pitchFamily="34" charset="-122"/>
              </a:rPr>
              <a:t>字重测试 </a:t>
            </a:r>
            <a:r>
              <a:rPr lang="en-US" altLang="zh-CN" sz="3200">
                <a:latin typeface="Noto Sans SC" panose="020B0200000000000000" pitchFamily="34" charset="-122"/>
                <a:ea typeface="Noto Sans SC" panose="020B0200000000000000" pitchFamily="34" charset="-122"/>
              </a:rPr>
              <a:t>Weight 2468</a:t>
            </a:r>
            <a:endParaRPr lang="zh-CN" altLang="en-US" sz="320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BF07161-DFEF-1BF0-F6A5-A2BCEC0D8CFA}"/>
              </a:ext>
            </a:extLst>
          </p:cNvPr>
          <p:cNvSpPr txBox="1"/>
          <p:nvPr/>
        </p:nvSpPr>
        <p:spPr>
          <a:xfrm>
            <a:off x="6223000" y="1143000"/>
            <a:ext cx="4400564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3200" b="1">
                <a:latin typeface="Noto Sans SC" panose="020B0200000000000000" pitchFamily="34" charset="-122"/>
                <a:ea typeface="Noto Sans SC" panose="020B0200000000000000" pitchFamily="34" charset="-122"/>
              </a:rPr>
              <a:t>字重测试 </a:t>
            </a:r>
            <a:r>
              <a:rPr lang="en-US" altLang="zh-CN" sz="3200" b="1">
                <a:latin typeface="Noto Sans SC" panose="020B0200000000000000" pitchFamily="34" charset="-122"/>
                <a:ea typeface="Noto Sans SC" panose="020B0200000000000000" pitchFamily="34" charset="-122"/>
              </a:rPr>
              <a:t>Weight 2468</a:t>
            </a:r>
            <a:endParaRPr lang="zh-CN" altLang="en-US" sz="3200" b="1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EF5A7D-04BA-0E6D-D696-D6AFFF30469A}"/>
              </a:ext>
            </a:extLst>
          </p:cNvPr>
          <p:cNvSpPr txBox="1"/>
          <p:nvPr/>
        </p:nvSpPr>
        <p:spPr>
          <a:xfrm>
            <a:off x="254000" y="1905000"/>
            <a:ext cx="4355680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3200">
                <a:latin typeface="Noto Serif SC" panose="02020200000000000000" pitchFamily="18" charset="-122"/>
                <a:ea typeface="Noto Serif SC" panose="02020200000000000000" pitchFamily="18" charset="-122"/>
              </a:rPr>
              <a:t>字重测试 </a:t>
            </a:r>
            <a:r>
              <a:rPr lang="en-US" altLang="zh-CN" sz="3200">
                <a:latin typeface="Noto Serif SC" panose="02020200000000000000" pitchFamily="18" charset="-122"/>
                <a:ea typeface="Noto Serif SC" panose="02020200000000000000" pitchFamily="18" charset="-122"/>
              </a:rPr>
              <a:t>Weight 2468</a:t>
            </a:r>
            <a:endParaRPr lang="zh-CN" altLang="en-US" sz="3200">
              <a:latin typeface="Noto Serif SC" panose="02020200000000000000" pitchFamily="18" charset="-122"/>
              <a:ea typeface="Noto Serif SC" panose="02020200000000000000" pitchFamily="18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90618F-51B5-F26D-A603-C25474EFC37F}"/>
              </a:ext>
            </a:extLst>
          </p:cNvPr>
          <p:cNvSpPr txBox="1"/>
          <p:nvPr/>
        </p:nvSpPr>
        <p:spPr>
          <a:xfrm>
            <a:off x="6223000" y="1905000"/>
            <a:ext cx="4475905" cy="584775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3200" b="1">
                <a:latin typeface="Noto Serif SC" panose="02020200000000000000" pitchFamily="18" charset="-122"/>
                <a:ea typeface="Noto Serif SC" panose="02020200000000000000" pitchFamily="18" charset="-122"/>
              </a:rPr>
              <a:t>字重测试 </a:t>
            </a:r>
            <a:r>
              <a:rPr lang="en-US" altLang="zh-CN" sz="3200" b="1">
                <a:latin typeface="Noto Serif SC" panose="02020200000000000000" pitchFamily="18" charset="-122"/>
                <a:ea typeface="Noto Serif SC" panose="02020200000000000000" pitchFamily="18" charset="-122"/>
              </a:rPr>
              <a:t>Weight 2468</a:t>
            </a:r>
            <a:endParaRPr lang="zh-CN" altLang="en-US" sz="3200" b="1">
              <a:latin typeface="Noto Serif SC" panose="02020200000000000000" pitchFamily="18" charset="-122"/>
              <a:ea typeface="Noto Serif SC" panose="02020200000000000000" pitchFamily="18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92089B-40DD-6DEE-68C1-EE35DD72E97C}"/>
              </a:ext>
            </a:extLst>
          </p:cNvPr>
          <p:cNvSpPr txBox="1"/>
          <p:nvPr/>
        </p:nvSpPr>
        <p:spPr>
          <a:xfrm>
            <a:off x="254000" y="3175000"/>
            <a:ext cx="28575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latin typeface="Noto Sans SC" panose="020B0200000000000000" pitchFamily="34" charset="-122"/>
                <a:ea typeface="Noto Sans SC" panose="020B0200000000000000" pitchFamily="34" charset="-122"/>
              </a:rPr>
              <a:t>The quick brown fox jumps over the lazy dog. Pack my box with five dozen liquor jugs.</a:t>
            </a:r>
            <a:endParaRPr lang="zh-CN" altLang="en-US" sz="1600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74DAC25-2B35-7048-17CD-EE94AE58E146}"/>
              </a:ext>
            </a:extLst>
          </p:cNvPr>
          <p:cNvSpPr txBox="1"/>
          <p:nvPr/>
        </p:nvSpPr>
        <p:spPr>
          <a:xfrm>
            <a:off x="3238500" y="3175000"/>
            <a:ext cx="28575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 b="1">
                <a:latin typeface="Noto Sans SC" panose="020B0200000000000000" pitchFamily="34" charset="-122"/>
                <a:ea typeface="Noto Sans SC" panose="020B0200000000000000" pitchFamily="34" charset="-122"/>
              </a:rPr>
              <a:t>The quick brown fox jumps over the lazy dog. Pack my box with five dozen liquor jugs.</a:t>
            </a:r>
            <a:endParaRPr lang="zh-CN" altLang="en-US" sz="1600" b="1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16DC641-1577-B7C1-966E-EB5BF098B215}"/>
              </a:ext>
            </a:extLst>
          </p:cNvPr>
          <p:cNvSpPr txBox="1"/>
          <p:nvPr/>
        </p:nvSpPr>
        <p:spPr>
          <a:xfrm>
            <a:off x="6223000" y="3175000"/>
            <a:ext cx="28575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>
                <a:latin typeface="Noto Serif SC" panose="02020200000000000000" pitchFamily="18" charset="-122"/>
                <a:ea typeface="Noto Serif SC" panose="02020200000000000000" pitchFamily="18" charset="-122"/>
              </a:rPr>
              <a:t>The quick brown fox jumps over the lazy dog. Pack my box with five dozen liquor jugs.</a:t>
            </a:r>
            <a:endParaRPr lang="zh-CN" altLang="en-US" sz="1600">
              <a:latin typeface="Noto Serif SC" panose="02020200000000000000" pitchFamily="18" charset="-122"/>
              <a:ea typeface="Noto Serif SC" panose="02020200000000000000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B6EE40-9DA6-27CC-1FF2-77A9735B5C97}"/>
              </a:ext>
            </a:extLst>
          </p:cNvPr>
          <p:cNvSpPr txBox="1"/>
          <p:nvPr/>
        </p:nvSpPr>
        <p:spPr>
          <a:xfrm>
            <a:off x="9207500" y="3175000"/>
            <a:ext cx="2857500" cy="107721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altLang="zh-CN" sz="1600" b="1">
                <a:latin typeface="Noto Serif SC" panose="02020200000000000000" pitchFamily="18" charset="-122"/>
                <a:ea typeface="Noto Serif SC" panose="02020200000000000000" pitchFamily="18" charset="-122"/>
              </a:rPr>
              <a:t>The quick brown fox jumps over the lazy dog. Pack my box with five dozen liquor jugs.</a:t>
            </a:r>
            <a:endParaRPr lang="zh-CN" altLang="en-US" sz="1600" b="1">
              <a:latin typeface="Noto Serif SC" panose="02020200000000000000" pitchFamily="18" charset="-122"/>
              <a:ea typeface="Noto Serif SC" panose="02020200000000000000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EDA5C7-6C00-305E-DA73-EB32F5B5D7A5}"/>
              </a:ext>
            </a:extLst>
          </p:cNvPr>
          <p:cNvSpPr txBox="1"/>
          <p:nvPr/>
        </p:nvSpPr>
        <p:spPr>
          <a:xfrm>
            <a:off x="254000" y="5778500"/>
            <a:ext cx="3558988" cy="923330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5400" b="1">
                <a:latin typeface="Noto Sans SC" panose="020B0200000000000000" pitchFamily="34" charset="-122"/>
                <a:ea typeface="Noto Sans SC" panose="020B0200000000000000" pitchFamily="34" charset="-122"/>
              </a:rPr>
              <a:t>粗细 </a:t>
            </a:r>
            <a:r>
              <a:rPr lang="en-US" altLang="zh-CN" sz="5400" b="1">
                <a:latin typeface="Noto Sans SC" panose="020B0200000000000000" pitchFamily="34" charset="-122"/>
                <a:ea typeface="Noto Sans SC" panose="020B0200000000000000" pitchFamily="34" charset="-122"/>
              </a:rPr>
              <a:t>Ag 90</a:t>
            </a:r>
            <a:endParaRPr lang="zh-CN" altLang="en-US" sz="5400" b="1">
              <a:latin typeface="Noto Sans SC" panose="020B0200000000000000" pitchFamily="34" charset="-122"/>
              <a:ea typeface="Noto Sans SC" panose="020B02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6A0CA60-7B3A-3865-4A16-B2398C3B2106}"/>
              </a:ext>
            </a:extLst>
          </p:cNvPr>
          <p:cNvSpPr txBox="1"/>
          <p:nvPr/>
        </p:nvSpPr>
        <p:spPr>
          <a:xfrm>
            <a:off x="6223000" y="5778500"/>
            <a:ext cx="2566728" cy="707886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4000">
                <a:latin typeface="Noto Sans SC Light" panose="020B0200000000000000" pitchFamily="34" charset="-122"/>
                <a:ea typeface="Noto Sans SC Light" panose="020B0200000000000000" pitchFamily="34" charset="-122"/>
              </a:rPr>
              <a:t>粗细 </a:t>
            </a:r>
            <a:r>
              <a:rPr lang="en-US" altLang="zh-CN" sz="4000">
                <a:latin typeface="Noto Sans SC Light" panose="020B0200000000000000" pitchFamily="34" charset="-122"/>
                <a:ea typeface="Noto Sans SC Light" panose="020B0200000000000000" pitchFamily="34" charset="-122"/>
              </a:rPr>
              <a:t>Ag 90</a:t>
            </a:r>
            <a:endParaRPr lang="zh-CN" altLang="en-US" sz="4000">
              <a:latin typeface="Noto Sans SC Light" panose="020B0200000000000000" pitchFamily="34" charset="-122"/>
              <a:ea typeface="Noto Sans SC Light" panose="020B02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94110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</Words>
  <Application>Microsoft Office PowerPoint</Application>
  <PresentationFormat>自定义</PresentationFormat>
  <Paragraphs>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Noto Sans SC</vt:lpstr>
      <vt:lpstr>Noto Sans SC Light</vt:lpstr>
      <vt:lpstr>Noto Serif SC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2026-10-23T12:25:43Z</dcterms:created>
  <dcterms:modified xsi:type="dcterms:W3CDTF">2026-10-23T12:25:43Z</dcterms:modified>
</cp:coreProperties>
</file>