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63161-5859-EED0-A1E8-EF0105F36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7B3848-D495-3FE1-2E57-CB09BBD5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C10F9-C665-54BF-1BC4-477C8E68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0876F9-100A-B46E-6DF7-B6F0CC21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91F67-C76A-2C6F-8CF4-AA033AD7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73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BEC6D-14A3-C5E3-EDE5-EC5AB3F53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C64523-FA48-A7B0-3F22-5CC703136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74FA87-DA8A-3E8A-7579-6E45E13F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37E9F8-9F9D-A6D8-AF59-6F499585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F2A787-FB3A-55F7-43CB-6B1B2152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8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5ECD9-B073-76A7-3777-9B679C33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81705B-4C92-F967-DD59-FDB786C52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35A38-410E-C096-EFB1-CCC04B95D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957D18-51D4-AF31-5628-081C093E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C81AA-E2BE-9CC2-C99D-9E3E2833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12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FFF29-F9AE-62A3-DBCA-E5283519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16CA8-5C5B-C09D-6984-DD6B4F225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BBF753-80E5-D0C2-30AD-9E0CD6989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9E6A28-AD16-11B7-3D75-2FB63825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34906A-EE5B-0CAF-DB23-639B13E1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3D05F9-3818-DE85-0E9C-817B4C06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12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A1CBF-12C3-B958-8A66-12FFE2F9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21ADD7-FB97-E0E3-485E-345B2C91A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40F9C0-9103-2426-80BE-2FC1E6313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32B321-9B32-DA79-FF5B-67963904F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187475-FF6B-5499-A203-33408175F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1F427E-21E9-0D0C-9DD6-3A9749AD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EEA777-A147-C4B9-3BAC-533982A0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EBA211-0D5B-7F89-BB6D-0B834367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7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BA3FF-EA1A-B5CC-6C8F-2E93DB66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A46EC5-C1A5-C3D1-F560-F83CB68A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5B3144-139C-79E3-494D-7D37BA81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CB2837-B38F-096A-0C41-8E1B4BBA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38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FB2C12-5C57-1E5B-6923-135F2800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060132-E47A-28A3-6AC4-D4B4695A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1A310-B99E-0C90-6ED0-A37CD2D4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509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EDDAC-701F-AFF3-C6BD-5475E639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15C1B-C4B9-62F2-50AD-D32019A9C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57E764-D405-CD52-B296-2BBE65978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1206DD-6F5D-A103-6010-4F2BC8CB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A2B4C5-B2F2-9B89-1038-1F93D2F1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E1421C-828D-84AD-A0A3-35ECEC2A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17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9D0C2-A205-FBFA-CEC4-FABD8F841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D9A2DC-4E8D-F6F8-B4A2-850452A5A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FA27E5-E0A7-8160-E861-518453E53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9BA911-58F6-455F-B194-BFAD8849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8294FC-3CB0-4231-058B-D9CE9264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D4396A-8B5A-9C11-E918-7D9211E0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05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C714D-FC02-C447-E53E-56839590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1A685A-971B-6907-A7AB-573C6B1F6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EA459B-C82D-298E-37DD-8749609C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9F0C1A-8030-E531-8672-56EFEE54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839DE9-A107-BCA4-04C9-32932E53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42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724F41-3A5A-EC79-DD50-C341B3CA1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BC2693-6304-78AD-0A45-6D6597E6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70283-7916-CEDD-F49A-2F932B7E4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D9756C-B996-2187-16C0-2F70A228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C9B737-CB69-EE1C-2B51-FC15ADAD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58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00B22B-2BDA-470F-A9F7-8DD6EB99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0E0EB4-A25F-6343-78DB-6404CB00C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5D2C3-D786-F01B-4341-9E1D60A5C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06C0D-B4F9-4520-BC68-B3EBEEC1DCF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02A88E-63BD-A672-1247-4996B380A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140232-335A-DD33-13A5-F38B4CEB2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7D5D9-13F0-4E5A-B4BA-C89F75F2F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77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FA0">
            <a:extLst>
              <a:ext uri="{FF2B5EF4-FFF2-40B4-BE49-F238E27FC236}">
                <a16:creationId xmlns:a16="http://schemas.microsoft.com/office/drawing/2014/main" id="{B562148A-BC68-56C6-768E-A33181165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002696"/>
              </p:ext>
            </p:extLst>
          </p:nvPr>
        </p:nvGraphicFramePr>
        <p:xfrm>
          <a:off x="508000" y="762000"/>
          <a:ext cx="2032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0136639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23252974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954330166"/>
                  </a:ext>
                </a:extLst>
              </a:tr>
            </a:tbl>
          </a:graphicData>
        </a:graphic>
      </p:graphicFrame>
      <p:graphicFrame>
        <p:nvGraphicFramePr>
          <p:cNvPr id="3" name="FA1">
            <a:extLst>
              <a:ext uri="{FF2B5EF4-FFF2-40B4-BE49-F238E27FC236}">
                <a16:creationId xmlns:a16="http://schemas.microsoft.com/office/drawing/2014/main" id="{FBA864DD-8E1D-C2A8-A435-25E3A4F00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91926"/>
              </p:ext>
            </p:extLst>
          </p:nvPr>
        </p:nvGraphicFramePr>
        <p:xfrm>
          <a:off x="3302000" y="762000"/>
          <a:ext cx="2032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17437097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52659724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674753418"/>
                  </a:ext>
                </a:extLst>
              </a:tr>
            </a:tbl>
          </a:graphicData>
        </a:graphic>
      </p:graphicFrame>
      <p:graphicFrame>
        <p:nvGraphicFramePr>
          <p:cNvPr id="4" name="FA2">
            <a:extLst>
              <a:ext uri="{FF2B5EF4-FFF2-40B4-BE49-F238E27FC236}">
                <a16:creationId xmlns:a16="http://schemas.microsoft.com/office/drawing/2014/main" id="{DA652510-FDEA-CE00-6157-1B77304B2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262911"/>
              </p:ext>
            </p:extLst>
          </p:nvPr>
        </p:nvGraphicFramePr>
        <p:xfrm>
          <a:off x="6096000" y="762000"/>
          <a:ext cx="2032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06710350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94678160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91439496"/>
                  </a:ext>
                </a:extLst>
              </a:tr>
            </a:tbl>
          </a:graphicData>
        </a:graphic>
      </p:graphicFrame>
      <p:graphicFrame>
        <p:nvGraphicFramePr>
          <p:cNvPr id="5" name="FA3">
            <a:extLst>
              <a:ext uri="{FF2B5EF4-FFF2-40B4-BE49-F238E27FC236}">
                <a16:creationId xmlns:a16="http://schemas.microsoft.com/office/drawing/2014/main" id="{CA44D588-6082-DCF3-CEC4-D5158DB4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37376"/>
              </p:ext>
            </p:extLst>
          </p:nvPr>
        </p:nvGraphicFramePr>
        <p:xfrm>
          <a:off x="8890000" y="762000"/>
          <a:ext cx="2032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2725076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72211416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一二三四五六七八九十一二三四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40049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49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2026-10-15T18:38:17Z</dcterms:created>
  <dcterms:modified xsi:type="dcterms:W3CDTF">2026-10-15T18:38:17Z</dcterms:modified>
</cp:coreProperties>
</file>