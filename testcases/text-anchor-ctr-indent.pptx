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A45A3-4E23-1DCE-B2E0-89C31F0B1E8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4ED41B8-FFD2-B438-53AA-9D205BAED3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71D1D89-17B6-B07C-C0A0-4C5881D66DDE}"/>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49C25153-6FC0-A894-94F3-C89448A061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954081-DBC7-9771-7F2C-D9684558E1F4}"/>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1185116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6A6E1E-7C42-E153-BB1F-1AFE9CCA89A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B52757A-1672-F94F-431C-597267ED939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8C18AB-F62E-A775-1932-29756C108DCF}"/>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5113EB5C-54A7-E876-EB0B-8382E3B3CB7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CF1E9AA-6321-52DE-6472-D3BF5479C28C}"/>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1807358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C6E033-066A-A850-A093-54F75C2BAE7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0E572E6-873A-4A69-A5D7-CADBE6E39F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88E6723-CCFA-A1F6-A7FA-B92180518B5F}"/>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2829EABF-60E9-6151-A207-4831FA074C2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EB09163-A195-08C6-C471-58D112D0CAE9}"/>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3782438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7975D6-DBBF-135F-2375-B9D136225AE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C60D074-958E-0612-19F0-4154B347E22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3F562A7-2A61-5B41-0ABA-39672C1934CE}"/>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E3ECCFF-DD76-7C71-9BE2-237AD9B63C72}"/>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6" name="页脚占位符 5">
            <a:extLst>
              <a:ext uri="{FF2B5EF4-FFF2-40B4-BE49-F238E27FC236}">
                <a16:creationId xmlns:a16="http://schemas.microsoft.com/office/drawing/2014/main" id="{66291558-79E5-E2F3-4F78-E0D926F4968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4061E31-EAFD-904E-2DF1-EE12593EAB4E}"/>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3850967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62490D-0B06-88AA-4756-4382129901C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68955B0-5A1F-111F-2116-7D07F150E4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0371288-77C5-C73B-4B12-7601F1E46B5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C7ED49B-C5D5-82C9-725E-9B36372F20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5CBE5E1-F7CA-F2B9-29F7-F5B483D42EC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63677A5-EC4E-5D22-360B-B18268580224}"/>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8" name="页脚占位符 7">
            <a:extLst>
              <a:ext uri="{FF2B5EF4-FFF2-40B4-BE49-F238E27FC236}">
                <a16:creationId xmlns:a16="http://schemas.microsoft.com/office/drawing/2014/main" id="{E44B0C41-38BC-5E98-5195-CF00DD1E7E1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A713F01-247F-EF51-19DC-CA48BF48C031}"/>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2622471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D41682-7686-CA03-3D27-A22B2BEC671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0D1F9E9-0E01-23A1-ADA9-8C809C2FFC0C}"/>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4" name="页脚占位符 3">
            <a:extLst>
              <a:ext uri="{FF2B5EF4-FFF2-40B4-BE49-F238E27FC236}">
                <a16:creationId xmlns:a16="http://schemas.microsoft.com/office/drawing/2014/main" id="{2A84C29D-485C-E442-9A72-91D15049B63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31C4317-6CC5-238E-361C-0EE5DED5E1C3}"/>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1770150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1C6B77A-9426-B377-B18B-356488DA9117}"/>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3" name="页脚占位符 2">
            <a:extLst>
              <a:ext uri="{FF2B5EF4-FFF2-40B4-BE49-F238E27FC236}">
                <a16:creationId xmlns:a16="http://schemas.microsoft.com/office/drawing/2014/main" id="{2D08F4AE-728E-CFEA-F41C-F587274E8FE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4552A43-A3D0-DC4D-B190-634586A4DFF8}"/>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34902346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A7CBCA-C798-44AF-007F-709924787E6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E8C63C7-709B-A1D9-B882-96B0DB0F4D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B467A60-EFA8-E832-2716-18BF220D7D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1E184D7-3E3B-42DF-9545-6DE9325E0744}"/>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6" name="页脚占位符 5">
            <a:extLst>
              <a:ext uri="{FF2B5EF4-FFF2-40B4-BE49-F238E27FC236}">
                <a16:creationId xmlns:a16="http://schemas.microsoft.com/office/drawing/2014/main" id="{234E8DC7-0D8D-6859-3596-C14285B2BCB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F70912C-3757-E54B-8E44-EEBD76A436D5}"/>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1887851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50CD42-5000-CC94-725D-2F9B3B02B75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001CC41-8050-E955-D05C-27D35C063D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9F145C3-2BA3-0DDE-59D0-9375451DB0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868EDBD-85C0-7829-218B-B270912D635C}"/>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6" name="页脚占位符 5">
            <a:extLst>
              <a:ext uri="{FF2B5EF4-FFF2-40B4-BE49-F238E27FC236}">
                <a16:creationId xmlns:a16="http://schemas.microsoft.com/office/drawing/2014/main" id="{769713B1-955A-56AB-CD4A-123AF0D678B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13C8428-84C2-D5C0-9F95-F0F6251B70FC}"/>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3394364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416BC9-B6AB-728F-F2E2-4C63ABD3B11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D485BA5-CE55-0AAE-D1CE-502AEA0D4B9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2043167-17F0-F356-7302-DBED19A08F77}"/>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5FA89EA3-5046-BCD2-080A-A9A31D5238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98C9C44-62CD-B9F1-8BD6-A12C6A2B533D}"/>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2438726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6D3878A-2DED-FB0A-196D-B21E5891D7B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B28CD61-07DC-1A3A-2E51-70FCBD8C17B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EA999B2-85EF-8B3D-741F-92BE4F2CE66C}"/>
              </a:ext>
            </a:extLst>
          </p:cNvPr>
          <p:cNvSpPr>
            <a:spLocks noGrp="1"/>
          </p:cNvSpPr>
          <p:nvPr>
            <p:ph type="dt" sz="half" idx="10"/>
          </p:nvPr>
        </p:nvSpPr>
        <p:spPr/>
        <p:txBody>
          <a:bodyPr/>
          <a:lstStyle/>
          <a:p>
            <a:fld id="{25BFC981-0A9C-437E-BBEA-25F80EFE7DB3}"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1CDB2651-35F2-D5F6-5C4E-52015DE5809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87B4580-3556-CFB3-54D7-8BC361C0492A}"/>
              </a:ext>
            </a:extLst>
          </p:cNvPr>
          <p:cNvSpPr>
            <a:spLocks noGrp="1"/>
          </p:cNvSpPr>
          <p:nvPr>
            <p:ph type="sldNum" sz="quarter" idx="12"/>
          </p:nvPr>
        </p:nvSpPr>
        <p:spPr/>
        <p:txBody>
          <a:body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778292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1964FCE-8040-3541-12D6-E927DD9C71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FDAF6C0-13FC-4C97-F7E2-E71C3E23E3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046F463-BA9D-2833-5B79-30A11252A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BFC981-0A9C-437E-BBEA-25F80EFE7DB3}" type="datetimeFigureOut">
              <a:rPr lang="zh-CN" altLang="en-US" smtClean="0"/>
              <a:t>2026/10/26</a:t>
            </a:fld>
            <a:endParaRPr lang="zh-CN" altLang="en-US"/>
          </a:p>
        </p:txBody>
      </p:sp>
      <p:sp>
        <p:nvSpPr>
          <p:cNvPr id="5" name="页脚占位符 4">
            <a:extLst>
              <a:ext uri="{FF2B5EF4-FFF2-40B4-BE49-F238E27FC236}">
                <a16:creationId xmlns:a16="http://schemas.microsoft.com/office/drawing/2014/main" id="{58ACE317-2A07-994A-A556-BC6F4C2108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349BB01D-0A0C-7056-6B26-E6CAAA0167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ACEFE56-D9E8-4B45-9E1A-D930B90D4311}" type="slidenum">
              <a:rPr lang="zh-CN" altLang="en-US" smtClean="0"/>
              <a:t>‹#›</a:t>
            </a:fld>
            <a:endParaRPr lang="zh-CN" altLang="en-US"/>
          </a:p>
        </p:txBody>
      </p:sp>
    </p:spTree>
    <p:extLst>
      <p:ext uri="{BB962C8B-B14F-4D97-AF65-F5344CB8AC3E}">
        <p14:creationId xmlns:p14="http://schemas.microsoft.com/office/powerpoint/2010/main" val="395269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1FD1D07-B6DB-53DA-83DA-6EE4E8E25C1C}"/>
              </a:ext>
            </a:extLst>
          </p:cNvPr>
          <p:cNvSpPr txBox="1"/>
          <p:nvPr/>
        </p:nvSpPr>
        <p:spPr>
          <a:xfrm>
            <a:off x="190500" y="254000"/>
            <a:ext cx="2794000" cy="369332"/>
          </a:xfrm>
          <a:prstGeom prst="rect">
            <a:avLst/>
          </a:prstGeom>
          <a:noFill/>
          <a:ln>
            <a:solidFill>
              <a:srgbClr val="C8C8C8"/>
            </a:solidFill>
          </a:ln>
        </p:spPr>
        <p:txBody>
          <a:bodyPr wrap="square" rtlCol="0" anchorCtr="1">
            <a:noAutofit/>
          </a:bodyPr>
          <a:lstStyle/>
          <a:p>
            <a:pPr marL="0" marR="381000" indent="0" algn="ctr">
              <a:buNone/>
            </a:pPr>
            <a:r>
              <a:rPr lang="zh-CN" altLang="en-US" sz="1400">
                <a:latin typeface="Microsoft YaHei"/>
                <a:ea typeface="Microsoft YaHei"/>
              </a:rPr>
              <a:t>一二三四五</a:t>
            </a:r>
            <a:endParaRPr lang="zh-CN" altLang="en-US" sz="1400"/>
          </a:p>
        </p:txBody>
      </p:sp>
      <p:sp>
        <p:nvSpPr>
          <p:cNvPr id="3" name="文本框 2">
            <a:extLst>
              <a:ext uri="{FF2B5EF4-FFF2-40B4-BE49-F238E27FC236}">
                <a16:creationId xmlns:a16="http://schemas.microsoft.com/office/drawing/2014/main" id="{BE74A9BD-6030-B95E-9367-3B95F606CCDC}"/>
              </a:ext>
            </a:extLst>
          </p:cNvPr>
          <p:cNvSpPr txBox="1"/>
          <p:nvPr/>
        </p:nvSpPr>
        <p:spPr>
          <a:xfrm>
            <a:off x="3187700" y="254000"/>
            <a:ext cx="2794000" cy="369332"/>
          </a:xfrm>
          <a:prstGeom prst="rect">
            <a:avLst/>
          </a:prstGeom>
          <a:noFill/>
          <a:ln>
            <a:solidFill>
              <a:srgbClr val="C8C8C8"/>
            </a:solidFill>
          </a:ln>
        </p:spPr>
        <p:txBody>
          <a:bodyPr wrap="square" rtlCol="0" anchorCtr="1">
            <a:noAutofit/>
          </a:bodyPr>
          <a:lstStyle/>
          <a:p>
            <a:pPr marL="254000" marR="508000" indent="0" algn="ctr">
              <a:buNone/>
            </a:pPr>
            <a:r>
              <a:rPr lang="zh-CN" altLang="en-US" sz="1400">
                <a:latin typeface="Microsoft YaHei"/>
                <a:ea typeface="Microsoft YaHei"/>
              </a:rPr>
              <a:t>一二三四五</a:t>
            </a:r>
            <a:endParaRPr lang="zh-CN" altLang="en-US" sz="1400"/>
          </a:p>
        </p:txBody>
      </p:sp>
      <p:sp>
        <p:nvSpPr>
          <p:cNvPr id="4" name="文本框 3">
            <a:extLst>
              <a:ext uri="{FF2B5EF4-FFF2-40B4-BE49-F238E27FC236}">
                <a16:creationId xmlns:a16="http://schemas.microsoft.com/office/drawing/2014/main" id="{EAFB2C60-7C2C-7EC1-4A57-2506000981BA}"/>
              </a:ext>
            </a:extLst>
          </p:cNvPr>
          <p:cNvSpPr txBox="1"/>
          <p:nvPr/>
        </p:nvSpPr>
        <p:spPr>
          <a:xfrm>
            <a:off x="6184900" y="254000"/>
            <a:ext cx="2794000" cy="369332"/>
          </a:xfrm>
          <a:prstGeom prst="rect">
            <a:avLst/>
          </a:prstGeom>
          <a:noFill/>
          <a:ln>
            <a:solidFill>
              <a:srgbClr val="C8C8C8"/>
            </a:solidFill>
          </a:ln>
        </p:spPr>
        <p:txBody>
          <a:bodyPr wrap="square" rtlCol="0" anchorCtr="1">
            <a:noAutofit/>
          </a:bodyPr>
          <a:lstStyle/>
          <a:p>
            <a:pPr marL="254000" marR="508000" indent="0" algn="l">
              <a:buNone/>
            </a:pPr>
            <a:r>
              <a:rPr lang="zh-CN" altLang="en-US" sz="1400">
                <a:latin typeface="Microsoft YaHei"/>
                <a:ea typeface="Microsoft YaHei"/>
              </a:rPr>
              <a:t>一二三四五</a:t>
            </a:r>
            <a:endParaRPr lang="zh-CN" altLang="en-US" sz="1400"/>
          </a:p>
        </p:txBody>
      </p:sp>
      <p:sp>
        <p:nvSpPr>
          <p:cNvPr id="5" name="文本框 4">
            <a:extLst>
              <a:ext uri="{FF2B5EF4-FFF2-40B4-BE49-F238E27FC236}">
                <a16:creationId xmlns:a16="http://schemas.microsoft.com/office/drawing/2014/main" id="{6D790EF9-AC54-D9C9-F69F-6C63855C7B41}"/>
              </a:ext>
            </a:extLst>
          </p:cNvPr>
          <p:cNvSpPr txBox="1"/>
          <p:nvPr/>
        </p:nvSpPr>
        <p:spPr>
          <a:xfrm>
            <a:off x="9182100" y="254000"/>
            <a:ext cx="2794000" cy="369332"/>
          </a:xfrm>
          <a:prstGeom prst="rect">
            <a:avLst/>
          </a:prstGeom>
          <a:noFill/>
          <a:ln>
            <a:solidFill>
              <a:srgbClr val="C8C8C8"/>
            </a:solidFill>
          </a:ln>
        </p:spPr>
        <p:txBody>
          <a:bodyPr wrap="square" rtlCol="0" anchorCtr="1">
            <a:noAutofit/>
          </a:bodyPr>
          <a:lstStyle/>
          <a:p>
            <a:pPr marL="254000" marR="508000" indent="0" algn="r">
              <a:buNone/>
            </a:pPr>
            <a:r>
              <a:rPr lang="zh-CN" altLang="en-US" sz="1400">
                <a:latin typeface="Microsoft YaHei"/>
                <a:ea typeface="Microsoft YaHei"/>
              </a:rPr>
              <a:t>一二三四五</a:t>
            </a:r>
            <a:endParaRPr lang="zh-CN" altLang="en-US" sz="1400"/>
          </a:p>
        </p:txBody>
      </p:sp>
      <p:sp>
        <p:nvSpPr>
          <p:cNvPr id="6" name="文本框 5">
            <a:extLst>
              <a:ext uri="{FF2B5EF4-FFF2-40B4-BE49-F238E27FC236}">
                <a16:creationId xmlns:a16="http://schemas.microsoft.com/office/drawing/2014/main" id="{E6B0C7AE-26AE-FB4B-6048-090EED7C2D95}"/>
              </a:ext>
            </a:extLst>
          </p:cNvPr>
          <p:cNvSpPr txBox="1"/>
          <p:nvPr/>
        </p:nvSpPr>
        <p:spPr>
          <a:xfrm>
            <a:off x="190500" y="3556000"/>
            <a:ext cx="2794000" cy="369332"/>
          </a:xfrm>
          <a:prstGeom prst="rect">
            <a:avLst/>
          </a:prstGeom>
          <a:noFill/>
          <a:ln>
            <a:solidFill>
              <a:srgbClr val="C8C8C8"/>
            </a:solidFill>
          </a:ln>
        </p:spPr>
        <p:txBody>
          <a:bodyPr wrap="square" rtlCol="0" anchorCtr="1">
            <a:noAutofit/>
          </a:bodyPr>
          <a:lstStyle/>
          <a:p>
            <a:pPr marL="0" marR="508000" indent="0" algn="ctr">
              <a:buNone/>
            </a:pPr>
            <a:r>
              <a:rPr lang="zh-CN" altLang="en-US" sz="1400">
                <a:latin typeface="Microsoft YaHei"/>
                <a:ea typeface="Microsoft YaHei"/>
              </a:rPr>
              <a:t>一二三四五</a:t>
            </a:r>
            <a:endParaRPr lang="zh-CN" altLang="en-US" sz="1400"/>
          </a:p>
          <a:p>
            <a:pPr marL="127000" marR="0" indent="0" algn="l">
              <a:buNone/>
            </a:pPr>
            <a:r>
              <a:rPr lang="zh-CN" altLang="en-US" sz="1400">
                <a:latin typeface="Microsoft YaHei"/>
                <a:ea typeface="Microsoft YaHei"/>
              </a:rPr>
              <a:t>一二三四五六七八</a:t>
            </a:r>
            <a:endParaRPr lang="zh-CN" altLang="en-US" sz="1400"/>
          </a:p>
        </p:txBody>
      </p:sp>
      <p:sp>
        <p:nvSpPr>
          <p:cNvPr id="7" name="文本框 6">
            <a:extLst>
              <a:ext uri="{FF2B5EF4-FFF2-40B4-BE49-F238E27FC236}">
                <a16:creationId xmlns:a16="http://schemas.microsoft.com/office/drawing/2014/main" id="{220AED18-58DA-4B83-129D-8B31C9AC1609}"/>
              </a:ext>
            </a:extLst>
          </p:cNvPr>
          <p:cNvSpPr txBox="1"/>
          <p:nvPr/>
        </p:nvSpPr>
        <p:spPr>
          <a:xfrm>
            <a:off x="3187700" y="3556000"/>
            <a:ext cx="2794000" cy="369332"/>
          </a:xfrm>
          <a:prstGeom prst="rect">
            <a:avLst/>
          </a:prstGeom>
          <a:noFill/>
          <a:ln>
            <a:solidFill>
              <a:srgbClr val="C8C8C8"/>
            </a:solidFill>
          </a:ln>
        </p:spPr>
        <p:txBody>
          <a:bodyPr wrap="square" rtlCol="0" anchorCtr="1">
            <a:noAutofit/>
          </a:bodyPr>
          <a:lstStyle/>
          <a:p>
            <a:pPr marL="381000" marR="127000" indent="0" algn="l">
              <a:buNone/>
            </a:pPr>
            <a:r>
              <a:rPr lang="zh-CN" altLang="en-US" sz="1400">
                <a:latin typeface="Microsoft YaHei"/>
                <a:ea typeface="Microsoft YaHei"/>
              </a:rPr>
              <a:t>一二三四五六七八</a:t>
            </a:r>
            <a:endParaRPr lang="zh-CN" altLang="en-US" sz="1400"/>
          </a:p>
          <a:p>
            <a:pPr marL="0" marR="635000" indent="0" algn="r">
              <a:buNone/>
            </a:pPr>
            <a:r>
              <a:rPr lang="zh-CN" altLang="en-US" sz="1400">
                <a:latin typeface="Microsoft YaHei"/>
                <a:ea typeface="Microsoft YaHei"/>
              </a:rPr>
              <a:t>一二三四五</a:t>
            </a:r>
            <a:endParaRPr lang="zh-CN" altLang="en-US" sz="1400"/>
          </a:p>
        </p:txBody>
      </p:sp>
      <p:sp>
        <p:nvSpPr>
          <p:cNvPr id="8" name="文本框 7">
            <a:extLst>
              <a:ext uri="{FF2B5EF4-FFF2-40B4-BE49-F238E27FC236}">
                <a16:creationId xmlns:a16="http://schemas.microsoft.com/office/drawing/2014/main" id="{BFE32E42-E01B-5A59-1ECF-66434FC459A1}"/>
              </a:ext>
            </a:extLst>
          </p:cNvPr>
          <p:cNvSpPr txBox="1"/>
          <p:nvPr/>
        </p:nvSpPr>
        <p:spPr>
          <a:xfrm>
            <a:off x="6184900" y="3556000"/>
            <a:ext cx="2794000" cy="369332"/>
          </a:xfrm>
          <a:prstGeom prst="rect">
            <a:avLst/>
          </a:prstGeom>
          <a:noFill/>
          <a:ln>
            <a:solidFill>
              <a:srgbClr val="C8C8C8"/>
            </a:solidFill>
          </a:ln>
        </p:spPr>
        <p:txBody>
          <a:bodyPr wrap="square" rtlCol="0" anchorCtr="1">
            <a:noAutofit/>
          </a:bodyPr>
          <a:lstStyle/>
          <a:p>
            <a:pPr marL="381000" marR="0" indent="-381000" algn="l">
              <a:buNone/>
            </a:pPr>
            <a:r>
              <a:rPr lang="zh-CN" altLang="en-US" sz="1400">
                <a:latin typeface="Microsoft YaHei"/>
                <a:ea typeface="Microsoft YaHei"/>
              </a:rPr>
              <a:t>一二三四五六七八九十一二三四五六七八九十一二三四五六七八九十一二三四五六七八九十</a:t>
            </a:r>
            <a:endParaRPr lang="zh-CN" altLang="en-US" sz="1400"/>
          </a:p>
          <a:p>
            <a:pPr marL="0" marR="762000" indent="0" algn="ctr">
              <a:buNone/>
            </a:pPr>
            <a:r>
              <a:rPr lang="zh-CN" altLang="en-US" sz="1400">
                <a:latin typeface="Microsoft YaHei"/>
                <a:ea typeface="Microsoft YaHei"/>
              </a:rPr>
              <a:t>一二三四五</a:t>
            </a:r>
            <a:endParaRPr lang="zh-CN" altLang="en-US" sz="1400"/>
          </a:p>
        </p:txBody>
      </p:sp>
      <p:sp>
        <p:nvSpPr>
          <p:cNvPr id="9" name="文本框 8">
            <a:extLst>
              <a:ext uri="{FF2B5EF4-FFF2-40B4-BE49-F238E27FC236}">
                <a16:creationId xmlns:a16="http://schemas.microsoft.com/office/drawing/2014/main" id="{D383ACB8-26D2-7AF1-81CE-FF1CD434CEAA}"/>
              </a:ext>
            </a:extLst>
          </p:cNvPr>
          <p:cNvSpPr txBox="1"/>
          <p:nvPr/>
        </p:nvSpPr>
        <p:spPr>
          <a:xfrm>
            <a:off x="9182100" y="3556000"/>
            <a:ext cx="2794000" cy="369332"/>
          </a:xfrm>
          <a:prstGeom prst="rect">
            <a:avLst/>
          </a:prstGeom>
          <a:noFill/>
          <a:ln>
            <a:solidFill>
              <a:srgbClr val="C8C8C8"/>
            </a:solidFill>
          </a:ln>
        </p:spPr>
        <p:txBody>
          <a:bodyPr wrap="square" rtlCol="0" anchorCtr="1">
            <a:noAutofit/>
          </a:bodyPr>
          <a:lstStyle/>
          <a:p>
            <a:pPr marL="254000" marR="508000" indent="0" algn="ctr">
              <a:buNone/>
            </a:pPr>
            <a:r>
              <a:rPr lang="zh-CN" altLang="en-US" sz="1400">
                <a:latin typeface="Microsoft YaHei"/>
                <a:ea typeface="Microsoft YaHei"/>
              </a:rPr>
              <a:t>一二三四五六七八九十一二三四五六七八九十一二三四五六七八九十一二三四五六七八九十</a:t>
            </a:r>
            <a:endParaRPr lang="zh-CN" altLang="en-US" sz="1400"/>
          </a:p>
        </p:txBody>
      </p:sp>
    </p:spTree>
    <p:extLst>
      <p:ext uri="{BB962C8B-B14F-4D97-AF65-F5344CB8AC3E}">
        <p14:creationId xmlns:p14="http://schemas.microsoft.com/office/powerpoint/2010/main" val="1302739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219D912A-331C-EB62-3ECB-C17C1D0E5AFB}"/>
              </a:ext>
            </a:extLst>
          </p:cNvPr>
          <p:cNvGraphicFramePr>
            <a:graphicFrameLocks noGrp="1"/>
          </p:cNvGraphicFramePr>
          <p:nvPr>
            <p:extLst>
              <p:ext uri="{D42A27DB-BD31-4B8C-83A1-F6EECF244321}">
                <p14:modId xmlns:p14="http://schemas.microsoft.com/office/powerpoint/2010/main" val="1610751863"/>
              </p:ext>
            </p:extLst>
          </p:nvPr>
        </p:nvGraphicFramePr>
        <p:xfrm>
          <a:off x="381000" y="254000"/>
          <a:ext cx="11430000" cy="279400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332686570"/>
                    </a:ext>
                  </a:extLst>
                </a:gridCol>
                <a:gridCol w="2857500">
                  <a:extLst>
                    <a:ext uri="{9D8B030D-6E8A-4147-A177-3AD203B41FA5}">
                      <a16:colId xmlns:a16="http://schemas.microsoft.com/office/drawing/2014/main" val="2858033417"/>
                    </a:ext>
                  </a:extLst>
                </a:gridCol>
                <a:gridCol w="2857500">
                  <a:extLst>
                    <a:ext uri="{9D8B030D-6E8A-4147-A177-3AD203B41FA5}">
                      <a16:colId xmlns:a16="http://schemas.microsoft.com/office/drawing/2014/main" val="2550358970"/>
                    </a:ext>
                  </a:extLst>
                </a:gridCol>
                <a:gridCol w="2857500">
                  <a:extLst>
                    <a:ext uri="{9D8B030D-6E8A-4147-A177-3AD203B41FA5}">
                      <a16:colId xmlns:a16="http://schemas.microsoft.com/office/drawing/2014/main" val="2727663407"/>
                    </a:ext>
                  </a:extLst>
                </a:gridCol>
              </a:tblGrid>
              <a:tr h="931333">
                <a:tc>
                  <a:txBody>
                    <a:bodyPr/>
                    <a:lstStyle/>
                    <a:p>
                      <a:pPr marL="0" marR="0" indent="0" algn="ctr">
                        <a:buNone/>
                      </a:pPr>
                      <a:r>
                        <a:rPr lang="zh-CN" altLang="en-US" sz="1400">
                          <a:latin typeface="Microsoft YaHei"/>
                          <a:ea typeface="Microsoft YaHei"/>
                        </a:rPr>
                        <a:t>一二三四五</a:t>
                      </a:r>
                      <a:endParaRPr lang="zh-CN" altLang="en-US" sz="1400"/>
                    </a:p>
                  </a:txBody>
                  <a:tcPr anchor="ctr" anchorCtr="1"/>
                </a:tc>
                <a:tc>
                  <a:txBody>
                    <a:bodyPr/>
                    <a:lstStyle/>
                    <a:p>
                      <a:pPr marL="0" marR="127000" indent="0" algn="ctr">
                        <a:buNone/>
                      </a:pPr>
                      <a:r>
                        <a:rPr lang="zh-CN" altLang="en-US" sz="1400">
                          <a:latin typeface="Microsoft YaHei"/>
                          <a:ea typeface="Microsoft YaHei"/>
                        </a:rPr>
                        <a:t>一二三四五</a:t>
                      </a:r>
                      <a:endParaRPr lang="zh-CN" altLang="en-US" sz="1400"/>
                    </a:p>
                  </a:txBody>
                  <a:tcPr anchor="ctr" anchorCtr="1"/>
                </a:tc>
                <a:tc>
                  <a:txBody>
                    <a:bodyPr/>
                    <a:lstStyle/>
                    <a:p>
                      <a:pPr marL="0" marR="254000" indent="0" algn="ctr">
                        <a:buNone/>
                      </a:pPr>
                      <a:r>
                        <a:rPr lang="zh-CN" altLang="en-US" sz="1400">
                          <a:latin typeface="Microsoft YaHei"/>
                          <a:ea typeface="Microsoft YaHei"/>
                        </a:rPr>
                        <a:t>一二三四五</a:t>
                      </a:r>
                      <a:endParaRPr lang="zh-CN" altLang="en-US" sz="1400"/>
                    </a:p>
                  </a:txBody>
                  <a:tcPr anchor="ctr" anchorCtr="1"/>
                </a:tc>
                <a:tc>
                  <a:txBody>
                    <a:bodyPr/>
                    <a:lstStyle/>
                    <a:p>
                      <a:pPr marL="0" marR="381000" indent="0" algn="ctr">
                        <a:buNone/>
                      </a:pPr>
                      <a:r>
                        <a:rPr lang="zh-CN" altLang="en-US" sz="1400">
                          <a:latin typeface="Microsoft YaHei"/>
                          <a:ea typeface="Microsoft YaHei"/>
                        </a:rPr>
                        <a:t>一二三四五</a:t>
                      </a:r>
                      <a:endParaRPr lang="zh-CN" altLang="en-US" sz="1400"/>
                    </a:p>
                  </a:txBody>
                  <a:tcPr anchor="ctr" anchorCtr="1"/>
                </a:tc>
                <a:extLst>
                  <a:ext uri="{0D108BD9-81ED-4DB2-BD59-A6C34878D82A}">
                    <a16:rowId xmlns:a16="http://schemas.microsoft.com/office/drawing/2014/main" val="433886267"/>
                  </a:ext>
                </a:extLst>
              </a:tr>
              <a:tr h="931333">
                <a:tc>
                  <a:txBody>
                    <a:bodyPr/>
                    <a:lstStyle/>
                    <a:p>
                      <a:pPr marL="0" marR="0" indent="0" algn="ctr">
                        <a:buNone/>
                      </a:pPr>
                      <a:r>
                        <a:rPr lang="zh-CN" altLang="en-US" sz="1400">
                          <a:latin typeface="Microsoft YaHei"/>
                          <a:ea typeface="Microsoft YaHei"/>
                        </a:rPr>
                        <a:t>一二三四五</a:t>
                      </a:r>
                      <a:endParaRPr lang="zh-CN" altLang="en-US" sz="1400"/>
                    </a:p>
                    <a:p>
                      <a:pPr marL="127000" marR="0" indent="0" algn="l">
                        <a:buNone/>
                      </a:pPr>
                      <a:r>
                        <a:rPr lang="zh-CN" altLang="en-US" sz="1400">
                          <a:latin typeface="Microsoft YaHei"/>
                          <a:ea typeface="Microsoft YaHei"/>
                        </a:rPr>
                        <a:t>一二三四五六七八</a:t>
                      </a:r>
                      <a:endParaRPr lang="zh-CN" altLang="en-US" sz="1400"/>
                    </a:p>
                  </a:txBody>
                  <a:tcPr anchor="ctr" anchorCtr="1"/>
                </a:tc>
                <a:tc>
                  <a:txBody>
                    <a:bodyPr/>
                    <a:lstStyle/>
                    <a:p>
                      <a:pPr marL="0" marR="127000" indent="0" algn="ctr">
                        <a:buNone/>
                      </a:pPr>
                      <a:r>
                        <a:rPr lang="zh-CN" altLang="en-US" sz="1400">
                          <a:latin typeface="Microsoft YaHei"/>
                          <a:ea typeface="Microsoft YaHei"/>
                        </a:rPr>
                        <a:t>一二三</a:t>
                      </a:r>
                      <a:endParaRPr lang="zh-CN" altLang="en-US" sz="1400"/>
                    </a:p>
                    <a:p>
                      <a:pPr marL="0" marR="0" indent="0" algn="l">
                        <a:buNone/>
                      </a:pPr>
                      <a:r>
                        <a:rPr lang="zh-CN" altLang="en-US" sz="1400">
                          <a:latin typeface="Microsoft YaHei"/>
                          <a:ea typeface="Microsoft YaHei"/>
                        </a:rPr>
                        <a:t>一二三四五六七八</a:t>
                      </a:r>
                      <a:endParaRPr lang="zh-CN" altLang="en-US" sz="1400"/>
                    </a:p>
                  </a:txBody>
                  <a:tcPr anchor="ctr" anchorCtr="1"/>
                </a:tc>
                <a:tc>
                  <a:txBody>
                    <a:bodyPr/>
                    <a:lstStyle/>
                    <a:p>
                      <a:pPr marL="254000" marR="254000" indent="0" algn="l">
                        <a:buNone/>
                      </a:pPr>
                      <a:r>
                        <a:rPr lang="zh-CN" altLang="en-US" sz="1400">
                          <a:latin typeface="Microsoft YaHei"/>
                          <a:ea typeface="Microsoft YaHei"/>
                        </a:rPr>
                        <a:t>一二三四五</a:t>
                      </a:r>
                      <a:endParaRPr lang="zh-CN" altLang="en-US" sz="1400"/>
                    </a:p>
                  </a:txBody>
                  <a:tcPr anchor="ctr" anchorCtr="1"/>
                </a:tc>
                <a:tc>
                  <a:txBody>
                    <a:bodyPr/>
                    <a:lstStyle/>
                    <a:p>
                      <a:pPr marL="0" marR="381000" indent="0" algn="r">
                        <a:buNone/>
                      </a:pPr>
                      <a:r>
                        <a:rPr lang="zh-CN" altLang="en-US" sz="1400">
                          <a:latin typeface="Microsoft YaHei"/>
                          <a:ea typeface="Microsoft YaHei"/>
                        </a:rPr>
                        <a:t>一二三四五</a:t>
                      </a:r>
                      <a:endParaRPr lang="zh-CN" altLang="en-US" sz="1400"/>
                    </a:p>
                    <a:p>
                      <a:pPr marL="190500" marR="0" indent="0" algn="r">
                        <a:buNone/>
                      </a:pPr>
                      <a:r>
                        <a:rPr lang="zh-CN" altLang="en-US" sz="1400">
                          <a:latin typeface="Microsoft YaHei"/>
                          <a:ea typeface="Microsoft YaHei"/>
                        </a:rPr>
                        <a:t>一二三</a:t>
                      </a:r>
                      <a:endParaRPr lang="zh-CN" altLang="en-US" sz="1400"/>
                    </a:p>
                  </a:txBody>
                  <a:tcPr anchor="ctr" anchorCtr="1"/>
                </a:tc>
                <a:extLst>
                  <a:ext uri="{0D108BD9-81ED-4DB2-BD59-A6C34878D82A}">
                    <a16:rowId xmlns:a16="http://schemas.microsoft.com/office/drawing/2014/main" val="2773863886"/>
                  </a:ext>
                </a:extLst>
              </a:tr>
              <a:tr h="931333">
                <a:tc>
                  <a:txBody>
                    <a:bodyPr/>
                    <a:lstStyle/>
                    <a:p>
                      <a:pPr marL="127000" marR="317500" indent="0" algn="ctr">
                        <a:buNone/>
                      </a:pPr>
                      <a:r>
                        <a:rPr lang="zh-CN" altLang="en-US" sz="1400">
                          <a:latin typeface="Microsoft YaHei"/>
                          <a:ea typeface="Microsoft YaHei"/>
                        </a:rPr>
                        <a:t>一二三四五六七八九十一二三四五六七八九十</a:t>
                      </a:r>
                      <a:endParaRPr lang="zh-CN" altLang="en-US" sz="1400"/>
                    </a:p>
                  </a:txBody>
                  <a:tcPr anchor="ctr" anchorCtr="1"/>
                </a:tc>
                <a:tc>
                  <a:txBody>
                    <a:bodyPr/>
                    <a:lstStyle/>
                    <a:p>
                      <a:pPr marL="0" marR="127000" indent="0" algn="ctr">
                        <a:buNone/>
                      </a:pPr>
                      <a:r>
                        <a:rPr lang="zh-CN" altLang="en-US" sz="1400">
                          <a:latin typeface="Microsoft YaHei"/>
                          <a:ea typeface="Microsoft YaHei"/>
                        </a:rPr>
                        <a:t>一二三四五六七八九十一二三四五六七八</a:t>
                      </a:r>
                      <a:endParaRPr lang="zh-CN" altLang="en-US" sz="1400"/>
                    </a:p>
                  </a:txBody>
                  <a:tcPr anchor="ctr" anchorCtr="1"/>
                </a:tc>
                <a:tc>
                  <a:txBody>
                    <a:bodyPr/>
                    <a:lstStyle/>
                    <a:p>
                      <a:pPr marL="190500" marR="190500" indent="0" algn="l">
                        <a:buNone/>
                      </a:pPr>
                      <a:r>
                        <a:rPr lang="zh-CN" altLang="en-US" sz="1400">
                          <a:latin typeface="Microsoft YaHei"/>
                          <a:ea typeface="Microsoft YaHei"/>
                        </a:rPr>
                        <a:t>一二三四五六七八九十一二三四五六七八九十</a:t>
                      </a:r>
                      <a:endParaRPr lang="zh-CN" altLang="en-US" sz="1400"/>
                    </a:p>
                  </a:txBody>
                  <a:tcPr anchor="ctr" anchorCtr="1"/>
                </a:tc>
                <a:tc>
                  <a:txBody>
                    <a:bodyPr/>
                    <a:lstStyle/>
                    <a:p>
                      <a:pPr marL="0" marR="381000" indent="0" algn="ctr">
                        <a:buNone/>
                      </a:pPr>
                      <a:r>
                        <a:rPr lang="zh-CN" altLang="en-US" sz="1400">
                          <a:latin typeface="Microsoft YaHei"/>
                          <a:ea typeface="Microsoft YaHei"/>
                        </a:rPr>
                        <a:t>一二三四五六七八</a:t>
                      </a:r>
                      <a:endParaRPr lang="zh-CN" altLang="en-US" sz="1400"/>
                    </a:p>
                  </a:txBody>
                  <a:tcPr anchor="ctr" anchorCtr="1"/>
                </a:tc>
                <a:extLst>
                  <a:ext uri="{0D108BD9-81ED-4DB2-BD59-A6C34878D82A}">
                    <a16:rowId xmlns:a16="http://schemas.microsoft.com/office/drawing/2014/main" val="1669727151"/>
                  </a:ext>
                </a:extLst>
              </a:tr>
            </a:tbl>
          </a:graphicData>
        </a:graphic>
      </p:graphicFrame>
      <p:graphicFrame>
        <p:nvGraphicFramePr>
          <p:cNvPr id="3" name="表格 2">
            <a:extLst>
              <a:ext uri="{FF2B5EF4-FFF2-40B4-BE49-F238E27FC236}">
                <a16:creationId xmlns:a16="http://schemas.microsoft.com/office/drawing/2014/main" id="{4D4D7293-AEAE-3E23-71B8-92B824689AA5}"/>
              </a:ext>
            </a:extLst>
          </p:cNvPr>
          <p:cNvGraphicFramePr>
            <a:graphicFrameLocks noGrp="1"/>
          </p:cNvGraphicFramePr>
          <p:nvPr>
            <p:extLst>
              <p:ext uri="{D42A27DB-BD31-4B8C-83A1-F6EECF244321}">
                <p14:modId xmlns:p14="http://schemas.microsoft.com/office/powerpoint/2010/main" val="2140428995"/>
              </p:ext>
            </p:extLst>
          </p:nvPr>
        </p:nvGraphicFramePr>
        <p:xfrm>
          <a:off x="381000" y="3556000"/>
          <a:ext cx="11430000" cy="2794000"/>
        </p:xfrm>
        <a:graphic>
          <a:graphicData uri="http://schemas.openxmlformats.org/drawingml/2006/table">
            <a:tbl>
              <a:tblPr firstRow="1" bandRow="1">
                <a:tableStyleId>{5C22544A-7EE6-4342-B048-85BDC9FD1C3A}</a:tableStyleId>
              </a:tblPr>
              <a:tblGrid>
                <a:gridCol w="2857500">
                  <a:extLst>
                    <a:ext uri="{9D8B030D-6E8A-4147-A177-3AD203B41FA5}">
                      <a16:colId xmlns:a16="http://schemas.microsoft.com/office/drawing/2014/main" val="2372906970"/>
                    </a:ext>
                  </a:extLst>
                </a:gridCol>
                <a:gridCol w="2857500">
                  <a:extLst>
                    <a:ext uri="{9D8B030D-6E8A-4147-A177-3AD203B41FA5}">
                      <a16:colId xmlns:a16="http://schemas.microsoft.com/office/drawing/2014/main" val="788117035"/>
                    </a:ext>
                  </a:extLst>
                </a:gridCol>
                <a:gridCol w="2857500">
                  <a:extLst>
                    <a:ext uri="{9D8B030D-6E8A-4147-A177-3AD203B41FA5}">
                      <a16:colId xmlns:a16="http://schemas.microsoft.com/office/drawing/2014/main" val="1782405713"/>
                    </a:ext>
                  </a:extLst>
                </a:gridCol>
                <a:gridCol w="2857500">
                  <a:extLst>
                    <a:ext uri="{9D8B030D-6E8A-4147-A177-3AD203B41FA5}">
                      <a16:colId xmlns:a16="http://schemas.microsoft.com/office/drawing/2014/main" val="180047498"/>
                    </a:ext>
                  </a:extLst>
                </a:gridCol>
              </a:tblGrid>
              <a:tr h="931333">
                <a:tc>
                  <a:txBody>
                    <a:bodyPr/>
                    <a:lstStyle/>
                    <a:p>
                      <a:pPr marL="0" marR="0" indent="0" algn="ctr">
                        <a:buNone/>
                      </a:pPr>
                      <a:r>
                        <a:rPr lang="zh-CN" altLang="en-US" sz="1400">
                          <a:latin typeface="Microsoft YaHei"/>
                          <a:ea typeface="Microsoft YaHei"/>
                        </a:rPr>
                        <a:t>一二三四五</a:t>
                      </a:r>
                      <a:endParaRPr lang="zh-CN" altLang="en-US" sz="1400"/>
                    </a:p>
                  </a:txBody>
                  <a:tcPr anchor="ctr"/>
                </a:tc>
                <a:tc>
                  <a:txBody>
                    <a:bodyPr/>
                    <a:lstStyle/>
                    <a:p>
                      <a:pPr marL="0" marR="127000" indent="0" algn="ctr">
                        <a:buNone/>
                      </a:pPr>
                      <a:r>
                        <a:rPr lang="zh-CN" altLang="en-US" sz="1400">
                          <a:latin typeface="Microsoft YaHei"/>
                          <a:ea typeface="Microsoft YaHei"/>
                        </a:rPr>
                        <a:t>一二三四五</a:t>
                      </a:r>
                      <a:endParaRPr lang="zh-CN" altLang="en-US" sz="1400"/>
                    </a:p>
                  </a:txBody>
                  <a:tcPr anchor="ctr"/>
                </a:tc>
                <a:tc>
                  <a:txBody>
                    <a:bodyPr/>
                    <a:lstStyle/>
                    <a:p>
                      <a:pPr marL="0" marR="254000" indent="0" algn="ctr">
                        <a:buNone/>
                      </a:pPr>
                      <a:r>
                        <a:rPr lang="zh-CN" altLang="en-US" sz="1400">
                          <a:latin typeface="Microsoft YaHei"/>
                          <a:ea typeface="Microsoft YaHei"/>
                        </a:rPr>
                        <a:t>一二三四五</a:t>
                      </a:r>
                      <a:endParaRPr lang="zh-CN" altLang="en-US" sz="1400"/>
                    </a:p>
                  </a:txBody>
                  <a:tcPr anchor="ctr"/>
                </a:tc>
                <a:tc>
                  <a:txBody>
                    <a:bodyPr/>
                    <a:lstStyle/>
                    <a:p>
                      <a:pPr marL="0" marR="381000" indent="0" algn="ctr">
                        <a:buNone/>
                      </a:pPr>
                      <a:r>
                        <a:rPr lang="zh-CN" altLang="en-US" sz="1400">
                          <a:latin typeface="Microsoft YaHei"/>
                          <a:ea typeface="Microsoft YaHei"/>
                        </a:rPr>
                        <a:t>一二三四五</a:t>
                      </a:r>
                      <a:endParaRPr lang="zh-CN" altLang="en-US" sz="1400"/>
                    </a:p>
                  </a:txBody>
                  <a:tcPr anchor="ctr"/>
                </a:tc>
                <a:extLst>
                  <a:ext uri="{0D108BD9-81ED-4DB2-BD59-A6C34878D82A}">
                    <a16:rowId xmlns:a16="http://schemas.microsoft.com/office/drawing/2014/main" val="70066037"/>
                  </a:ext>
                </a:extLst>
              </a:tr>
              <a:tr h="931333">
                <a:tc>
                  <a:txBody>
                    <a:bodyPr/>
                    <a:lstStyle/>
                    <a:p>
                      <a:pPr marL="0" marR="0" indent="0" algn="ctr">
                        <a:buNone/>
                      </a:pPr>
                      <a:r>
                        <a:rPr lang="zh-CN" altLang="en-US" sz="1400">
                          <a:latin typeface="Microsoft YaHei"/>
                          <a:ea typeface="Microsoft YaHei"/>
                        </a:rPr>
                        <a:t>一二三四五</a:t>
                      </a:r>
                      <a:endParaRPr lang="zh-CN" altLang="en-US" sz="1400"/>
                    </a:p>
                    <a:p>
                      <a:pPr marL="127000" marR="0" indent="0" algn="l">
                        <a:buNone/>
                      </a:pPr>
                      <a:r>
                        <a:rPr lang="zh-CN" altLang="en-US" sz="1400">
                          <a:latin typeface="Microsoft YaHei"/>
                          <a:ea typeface="Microsoft YaHei"/>
                        </a:rPr>
                        <a:t>一二三四五六七八</a:t>
                      </a:r>
                      <a:endParaRPr lang="zh-CN" altLang="en-US" sz="1400"/>
                    </a:p>
                  </a:txBody>
                  <a:tcPr anchor="ctr"/>
                </a:tc>
                <a:tc>
                  <a:txBody>
                    <a:bodyPr/>
                    <a:lstStyle/>
                    <a:p>
                      <a:pPr marL="0" marR="127000" indent="0" algn="ctr">
                        <a:buNone/>
                      </a:pPr>
                      <a:r>
                        <a:rPr lang="zh-CN" altLang="en-US" sz="1400">
                          <a:latin typeface="Microsoft YaHei"/>
                          <a:ea typeface="Microsoft YaHei"/>
                        </a:rPr>
                        <a:t>一二三</a:t>
                      </a:r>
                      <a:endParaRPr lang="zh-CN" altLang="en-US" sz="1400"/>
                    </a:p>
                    <a:p>
                      <a:pPr marL="0" marR="0" indent="0" algn="l">
                        <a:buNone/>
                      </a:pPr>
                      <a:r>
                        <a:rPr lang="zh-CN" altLang="en-US" sz="1400">
                          <a:latin typeface="Microsoft YaHei"/>
                          <a:ea typeface="Microsoft YaHei"/>
                        </a:rPr>
                        <a:t>一二三四五六七八</a:t>
                      </a:r>
                      <a:endParaRPr lang="zh-CN" altLang="en-US" sz="1400"/>
                    </a:p>
                  </a:txBody>
                  <a:tcPr anchor="ctr"/>
                </a:tc>
                <a:tc>
                  <a:txBody>
                    <a:bodyPr/>
                    <a:lstStyle/>
                    <a:p>
                      <a:pPr marL="254000" marR="254000" indent="0" algn="l">
                        <a:buNone/>
                      </a:pPr>
                      <a:r>
                        <a:rPr lang="zh-CN" altLang="en-US" sz="1400">
                          <a:latin typeface="Microsoft YaHei"/>
                          <a:ea typeface="Microsoft YaHei"/>
                        </a:rPr>
                        <a:t>一二三四五</a:t>
                      </a:r>
                      <a:endParaRPr lang="zh-CN" altLang="en-US" sz="1400"/>
                    </a:p>
                  </a:txBody>
                  <a:tcPr anchor="ctr"/>
                </a:tc>
                <a:tc>
                  <a:txBody>
                    <a:bodyPr/>
                    <a:lstStyle/>
                    <a:p>
                      <a:pPr marL="0" marR="381000" indent="0" algn="r">
                        <a:buNone/>
                      </a:pPr>
                      <a:r>
                        <a:rPr lang="zh-CN" altLang="en-US" sz="1400">
                          <a:latin typeface="Microsoft YaHei"/>
                          <a:ea typeface="Microsoft YaHei"/>
                        </a:rPr>
                        <a:t>一二三四五</a:t>
                      </a:r>
                      <a:endParaRPr lang="zh-CN" altLang="en-US" sz="1400"/>
                    </a:p>
                    <a:p>
                      <a:pPr marL="190500" marR="0" indent="0" algn="r">
                        <a:buNone/>
                      </a:pPr>
                      <a:r>
                        <a:rPr lang="zh-CN" altLang="en-US" sz="1400">
                          <a:latin typeface="Microsoft YaHei"/>
                          <a:ea typeface="Microsoft YaHei"/>
                        </a:rPr>
                        <a:t>一二三</a:t>
                      </a:r>
                      <a:endParaRPr lang="zh-CN" altLang="en-US" sz="1400"/>
                    </a:p>
                  </a:txBody>
                  <a:tcPr anchor="ctr"/>
                </a:tc>
                <a:extLst>
                  <a:ext uri="{0D108BD9-81ED-4DB2-BD59-A6C34878D82A}">
                    <a16:rowId xmlns:a16="http://schemas.microsoft.com/office/drawing/2014/main" val="3366030524"/>
                  </a:ext>
                </a:extLst>
              </a:tr>
              <a:tr h="931333">
                <a:tc>
                  <a:txBody>
                    <a:bodyPr/>
                    <a:lstStyle/>
                    <a:p>
                      <a:pPr marL="127000" marR="317500" indent="0" algn="ctr">
                        <a:buNone/>
                      </a:pPr>
                      <a:r>
                        <a:rPr lang="zh-CN" altLang="en-US" sz="1400">
                          <a:latin typeface="Microsoft YaHei"/>
                          <a:ea typeface="Microsoft YaHei"/>
                        </a:rPr>
                        <a:t>一二三四五六七八九十一二三四五六七八九十</a:t>
                      </a:r>
                      <a:endParaRPr lang="zh-CN" altLang="en-US" sz="1400"/>
                    </a:p>
                  </a:txBody>
                  <a:tcPr anchor="ctr"/>
                </a:tc>
                <a:tc>
                  <a:txBody>
                    <a:bodyPr/>
                    <a:lstStyle/>
                    <a:p>
                      <a:pPr marL="0" marR="127000" indent="0" algn="ctr">
                        <a:buNone/>
                      </a:pPr>
                      <a:r>
                        <a:rPr lang="zh-CN" altLang="en-US" sz="1400">
                          <a:latin typeface="Microsoft YaHei"/>
                          <a:ea typeface="Microsoft YaHei"/>
                        </a:rPr>
                        <a:t>一二三四五六七八九十一二三四五六七八</a:t>
                      </a:r>
                      <a:endParaRPr lang="zh-CN" altLang="en-US" sz="1400"/>
                    </a:p>
                  </a:txBody>
                  <a:tcPr anchor="ctr"/>
                </a:tc>
                <a:tc>
                  <a:txBody>
                    <a:bodyPr/>
                    <a:lstStyle/>
                    <a:p>
                      <a:pPr marL="190500" marR="190500" indent="0" algn="l">
                        <a:buNone/>
                      </a:pPr>
                      <a:r>
                        <a:rPr lang="zh-CN" altLang="en-US" sz="1400">
                          <a:latin typeface="Microsoft YaHei"/>
                          <a:ea typeface="Microsoft YaHei"/>
                        </a:rPr>
                        <a:t>一二三四五六七八九十一二三四五六七八九十</a:t>
                      </a:r>
                      <a:endParaRPr lang="zh-CN" altLang="en-US" sz="1400"/>
                    </a:p>
                  </a:txBody>
                  <a:tcPr anchor="ctr"/>
                </a:tc>
                <a:tc>
                  <a:txBody>
                    <a:bodyPr/>
                    <a:lstStyle/>
                    <a:p>
                      <a:pPr marL="0" marR="381000" indent="0" algn="ctr">
                        <a:buNone/>
                      </a:pPr>
                      <a:r>
                        <a:rPr lang="zh-CN" altLang="en-US" sz="1400">
                          <a:latin typeface="Microsoft YaHei"/>
                          <a:ea typeface="Microsoft YaHei"/>
                        </a:rPr>
                        <a:t>一二三四五六七八</a:t>
                      </a:r>
                      <a:endParaRPr lang="zh-CN" altLang="en-US" sz="1400"/>
                    </a:p>
                  </a:txBody>
                  <a:tcPr anchor="ctr"/>
                </a:tc>
                <a:extLst>
                  <a:ext uri="{0D108BD9-81ED-4DB2-BD59-A6C34878D82A}">
                    <a16:rowId xmlns:a16="http://schemas.microsoft.com/office/drawing/2014/main" val="1912414630"/>
                  </a:ext>
                </a:extLst>
              </a:tr>
            </a:tbl>
          </a:graphicData>
        </a:graphic>
      </p:graphicFrame>
    </p:spTree>
    <p:extLst>
      <p:ext uri="{BB962C8B-B14F-4D97-AF65-F5344CB8AC3E}">
        <p14:creationId xmlns:p14="http://schemas.microsoft.com/office/powerpoint/2010/main" val="386046308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Words>
  <Application>Microsoft Office PowerPoint</Application>
  <PresentationFormat>自定义</PresentationFormat>
  <Paragraphs>32</Paragraphs>
  <Slides>2</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vt:i4>
      </vt:variant>
    </vt:vector>
  </HeadingPairs>
  <TitlesOfParts>
    <vt:vector size="6" baseType="lpstr">
      <vt:lpstr>等线</vt:lpstr>
      <vt:lpstr>等线 Light</vt:lpstr>
      <vt:lpstr>Arial</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yijin zhou</dc:creator>
  <cp:lastModifiedBy>yijin zhou</cp:lastModifiedBy>
  <cp:revision>1</cp:revision>
  <dcterms:created xsi:type="dcterms:W3CDTF">2026-10-26T02:44:46Z</dcterms:created>
  <dcterms:modified xsi:type="dcterms:W3CDTF">2026-10-26T02:44:46Z</dcterms:modified>
</cp:coreProperties>
</file>