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340C3-1995-AE90-4A54-5958578F8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57A556-AD18-A152-2425-390AC82EA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857E1-74A8-7A16-4088-5308BAF8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69D6A7-4B72-2D41-F16A-6CFCD84C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6DB17-8487-AF0B-A0EC-2518F9C8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43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0C203-A9EF-A3D5-1AE4-323A01E2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391B73-238E-3210-2D7F-70D252549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9FC52-5156-EA77-223E-C685FC90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99913-F5DA-256B-BFC6-F667AA6D2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F5887-C08B-CA4C-8396-67A3DACF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8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01125-9045-BAEA-BF81-98424092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0B93F1-8DDC-F23A-1862-BF6532D62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F00DD-C0D5-305E-76B0-09564B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498F70-9DFE-A9D2-A134-F15A6FCD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998A1-2333-7E47-783C-1D2ED6D4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63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19028-B508-C139-BE88-8DE160D4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1DF42-D2B6-6CFF-25E8-F2FBB430A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6F9284-705D-DEA4-6769-B58FD73D5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7DA7CA-27B6-E72B-5449-3B8BF25B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EE2C2F-9FD8-CFD6-F916-24C16686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5441C6-4459-6967-24A0-432471E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6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D2241-5518-5D90-1773-1F5D6B9B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622B46-85FD-588B-F234-6809DAD66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92D07-FCD8-E0F6-0A78-0824FC19A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EE6CEE-AD39-27B9-91CF-D3ED651C8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9FC3B1-F777-C415-D1D1-A50C57F73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A5FDF7-F777-0602-DEC3-3B1E1B99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8D7F0A-16E2-2C31-9AF8-8C50C3DA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514A01-EC1E-E9D1-569B-58F6B608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64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BFAD5-39B7-13D2-DCED-7A93C6E2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55AA3E-21BD-4470-C1D4-A33C5E75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8F8075-B01C-792F-BC59-82376A31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59C948-F00C-43D3-77B4-6DA7046C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BB71FA-D3B4-EC9A-35D4-1E51556C4A9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1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E5CE3E-44BE-05F1-B937-0053826B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2344F2-E49E-7FB8-5880-EAEA228E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45DCC5-E2B7-5159-99E7-F4DFCD96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91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F0D9D-64C4-0249-0B26-B71364E6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8DCD0E-855F-3313-1DA3-E4451E973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D6C7FF-B29D-9A88-0207-0B1FAA4DD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5B0299-4922-E947-A35D-4B2B9477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8AAFB1-B508-EA58-395A-8508A38C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52C98-704E-93C9-9B94-327AEFF3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56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7D1AA-1CB8-F01F-85B8-FADAEEFBE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FB2B49-3DDA-9E40-4046-8434EC2DE2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DDEC1A-EA8E-9320-FD63-D96B245B1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D4784-A4D4-A399-3541-1F88579A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0FEF5E-9953-C060-E2DF-36609FCE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3527EE-4119-7560-626B-528E7DE4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2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73CF0-AC84-096D-BB21-6781AB58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94473A-365A-8EB3-F231-5B905E7B9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F4356-92A0-7960-D3D1-4D8EF9AC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02A11-4D6C-A1DF-957A-950F3D68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45F86B-36F2-5FFA-2A6D-5BC13E2A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60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5BAD70-3F87-C9EC-F7E6-18261B1A4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66E4B6-52FC-E51A-5337-78C7861DA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10AD68-65C6-A7BD-5D0B-F114BB52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6746A3-6B8B-E60F-D4B5-A4AC7585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ED309-CFD7-17F5-C3F6-777E8067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0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F46DB5-1B35-5158-D281-3883DBE0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97801E-4B59-865B-C962-2FBBF1ACA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AEFC23-071E-8663-0302-42DF8D441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B4AB6-B28C-448D-9B22-3E5539952802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35C777-FEC7-0FF9-5A49-A1DF1472F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8167D-F419-8A1B-5D4B-71E7B903E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291B4-F2BF-4E3C-9E83-BD7BEEFB4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79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4587F4-65C4-906D-96B6-0C67619C4E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62000"/>
            <a:ext cx="5080000" cy="3175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7740E6-9701-1994-5D76-613EC7ABD5F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27940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0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0E488-3799-D781-3B5F-F82DA6B1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64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2026-10-26T09:50:08Z</dcterms:created>
  <dcterms:modified xsi:type="dcterms:W3CDTF">2026-10-26T09:50:08Z</dcterms:modified>
</cp:coreProperties>
</file>