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D92A1-86C3-081E-07DC-6B94C12F5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D94205-D019-BAE5-61D9-660D1AB8C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7D4DD-A11D-742A-2D7A-236F46AA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C3AB7-7B8A-0F74-6FAE-57E7C54B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CC376-947C-6F15-BD63-82A65249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38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ACF9D-60CD-1C1A-A81A-21F0B953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4F993-E354-7ACB-19E9-654C7D534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2F7CA-84E1-F3C2-B87B-3ED17E68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8601B3-D3BB-CD0B-1A73-CA9AAC1E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F1A2F-B0ED-A172-E042-6E18B13E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6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64BF3-31B8-4774-7F11-354E9E7D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F4AE3-7C92-6999-7EB5-B235F2078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CE236-19FE-38C3-A090-FE1C699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ED223-8268-8374-5A45-624E603B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3B382-0C1D-C1D3-6C27-4B774F03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37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AD49-0665-AC8C-2CED-D26B360A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DBFC9-DFBC-07B0-E9CE-106134E92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9427CE-7101-76BD-C61B-48B596FFE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C7BF7D-640C-22A9-AA83-DAC88C2F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973FA7-480A-F920-3DA6-2601541D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082DA-7881-9C45-49F3-590CE595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4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8A0BE-6E6C-73C1-3793-BE40F1FBD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B6AAD1-077A-7F6C-DB1C-0D5BC7C2C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34C0F1-8916-EEB5-415B-0F9B3E877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91421C-927F-C6F9-851F-AE7D57F9A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002AA5-22FF-16FB-FBB5-1E8D29FCA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64FB14-E025-745F-64C2-BDA6C484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01790D-277A-D931-AC0F-9B865C85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0D3E3D-5806-89A4-A5F2-27E564FC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73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2A318-1C41-FBE5-6F0E-0506A49B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EC9873-912A-EB97-3776-CA0BB2FF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B24DC8-BBBD-96C8-92F6-52E6FB7B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88877F-6AF5-57B2-DFF7-42EF1685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38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A7111B-11CB-30D5-7275-08704B39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5CDA83-2500-C945-AA55-1F1A86E0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673249-F07D-3390-719A-FF125F38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5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28F01-0C93-CAA9-123B-113638CD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F038B-A967-69AD-A34D-B9853486F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52DB8B-06E1-E0B9-9192-2C9478C48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BC812-556E-6D54-D658-B6A565C8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F381E4-DBE4-8A22-B0C1-50702DDC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80EAFF-38FF-0AE0-C849-9171D0B8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2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9F561-FA86-E627-E53A-BB0E2CA5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D1442B-FBE7-5F7D-51DB-8C36E0874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D57B9E-4D34-8CA6-A302-28D75E8D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3FEA26-E8CB-567A-738F-B6184427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95F4C-B271-0A83-6900-EFA2D77A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FD8C13-F563-00BF-9D11-8F30C551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89EA3-4F41-4C15-C77F-74EB4647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52354-13F4-AF65-53C1-C733733B9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61E81-63AA-977F-8383-57C65236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46A77B-8C08-FAC8-ADB2-1AEFC6A1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7D868-2B6A-E8FA-6459-9CF82D41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77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6A59E5-CC77-8C37-D7A1-58DD595C4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B4CFEB-84DA-0862-0170-4F646651C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4D3428-30AE-2594-6F59-6AE9E628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72559B-FF55-152C-87CC-72AA9122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26202A-FEFF-7E56-2628-3A27B39E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7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52A2E5-6CB4-8392-D684-BA3C768A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F24E7B-A522-4B55-A8DA-28696BD39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539FB7-33CC-019D-9E65-35440CBC1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F1307-D866-4C15-A73E-6FF12EE3A75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AD21A4-1879-036E-D945-68188C038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440144-F08C-1F19-9617-B81867DA6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BB4A8-D7D2-4626-BFB1-C4D96CFA1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9C1C6-7513-7087-7D4B-3F1474B552B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/>
        <p:txBody>
          <a:bodyPr/>
          <a:lstStyle/>
          <a:p>
            <a:r>
              <a:rPr lang="zh-CN" altLang="en-US"/>
              <a:t>没有编号的标题 </a:t>
            </a:r>
            <a:r>
              <a:rPr lang="en-US" altLang="zh-CN"/>
              <a:t>Title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57B4DB-A736-CD59-AB50-317F3C5610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28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3A37A-8171-1196-2785-04F8A467554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/>
              <a:t>没有编号的正文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012C67-2FE0-3498-0D45-872A4297ADC2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zh-CN" altLang="en-US"/>
              <a:t>没有编号的正文</a:t>
            </a:r>
          </a:p>
          <a:p>
            <a:r>
              <a:rPr lang="zh-CN" altLang="en-US"/>
              <a:t>第二段 </a:t>
            </a:r>
            <a:r>
              <a:rPr lang="en-US" altLang="zh-CN"/>
              <a:t>Second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4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CBB9A-70D6-F63F-0495-3FDCA0861B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对照标题 </a:t>
            </a:r>
            <a:r>
              <a:rPr lang="en-US" altLang="zh-CN"/>
              <a:t>Control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EB56B8-410C-6F88-F5B3-FA5AFE112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932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自定义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没有编号的标题 Title</vt:lpstr>
      <vt:lpstr>没有编号的正文</vt:lpstr>
      <vt:lpstr>对照标题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2026-10-16T21:58:44Z</dcterms:created>
  <dcterms:modified xsi:type="dcterms:W3CDTF">2026-10-16T21:58:44Z</dcterms:modified>
</cp:coreProperties>
</file>