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C1BDC-351D-7528-0F90-C91C5CF3BC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FAA0C66-3807-0CAD-222C-0B921E316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0E0DA4-7095-5D09-79A5-66B8C5E1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A90F06-C3C7-3151-56B5-4398E619D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34D3C9-A1E9-79D2-92D9-1329FB1A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132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BE99E0-28BF-7A3D-F776-78222E214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9E7F6F-BA91-16EA-4D4B-4A67B8493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EF0C14-5BE9-75A1-37A5-749B301B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03209E-2146-5E98-AAB3-B7FD5587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5E6C18-3E5B-0574-D46E-BE21989B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06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86C9FA-9A0B-31C0-7B2E-41034330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5D59A9-FA3F-D4D1-65AF-9415E0E54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012BCE-4CB6-97DE-A17F-8B7B6F6A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098D7-C6FD-F4F7-5EE3-95780D9A1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7C2F7-8565-8E72-44D1-6B5C5F9F6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224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F02E28-5624-A7AC-DA09-15FD41DC5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F6181-A31E-1BF2-19D6-C3DF1D214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A2FFDB-C013-521A-C386-231211FA0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A57F41-F33B-9542-4480-A6FD0724F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9D00D9-30C9-D370-BB0A-51CB421BD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43AFAB-E3D8-45A7-98BF-3FA3B122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5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CEB4D2-05F9-FBED-354B-90E8B5C0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5FBA56-60F6-954A-4596-3F9586832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1AF66E-C311-3F7B-343F-C2BE440DA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84E1AAE-C394-6174-6C5E-01B2A63083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2CD55D-1D2E-AE10-9D33-28E68AF89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70F1A9-68C0-22FB-15B0-541F37F7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45085EA-9738-E975-DEA6-5D154A74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E81920-0D73-F4B9-38BD-821B4030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20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4DED8-CEFD-626E-FA4B-5F8D19E17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C2B464-F865-3231-9614-4A11D4AF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D82386-27C2-A284-53EC-8A5DF225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A345849-30F3-3E99-4FDC-3C213F010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75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A0F36F7-0D90-8021-5D3D-AE7CB65F2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46CC1E-AC65-C620-CA41-FCA1B0A25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2EFCA0-EFEA-1B8E-8E26-B19A99905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082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974F5-1082-A7D6-71C5-7AD7F5FD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F2D0B3-3F9F-8EFB-EBAB-58319B346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9D7786-1512-E97D-1952-BABEA3160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F3227F-9E06-E167-D30D-D71F14EF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F1554D-6598-645A-E3B1-8F53E1D5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6A81AB3-30AA-CCBC-3EE4-3DAA27D8E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465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4B352D-20EC-8556-DDE3-E48F8DA44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A635677-C7C2-3015-3871-2707D49616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49D2E7-26AA-B742-2688-E77F8C2B8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893F3F-65E1-5772-8AB2-CB31DE1EA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9974F4-5419-E3F6-696C-E7DA824D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4CD8AF-EDC0-E491-AB95-9463DF138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815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EF5B77-FD37-72A9-459F-F8200C7EE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89A960-A330-9DBE-203A-CAF55140A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D8D0D9-963C-0AFD-3B20-8E1428CE6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0C0EC8-2D8D-4EE2-AD8C-158B2874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8B71FC-D0F6-AD10-62D3-ACE1E49F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39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5BAA6F-3951-3925-E23C-8EF9EE2D9F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5AF7B2A-155F-6157-D548-575C714C4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542559-D317-0086-DFD9-027BCE8F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E57F37-BF06-E67C-EAB8-5BC8DE6EF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E23B3B-B10E-E0C1-797E-2B3F02FA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177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A3D66E0-050C-3E73-6D21-29B9198AB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52F75A-65DA-27EC-DBA5-FA1F3FD5F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EBA705-503D-D469-2890-1F2E7872F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2228A8-A497-4FAA-B96E-AD4F5E30AF25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BE469-A27E-7A32-99B2-836AC79C0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A59505-CD0F-E118-6040-BB63287E77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031D3-11BE-421A-87C3-D67FB72AAA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1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10ED7F1-B9C4-563F-4E27-5BBA485955F3}"/>
                  </a:ext>
                </a:extLst>
              </p:cNvPr>
              <p:cNvSpPr txBox="1"/>
              <p:nvPr/>
            </p:nvSpPr>
            <p:spPr>
              <a:xfrm>
                <a:off x="1016000" y="762000"/>
                <a:ext cx="10160000" cy="646331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/>
              </a:p>
            </p:txBody>
          </p:sp>
        </mc:Choice>
        <mc:Fallback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10ED7F1-B9C4-563F-4E27-5BBA48595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762000"/>
                <a:ext cx="1016000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E89167A-387D-D58D-6299-599E8B26CF97}"/>
                  </a:ext>
                </a:extLst>
              </p:cNvPr>
              <p:cNvSpPr txBox="1"/>
              <p:nvPr/>
            </p:nvSpPr>
            <p:spPr>
              <a:xfrm>
                <a:off x="1016000" y="2667000"/>
                <a:ext cx="10160000" cy="646331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±</m:t>
                          </m:r>
                          <m:rad>
                            <m:ra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zh-CN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3600"/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E89167A-387D-D58D-6299-599E8B26CF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2667000"/>
                <a:ext cx="1016000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0EC89E8-B0F2-E475-3AF9-279C56C62AE2}"/>
                  </a:ext>
                </a:extLst>
              </p:cNvPr>
              <p:cNvSpPr txBox="1"/>
              <p:nvPr/>
            </p:nvSpPr>
            <p:spPr>
              <a:xfrm>
                <a:off x="1016000" y="4572000"/>
                <a:ext cx="10160000" cy="646331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nary>
                      <m:r>
                        <a:rPr lang="en-US" altLang="zh-CN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en-US" altLang="zh-CN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3600"/>
              </a:p>
            </p:txBody>
          </p:sp>
        </mc:Choice>
        <mc:Fallback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0EC89E8-B0F2-E475-3AF9-279C56C62A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4572000"/>
                <a:ext cx="10160000" cy="646331"/>
              </a:xfrm>
              <a:prstGeom prst="rect">
                <a:avLst/>
              </a:prstGeom>
              <a:blipFill>
                <a:blip r:embed="rId4"/>
                <a:stretch>
                  <a:fillRect b="-235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613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2026-10-13T02:19:23Z</dcterms:created>
  <dcterms:modified xsi:type="dcterms:W3CDTF">2026-10-13T02:19:23Z</dcterms:modified>
</cp:coreProperties>
</file>