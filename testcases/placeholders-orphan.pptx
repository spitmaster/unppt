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4BC6EA-44AE-69AC-F44F-95C473178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AC1B4B-3AEE-7C20-BAED-42CB60ADD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467E16-3C6A-176C-BA52-1723975D0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8965-AFAE-46F2-BA50-D6074D7BBF4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CDC043-525A-B6BB-662E-72C9AC966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BFBD60-F4BF-38A6-566E-15DA4A1B1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21402-6C23-45C1-82E7-D8E9021367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934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D60905-3345-E402-C767-8DAB2E6BF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850705-CBF3-99AF-32B1-88795CFBD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50D089-6450-19F2-2D10-56284A73D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8965-AFAE-46F2-BA50-D6074D7BBF4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44B1A3-CC47-1F52-67BF-EE120CBAF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7C6BDA-E255-C791-974E-532F2ED2B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21402-6C23-45C1-82E7-D8E9021367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233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67F10E-E68F-AA26-0962-428548E38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9C1B12-8C76-494C-2DB0-D58E27552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76754-17F2-33C8-7CA0-050897AAA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8965-AFAE-46F2-BA50-D6074D7BBF4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DBD637-B36A-2DCA-1D69-916AB5986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2DB482-534F-77FD-19D5-8D4373AD1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21402-6C23-45C1-82E7-D8E9021367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81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3A377A-18EA-3894-9A73-3C72E6F98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E3B884-D0B5-C889-F8F1-5D0F002E4B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C1560D-EC22-D1F4-BB08-2F877B050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0ADD58-0F0A-20D4-BB8A-ADCE67B87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8965-AFAE-46F2-BA50-D6074D7BBF4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06466F-23F2-5E2C-FF3B-AD3C10A37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0C9036-9311-AF08-B55E-62358ECD4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21402-6C23-45C1-82E7-D8E9021367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86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44ECA5-67B6-DAD7-C796-25EDD75C9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1C29CC-CDE8-8436-9E87-88909AECD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086355-3488-46BD-C77C-18E578490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338AA0-7FA8-0ACB-FEC8-2E4BCE5B3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01AD10-F773-E32C-6E4D-2CEDC8E4E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2D9C094-B73E-21D6-C4BD-F23A07B26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8965-AFAE-46F2-BA50-D6074D7BBF4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C74085-A3BD-EE35-0FAC-E68720D05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ACA9BC-9925-ADEB-653C-CE9F99B49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21402-6C23-45C1-82E7-D8E9021367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233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536DD-B12D-73FA-C4BE-2C0D2F082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9D43EFF-CDE3-D321-3EE4-F2A12FA49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8965-AFAE-46F2-BA50-D6074D7BBF4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57A9D4-5C9F-1B2A-CC6D-AA639F307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955F64-4AF9-61B0-A08C-051A68AF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21402-6C23-45C1-82E7-D8E9021367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815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6D3068-A646-4BC9-74FC-D9029412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8965-AFAE-46F2-BA50-D6074D7BBF4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311792-D337-4BA1-70AD-9B08C22E8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A20E1D-F233-9073-ADCC-A5525A7A2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21402-6C23-45C1-82E7-D8E9021367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243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090324-FAE3-E858-2652-AEC0566F5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1CA1C8-A22E-D703-50E0-1DE04DA53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B4882B-0989-71F0-271D-C164BD764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CB9D5D-8796-B433-5469-D2C539F3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8965-AFAE-46F2-BA50-D6074D7BBF4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102A88-7F95-0C58-F710-C5268500E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6C47A4-0147-A4DC-2EF2-A3468C146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21402-6C23-45C1-82E7-D8E9021367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98E9D-EF26-A922-20FD-77E8D2DE1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2E3650-81B1-689A-1CDC-2D80ED0C4D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16F45C-2C1F-8F43-E861-841C3EB58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13E437-1924-A689-E261-231B69BE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8965-AFAE-46F2-BA50-D6074D7BBF4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DA4754-2705-869B-AD21-C9E8FD0A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91DCE1-FC71-B832-C129-BED0EC1E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21402-6C23-45C1-82E7-D8E9021367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24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E7933-0D37-007F-E189-57F569B0B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ED88DA-A103-B660-94E7-9BCFA5492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A355DC-81A2-7500-7F65-C98F018BE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8965-AFAE-46F2-BA50-D6074D7BBF4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352199-0340-66D9-4A86-C9862BEBF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2B1587-AF1F-329D-C1BA-FE7B9CC51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21402-6C23-45C1-82E7-D8E9021367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870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B88C6EF-57C1-16D3-FE6D-4118D92E10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051BF0-EB87-45A4-9ABE-FC827F915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3BFF5B-D201-DF76-F949-43BBC6679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8965-AFAE-46F2-BA50-D6074D7BBF4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A6BB9B-DCF3-BAE7-D306-E9916A802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B6EACF-08E6-52CF-1526-357BC57B7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21402-6C23-45C1-82E7-D8E9021367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594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B9CFFA-25CB-B7D9-7E55-E8E68C45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3D330B-E026-460B-66D3-9E7DB6576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B707CF-CE78-E3E6-B74C-F3F43F1E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568965-AFAE-46F2-BA50-D6074D7BBF4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3FD21B-1AC5-6880-2AB4-2FB8C270E0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F5F891-80D9-39C8-5155-B9607DB10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21402-6C23-45C1-82E7-D8E9021367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047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Orphan 0"/>
          <p:cNvSpPr>
            <a:spLocks noGrp="1"/>
          </p:cNvSpPr>
          <p:nvPr>
            <p:ph type="subTitle" idx="4294967295"/>
          </p:nvPr>
        </p:nvSpPr>
        <p:spPr>
          <a:xfrm>
            <a:off x="300000" y="300000"/>
            <a:ext cx="4000000" cy="2400000"/>
          </a:xfrm>
          <a:solidFill>
            <a:srgbClr val="C00000"/>
          </a:solidFill>
        </p:spPr>
        <p:txBody>
          <a:bodyPr/>
          <a:lstStyle/>
          <a:p>
            <a:r>
              <a:rPr lang="zh-CN" altLang="en-US" sz="2000"/>
              <a:t>孤立占位符 1</a:t>
            </a:r>
          </a:p>
        </p:txBody>
      </p:sp>
      <p:sp>
        <p:nvSpPr>
          <p:cNvPr id="201" name="Orphan 1"/>
          <p:cNvSpPr>
            <a:spLocks noGrp="1"/>
          </p:cNvSpPr>
          <p:nvPr>
            <p:ph type="body" idx="77"/>
          </p:nvPr>
        </p:nvSpPr>
        <p:spPr>
          <a:xfrm>
            <a:off x="4800000" y="300000"/>
            <a:ext cx="4000000" cy="2400000"/>
          </a:xfrm>
          <a:solidFill>
            <a:srgbClr val="00B050"/>
          </a:solidFill>
        </p:spPr>
        <p:txBody>
          <a:bodyPr/>
          <a:lstStyle/>
          <a:p>
            <a:r>
              <a:rPr lang="zh-CN" altLang="en-US" sz="2000"/>
              <a:t>孤立占位符 2</a:t>
            </a:r>
          </a:p>
        </p:txBody>
      </p:sp>
      <p:sp>
        <p:nvSpPr>
          <p:cNvPr id="202" name="Orphan 2"/>
          <p:cNvSpPr>
            <a:spLocks noGrp="1"/>
          </p:cNvSpPr>
          <p:nvPr>
            <p:ph idx="4294967295"/>
          </p:nvPr>
        </p:nvSpPr>
        <p:spPr>
          <a:xfrm>
            <a:off x="300000" y="3200000"/>
            <a:ext cx="4000000" cy="2400000"/>
          </a:xfrm>
          <a:solidFill>
            <a:srgbClr val="0070C0"/>
          </a:solidFill>
        </p:spPr>
        <p:txBody>
          <a:bodyPr/>
          <a:lstStyle/>
          <a:p>
            <a:r>
              <a:rPr lang="zh-CN" altLang="en-US" sz="2000"/>
              <a:t>孤立占位符 3</a:t>
            </a:r>
          </a:p>
        </p:txBody>
      </p:sp>
      <p:sp>
        <p:nvSpPr>
          <p:cNvPr id="203" name="Orphan 3"/>
          <p:cNvSpPr>
            <a:spLocks noGrp="1"/>
          </p:cNvSpPr>
          <p:nvPr>
            <p:ph type="subTitle" idx="88"/>
          </p:nvPr>
        </p:nvSpPr>
        <p:spPr>
          <a:xfrm>
            <a:off x="4800000" y="3200000"/>
            <a:ext cx="4000000" cy="2400000"/>
          </a:xfrm>
          <a:solidFill>
            <a:srgbClr val="FFC000"/>
          </a:solidFill>
        </p:spPr>
        <p:txBody>
          <a:bodyPr/>
          <a:lstStyle/>
          <a:p>
            <a:r>
              <a:rPr lang="zh-CN" altLang="en-US" sz="2000"/>
              <a:t>孤立占位符 4</a:t>
            </a:r>
          </a:p>
        </p:txBody>
      </p:sp>
    </p:spTree>
    <p:extLst>
      <p:ext uri="{BB962C8B-B14F-4D97-AF65-F5344CB8AC3E}">
        <p14:creationId xmlns:p14="http://schemas.microsoft.com/office/powerpoint/2010/main" val="1862237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2026-10-15T12:29:02Z</dcterms:created>
  <dcterms:modified xsi:type="dcterms:W3CDTF">2026-10-15T12:29:02Z</dcterms:modified>
</cp:coreProperties>
</file>