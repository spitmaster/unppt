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2C26D2-BC7A-5377-0803-25C74C739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FAF8AD-4B50-DAA8-5094-071AF48ED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9121A6-0CAF-9A28-4059-E29B20C7A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3C480-F9FB-424D-B9D9-32392D7F1EE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9A0AC7-3369-A0B8-AD53-79EAE7A00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46BEDF-218D-E598-C10D-DF8F08D9A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AA5A9-2FC1-4309-A5B9-292F0D16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237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ABDAAE-F9EB-A10D-6D7D-4BA2484BE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BB822-FA7B-F709-C319-3F869C009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FBC6A5-10A5-E37E-71AC-58DD2C5E3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3C480-F9FB-424D-B9D9-32392D7F1EE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D838FC-8DA7-691D-5BB9-71220D7A5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65B560-6BFB-35D1-6EE3-D9C1290CE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AA5A9-2FC1-4309-A5B9-292F0D16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571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9738F-C9A2-6E48-F9E4-45DF84EE8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EAFE5A-DD39-559D-8528-63EBB8B54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759DA1-5855-2F25-0553-7C77C10E5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3C480-F9FB-424D-B9D9-32392D7F1EE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5E0768-9C6E-891D-C7A5-45D85F5ED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4C530D-3C1D-9AC0-E9B5-5B76A88A9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AA5A9-2FC1-4309-A5B9-292F0D16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36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F673A-B786-B41F-E659-88FEC344B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D53D90-53A1-C502-A754-914D4AACA6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8CBCF5-1DEF-F65F-2B7E-5379933A0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F09B7B-CA73-FB85-13FF-F99FBE5A9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3C480-F9FB-424D-B9D9-32392D7F1EE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B6B56C-C689-DC99-BE61-31D3664F4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767153-FD23-A7C4-D195-FF9ABF987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AA5A9-2FC1-4309-A5B9-292F0D16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77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29B64F-5B68-A424-6334-E31A248A8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6651C3-07BC-BABC-3A22-CE2934AE1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52146D-21D8-CADA-7551-A4FD1DF87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3DE65D-A312-6C98-EDED-B4060E25A1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0EEA645-266B-4DCB-1346-3320F0D3F4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2C9E5D1-6F55-C62B-8C00-342F00049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3C480-F9FB-424D-B9D9-32392D7F1EE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C1550E-2233-BF60-1926-94D674D55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67C8C1E-BD4C-9792-3603-9D4C94D81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AA5A9-2FC1-4309-A5B9-292F0D16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782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940402-0AFA-418B-9CC1-70F7E1B4A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DB9CBD-BB79-CB88-830B-20CD44459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3C480-F9FB-424D-B9D9-32392D7F1EE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93DCC3-E8CD-4FAC-9648-58AB6EB80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293111-2356-AE4B-5D1F-1797091B4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AA5A9-2FC1-4309-A5B9-292F0D16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119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A044D46-36F5-8CD8-3F59-FEAD144EF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3C480-F9FB-424D-B9D9-32392D7F1EE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ECB585-DB3A-3FB2-7FB4-FDD9ACF7C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2E97D5-5226-5810-5FDF-B012A3928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AA5A9-2FC1-4309-A5B9-292F0D16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209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2E73A6-ED8F-E2D9-BEB6-77FCA986A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9ADBF9-D86B-4674-BB17-A4C63ABCD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A79138-9ADB-9294-98E2-B1C3ECFCB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C8908B-ACF3-485B-7BDB-13323DD44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3C480-F9FB-424D-B9D9-32392D7F1EE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986E48-EFCA-AE3E-E098-DF6CFD735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A13C95-45AD-4AC2-F280-A4B4B5590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AA5A9-2FC1-4309-A5B9-292F0D16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829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FE63B-DB65-7302-7753-1A07AD216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5B9482F-38D2-51AF-472A-7B3AD39B9E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2D869F-BB59-FE01-7542-EA0FD8DC4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D9AD25-81CC-0077-80DE-68450921F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3C480-F9FB-424D-B9D9-32392D7F1EE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FBB54A-D766-9924-1EA5-93CFDB7A8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949E2A-F030-1F18-BDE0-4C5A107D1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AA5A9-2FC1-4309-A5B9-292F0D16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780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9C4DBE-FB7E-24B9-C088-DB3348523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E7345A-9AD9-7FFC-7411-C44161A56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C93DC0-7CF5-FB16-6FAF-285968F8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3C480-F9FB-424D-B9D9-32392D7F1EE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64B5EB-F351-5ED3-7F9D-86D2C37F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454D58-B605-3C42-3802-3EC6FA8DC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AA5A9-2FC1-4309-A5B9-292F0D16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067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3100EE2-8A41-D4DE-02BD-2E6E4610F7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E491CB-3C0B-4DAE-F99D-312A02FDC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053440-8166-1CED-780D-EAE1C4B41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3C480-F9FB-424D-B9D9-32392D7F1EE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8D6125-A2E0-9C32-54C3-0A0EC30C8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EFA9B2-7EA0-FA02-81FE-50322CD19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AA5A9-2FC1-4309-A5B9-292F0D16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546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546D56F-3CE7-70C1-EB6D-2297CFDD7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48CEF9-F9EB-4674-EED8-ED3D8ED9B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6BCED1-B35D-18D7-1E08-B282BDCDE0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3C480-F9FB-424D-B9D9-32392D7F1EE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53E8A8-F683-FF24-7525-097D0ABD8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3539CC-9EA5-E1DB-714F-698965DBF5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AA5A9-2FC1-4309-A5B9-292F0D16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423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848C373-B84F-E0CE-E476-7F6C06892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332489"/>
              </p:ext>
            </p:extLst>
          </p:nvPr>
        </p:nvGraphicFramePr>
        <p:xfrm>
          <a:off x="254000" y="381000"/>
          <a:ext cx="36830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1261370146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7099693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1400"/>
                        <a:t>Low-Med</a:t>
                      </a: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Leader</a:t>
                      </a:r>
                      <a:endParaRPr lang="en-US" altLang="zh-C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910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400"/>
                        <a:t>Low-Med</a:t>
                      </a: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Leader</a:t>
                      </a:r>
                      <a:endParaRPr lang="en-US" altLang="zh-C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27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/>
                        <a:t>Low-Med</a:t>
                      </a:r>
                      <a:endParaRPr lang="en-US" altLang="zh-C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/>
                        <a:t>Leader</a:t>
                      </a:r>
                      <a:endParaRPr lang="en-US" altLang="zh-C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157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/>
                        <a:t>Low-Med</a:t>
                      </a:r>
                      <a:endParaRPr lang="en-US" altLang="zh-C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/>
                        <a:t>Leader</a:t>
                      </a:r>
                      <a:endParaRPr lang="en-US" altLang="zh-C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8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100"/>
                        <a:t>Low-Med</a:t>
                      </a:r>
                      <a:endParaRPr lang="en-US" altLang="zh-C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Leader</a:t>
                      </a:r>
                      <a:endParaRPr lang="en-US" altLang="zh-C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506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100"/>
                        <a:t>Low-Med</a:t>
                      </a:r>
                      <a:endParaRPr lang="en-US" altLang="zh-C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Leader</a:t>
                      </a:r>
                      <a:endParaRPr lang="en-US" altLang="zh-C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267920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9FFDE5A-E7D2-42FC-6587-3E01806D3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908931"/>
              </p:ext>
            </p:extLst>
          </p:nvPr>
        </p:nvGraphicFramePr>
        <p:xfrm>
          <a:off x="4191000" y="381000"/>
          <a:ext cx="36830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2564769531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32691368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/>
                        <a:t>Low-Med</a:t>
                      </a: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/>
                        <a:t>Leader</a:t>
                      </a:r>
                      <a:endParaRPr lang="en-US" altLang="zh-C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774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/>
                        <a:t>Low-Med</a:t>
                      </a: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/>
                        <a:t>Leader</a:t>
                      </a:r>
                      <a:endParaRPr lang="en-US" altLang="zh-C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495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/>
                        <a:t>Low-Med</a:t>
                      </a:r>
                      <a:endParaRPr lang="en-US" altLang="zh-C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/>
                        <a:t>Leader</a:t>
                      </a:r>
                      <a:endParaRPr lang="en-US" altLang="zh-C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629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/>
                        <a:t>Low-Med</a:t>
                      </a:r>
                      <a:endParaRPr lang="en-US" altLang="zh-C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/>
                        <a:t>Leader</a:t>
                      </a:r>
                      <a:endParaRPr lang="en-US" altLang="zh-C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360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100"/>
                        <a:t>Low-Med</a:t>
                      </a:r>
                      <a:endParaRPr lang="en-US" altLang="zh-C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100"/>
                        <a:t>Leader</a:t>
                      </a:r>
                      <a:endParaRPr lang="en-US" altLang="zh-C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728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100"/>
                        <a:t>Low-Med</a:t>
                      </a:r>
                      <a:endParaRPr lang="en-US" altLang="zh-C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100"/>
                        <a:t>Leader</a:t>
                      </a:r>
                      <a:endParaRPr lang="en-US" altLang="zh-C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226971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7037E92-BCFF-4931-883E-F417D09BC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555054"/>
              </p:ext>
            </p:extLst>
          </p:nvPr>
        </p:nvGraphicFramePr>
        <p:xfrm>
          <a:off x="8128000" y="381000"/>
          <a:ext cx="36830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3164582396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7271282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n-lt"/>
                          <a:ea typeface="+mn-ea"/>
                          <a:cs typeface="+mn-cs"/>
                        </a:rPr>
                        <a:t>Low-Med</a:t>
                      </a:r>
                      <a:endParaRPr lang="en-US" altLang="zh-CN" sz="14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n-lt"/>
                          <a:ea typeface="+mn-ea"/>
                          <a:cs typeface="+mn-cs"/>
                        </a:rPr>
                        <a:t>Leader</a:t>
                      </a:r>
                      <a:endParaRPr lang="en-US" altLang="zh-CN" sz="14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509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n-lt"/>
                          <a:ea typeface="+mn-ea"/>
                          <a:cs typeface="+mn-cs"/>
                        </a:rPr>
                        <a:t>Low-Med</a:t>
                      </a:r>
                      <a:endParaRPr lang="en-US" altLang="zh-CN" sz="14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n-lt"/>
                          <a:ea typeface="+mn-ea"/>
                          <a:cs typeface="+mn-cs"/>
                        </a:rPr>
                        <a:t>Leader</a:t>
                      </a:r>
                      <a:endParaRPr lang="en-US" altLang="zh-CN" sz="14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993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>
                          <a:latin typeface="+mn-lt"/>
                          <a:ea typeface="+mn-ea"/>
                          <a:cs typeface="+mn-cs"/>
                        </a:rPr>
                        <a:t>Low-Med</a:t>
                      </a:r>
                      <a:endParaRPr lang="en-US" altLang="zh-CN" sz="13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>
                          <a:latin typeface="+mn-lt"/>
                          <a:ea typeface="+mn-ea"/>
                          <a:cs typeface="+mn-cs"/>
                        </a:rPr>
                        <a:t>Leader</a:t>
                      </a:r>
                      <a:endParaRPr lang="en-US" altLang="zh-CN" sz="13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785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>
                          <a:latin typeface="+mn-lt"/>
                          <a:ea typeface="+mn-ea"/>
                          <a:cs typeface="+mn-cs"/>
                        </a:rPr>
                        <a:t>Low-Med</a:t>
                      </a:r>
                      <a:endParaRPr lang="en-US" altLang="zh-CN" sz="13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>
                          <a:latin typeface="+mn-lt"/>
                          <a:ea typeface="+mn-ea"/>
                          <a:cs typeface="+mn-cs"/>
                        </a:rPr>
                        <a:t>Leader</a:t>
                      </a:r>
                      <a:endParaRPr lang="en-US" altLang="zh-CN" sz="13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451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100">
                          <a:latin typeface="+mn-lt"/>
                          <a:ea typeface="+mn-ea"/>
                          <a:cs typeface="+mn-cs"/>
                        </a:rPr>
                        <a:t>Low-Med</a:t>
                      </a:r>
                      <a:endParaRPr lang="en-US" altLang="zh-CN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latin typeface="+mn-lt"/>
                          <a:ea typeface="+mn-ea"/>
                          <a:cs typeface="+mn-cs"/>
                        </a:rPr>
                        <a:t>Leader</a:t>
                      </a:r>
                      <a:endParaRPr lang="en-US" altLang="zh-CN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238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100">
                          <a:latin typeface="+mn-lt"/>
                          <a:ea typeface="+mn-ea"/>
                          <a:cs typeface="+mn-cs"/>
                        </a:rPr>
                        <a:t>Low-Med</a:t>
                      </a:r>
                      <a:endParaRPr lang="en-US" altLang="zh-CN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latin typeface="+mn-lt"/>
                          <a:ea typeface="+mn-ea"/>
                          <a:cs typeface="+mn-cs"/>
                        </a:rPr>
                        <a:t>Leader</a:t>
                      </a:r>
                      <a:endParaRPr lang="en-US" altLang="zh-CN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411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191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自定义</PresentationFormat>
  <Paragraphs>36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2026-10-20T15:19:29Z</dcterms:created>
  <dcterms:modified xsi:type="dcterms:W3CDTF">2026-10-20T15:19:29Z</dcterms:modified>
</cp:coreProperties>
</file>