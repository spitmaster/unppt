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AF8AF3-9008-7112-3E3B-3A1ADDCC6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13B69FA-4265-E912-6951-85C5C27746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BD4176-5F7D-9F67-91EB-CCA2F4ED1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C6486-1CE0-4982-844D-47A5E4628F6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BA253D-EB49-C2D9-FF29-AD8D9BE84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1C0400-93B1-7991-BC91-AD5A366C9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9CC15-7A71-4EDA-B79C-AB674915F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810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25D6E9-86C0-3D44-E1D7-DCB9C2D13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A36D83-478E-FD27-926C-12588F4B9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43F209-BD84-7EF4-2A59-3B1E39D3C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C6486-1CE0-4982-844D-47A5E4628F6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9E68AB-E583-7848-4A4C-C8E59197E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C36AD4-33DA-55F8-3CC5-8DA925705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9CC15-7A71-4EDA-B79C-AB674915F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133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1FD52E-6EDF-663F-4819-C12FD426B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9B6590-BAA8-4A66-28FB-B8D0EC4C7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DFAE5F-E3C7-E887-8B9E-EF2069408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C6486-1CE0-4982-844D-47A5E4628F6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C1F408-C4B6-05BB-DAE3-53B00D0AA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22F7EF-42BD-5A40-3FFD-5756EDE86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9CC15-7A71-4EDA-B79C-AB674915F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976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869B4A-810B-4262-21CD-1E8D50DCA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C4D2E8-5E13-5C64-ADF6-32D8979D2F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F190F1-D5B7-5FEB-5B10-07782ECEC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318214-9287-4B15-F548-C131C0DD8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C6486-1CE0-4982-844D-47A5E4628F6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32A3E2-8044-4639-CF8D-56C724A1F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AB540D-C62A-C5DF-6EF7-2A45CD429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9CC15-7A71-4EDA-B79C-AB674915F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631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9384C3-0AC5-218A-B930-296601557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E0BEE4-6E6D-6522-992B-1DB6113A5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1B9188-F1B4-920B-8A0B-91C40C06B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2A75E08-8F6A-D240-2D0C-9658EDEEB2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3A04062-A5A3-8898-F5FC-1C12135F95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5CEBBDC-2F99-4B9F-EAF9-6A0913355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C6486-1CE0-4982-844D-47A5E4628F6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35B381F-7167-D502-E54A-685843FE6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A3D0D22-1CE9-023B-11CD-B3E3C283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9CC15-7A71-4EDA-B79C-AB674915F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2199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738F58-1D9B-CB2B-153D-13505D6C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D73BA2B-20EC-D43D-C280-7E483578C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C6486-1CE0-4982-844D-47A5E4628F6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F807C91-D5B5-E3CA-6570-5496A07F9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AF7040F-D67E-06E1-1366-8749B6E28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9CC15-7A71-4EDA-B79C-AB674915F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852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CEC4D7F-37F8-454C-312E-472D40A67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C6486-1CE0-4982-844D-47A5E4628F6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793E2B1-7890-1DBA-636E-1625CEAF8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B86138-31BA-B47A-167D-09E6FCA8B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9CC15-7A71-4EDA-B79C-AB674915F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4438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1FBCAE-F9E9-BE71-2CB9-51C4220D1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5A3793-19E1-D2A2-4F70-69574B595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D98ED4F-33F8-97DA-F9EC-01694D50A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2FB714-D224-3736-F169-EA3BFDAA6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C6486-1CE0-4982-844D-47A5E4628F6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D4EC48-2842-B7EE-5CB8-A6B097524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FC0EE3-A4C3-9156-79BA-36D44CDE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9CC15-7A71-4EDA-B79C-AB674915F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985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FF8A24-7A8A-67CE-DD02-1D5B7C847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0249663-5FA4-26E7-2440-E82857AE82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2412E82-D004-1D03-EDAE-2844BDAA4D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E6BFCB-2D24-4561-DBC7-14936F026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C6486-1CE0-4982-844D-47A5E4628F6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CEE90A-4BAA-0A10-9C2C-EBC466BB1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DBC532-3873-EB64-BB26-9F042EDBA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9CC15-7A71-4EDA-B79C-AB674915F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069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398F78-DFA4-6BB8-7A76-3EBCD68C3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69B1BF3-B61E-B90D-B1EF-6F68E820BB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674948-97EA-86C3-ED86-FD5751937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C6486-1CE0-4982-844D-47A5E4628F6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228A79-9DDF-3082-E74A-9CA07BB17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C54D02-8B44-C99A-8614-DC16AEB89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9CC15-7A71-4EDA-B79C-AB674915F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205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648CA82-E088-5616-187F-F5867067E4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74C7483-C073-5455-2B03-A915F99D9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2EB1AF-D3B9-7A4A-538C-88C03B900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C6486-1CE0-4982-844D-47A5E4628F6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74D5CC-0F8C-911F-51BC-EA59AA9F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8195A5-FCDC-FFCD-A8D6-4AAC9092B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9CC15-7A71-4EDA-B79C-AB674915F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7643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EBE50A3-CEAE-B00D-B6C7-3DCCAFB59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545B64-ACB3-F7A3-53CB-E1BEAB1EF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16BC6A-6F12-413B-B876-8C8D193F92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BC6486-1CE0-4982-844D-47A5E4628F6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78EFF0-521A-24A0-0A21-2F6D22BA02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BFB462-945A-27D9-93B5-1A5BD8CEEC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89CC15-7A71-4EDA-B79C-AB674915F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2408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BAE209A-ABAD-1CA5-F13D-C435F03AECAD}"/>
              </a:ext>
            </a:extLst>
          </p:cNvPr>
          <p:cNvSpPr/>
          <p:nvPr/>
        </p:nvSpPr>
        <p:spPr>
          <a:xfrm>
            <a:off x="381000" y="381000"/>
            <a:ext cx="2540000" cy="2540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1F3864"/>
              </a:gs>
            </a:gsLst>
            <a:path path="rect">
              <a:fillToRect l="50000" t="50000" r="50000" b="50000"/>
            </a:path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DA161E3-96F2-DDD5-AB09-882EE5C09CE0}"/>
              </a:ext>
            </a:extLst>
          </p:cNvPr>
          <p:cNvSpPr/>
          <p:nvPr/>
        </p:nvSpPr>
        <p:spPr>
          <a:xfrm>
            <a:off x="3302000" y="381000"/>
            <a:ext cx="5080000" cy="2540000"/>
          </a:xfrm>
          <a:prstGeom prst="rect">
            <a:avLst/>
          </a:prstGeom>
          <a:gradFill rotWithShape="1">
            <a:gsLst>
              <a:gs pos="0">
                <a:srgbClr val="FFF2CC"/>
              </a:gs>
              <a:gs pos="100000">
                <a:srgbClr val="C55A11"/>
              </a:gs>
            </a:gsLst>
            <a:path path="rect">
              <a:fillToRect l="50000" t="50000" r="50000" b="50000"/>
            </a:path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BBAABFB-056A-4AD5-370A-0C1CE8E2892D}"/>
              </a:ext>
            </a:extLst>
          </p:cNvPr>
          <p:cNvSpPr/>
          <p:nvPr/>
        </p:nvSpPr>
        <p:spPr>
          <a:xfrm>
            <a:off x="8890000" y="381000"/>
            <a:ext cx="2540000" cy="2540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1F3864"/>
              </a:gs>
            </a:gsLst>
            <a:path path="rect">
              <a:fillToRect l="50000" r="50000" b="100000"/>
            </a:path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A03407-9B82-3442-FFB9-3C07376AA64E}"/>
              </a:ext>
            </a:extLst>
          </p:cNvPr>
          <p:cNvSpPr/>
          <p:nvPr/>
        </p:nvSpPr>
        <p:spPr>
          <a:xfrm>
            <a:off x="381000" y="3556000"/>
            <a:ext cx="2540000" cy="2540000"/>
          </a:xfrm>
          <a:prstGeom prst="rect">
            <a:avLst/>
          </a:prstGeom>
          <a:gradFill rotWithShape="1">
            <a:gsLst>
              <a:gs pos="0">
                <a:srgbClr val="E2F0D9"/>
              </a:gs>
              <a:gs pos="100000">
                <a:srgbClr val="385723"/>
              </a:gs>
            </a:gsLst>
            <a:path path="rect">
              <a:fillToRect r="100000" b="100000"/>
            </a:path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452BCC8-EF2A-11A9-0FFB-516FB3354BDB}"/>
              </a:ext>
            </a:extLst>
          </p:cNvPr>
          <p:cNvSpPr/>
          <p:nvPr/>
        </p:nvSpPr>
        <p:spPr>
          <a:xfrm>
            <a:off x="3302000" y="3556000"/>
            <a:ext cx="5080000" cy="2540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A6A6A6"/>
              </a:gs>
            </a:gsLst>
            <a:path path="rect">
              <a:fillToRect l="43000" r="43000" b="100000"/>
            </a:path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DD61ED3-84FB-68AF-CB3D-BEDD5B926EDB}"/>
              </a:ext>
            </a:extLst>
          </p:cNvPr>
          <p:cNvSpPr/>
          <p:nvPr/>
        </p:nvSpPr>
        <p:spPr>
          <a:xfrm>
            <a:off x="8890000" y="3556000"/>
            <a:ext cx="2540000" cy="2540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50000">
                <a:srgbClr val="9DC3E6"/>
              </a:gs>
              <a:gs pos="100000">
                <a:srgbClr val="1F4E79"/>
              </a:gs>
            </a:gsLst>
            <a:path path="rect">
              <a:fillToRect l="100000" t="100000"/>
            </a:path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267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2026-10-13T08:07:09Z</dcterms:created>
  <dcterms:modified xsi:type="dcterms:W3CDTF">2026-10-13T08:07:09Z</dcterms:modified>
</cp:coreProperties>
</file>