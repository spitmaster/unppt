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070A1A-A45F-6982-2CA9-486D6D9956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402866E-2D5C-E357-54D1-71B81A5B9C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E4423E0-8C32-48CA-4B1C-EE9C6D2015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472238-C0D0-468E-B311-CAE8001729F9}" type="datetimeFigureOut">
              <a:rPr lang="zh-CN" altLang="en-US" smtClean="0"/>
              <a:t>2026/10/26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151617B-71F5-752E-6730-3AE395552F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B6B77B1-0DAF-34EF-434F-1BB27FBE2A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879A0B-3D3A-4059-8B1F-A9091D248F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714504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80CFAC-E6D6-210D-8804-67758720FC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69DBDDF-98E8-8E2E-A9B6-9BCA8992F4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FC91E1D-2DAA-B116-5688-616B271C61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472238-C0D0-468E-B311-CAE8001729F9}" type="datetimeFigureOut">
              <a:rPr lang="zh-CN" altLang="en-US" smtClean="0"/>
              <a:t>2026/10/26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6E712C4-86F1-A041-748D-04236674C1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F7C8407-A548-BE25-AA82-A75785D83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879A0B-3D3A-4059-8B1F-A9091D248F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09424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81E1EEF-5707-CA34-2D3C-22AC7C75BE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5C79CDB-38A5-AD8A-68ED-1ED4E45CB4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169DDED-D2C4-474F-9988-4FDB1F8EEF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472238-C0D0-468E-B311-CAE8001729F9}" type="datetimeFigureOut">
              <a:rPr lang="zh-CN" altLang="en-US" smtClean="0"/>
              <a:t>2026/10/26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245963F-95A7-7076-088D-92BF5814FF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8373CEA-051D-5206-CD88-CD3289F9F7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879A0B-3D3A-4059-8B1F-A9091D248F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513287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E1FEE65-80BB-6F29-CDF4-4FC8086D52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6624276-A383-7416-BF53-2419BD80621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BA44830-12E2-6852-5CD7-DD9DE467BD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8AC83B1-5E1D-9BA3-CAFC-6B50A2DC6F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472238-C0D0-468E-B311-CAE8001729F9}" type="datetimeFigureOut">
              <a:rPr lang="zh-CN" altLang="en-US" smtClean="0"/>
              <a:t>2026/10/26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03918A5-73EC-AE65-C730-9D862ABA01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33A12EA-F59E-0D55-2047-1F13985E4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879A0B-3D3A-4059-8B1F-A9091D248F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794132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74A47D2-579C-8AD5-03B7-97EC26EB7E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E28BF3B-AED1-AE6E-090C-D89FFFF816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69300D7-5CD0-3BF2-8505-901850EBE10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18310F0C-AC30-8B3B-EB44-8F0AC7A7FFF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18D91816-9370-4919-FB11-9BFDA09D11F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9CD65221-398A-628B-BFF4-76EF40AF7F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472238-C0D0-468E-B311-CAE8001729F9}" type="datetimeFigureOut">
              <a:rPr lang="zh-CN" altLang="en-US" smtClean="0"/>
              <a:t>2026/10/26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2D674CDE-C86F-C23A-4F2E-815F2D5F60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D7CAE3AC-F4EB-693E-ED4C-078B26A778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879A0B-3D3A-4059-8B1F-A9091D248F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545654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40054E4-10F3-220D-6644-984726354E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A993082D-5D64-D0F7-6367-09DBA14AA5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472238-C0D0-468E-B311-CAE8001729F9}" type="datetimeFigureOut">
              <a:rPr lang="zh-CN" altLang="en-US" smtClean="0"/>
              <a:t>2026/10/26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39776DE-599D-97E3-439A-F98580E1CD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B2362F9D-3672-A843-E133-19FBB9F98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879A0B-3D3A-4059-8B1F-A9091D248F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177728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213B5A86-57C6-DD41-F49C-84731BB0DF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472238-C0D0-468E-B311-CAE8001729F9}" type="datetimeFigureOut">
              <a:rPr lang="zh-CN" altLang="en-US" smtClean="0"/>
              <a:t>2026/10/26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F505824D-5838-C792-70D6-898BD1511E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A30E2F7-A960-1F53-8BB0-A149C98FA6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879A0B-3D3A-4059-8B1F-A9091D248F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026763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A50DC4E-2499-8E79-30CD-3599C0FA87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651B1BF-221D-DADE-B763-6138CC1D4B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F8B5D2D-247D-1DC8-49C6-238547FDC9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DF1CDC8-707B-B690-7F15-5F788BEDE5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472238-C0D0-468E-B311-CAE8001729F9}" type="datetimeFigureOut">
              <a:rPr lang="zh-CN" altLang="en-US" smtClean="0"/>
              <a:t>2026/10/26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6A0B4A5-4696-C37A-2D8A-0290DAF33F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C2D01C5-157A-FD15-5F08-E9BB3703F1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879A0B-3D3A-4059-8B1F-A9091D248F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977552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0372629-2C68-FE8F-30BE-92CC052127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1C8E0D52-8EE0-8516-BC17-458E1DCFB2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AAE90F9-10BC-BEC1-7C9A-89DE577B08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B027837-197A-0563-97AA-28D0FA885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472238-C0D0-468E-B311-CAE8001729F9}" type="datetimeFigureOut">
              <a:rPr lang="zh-CN" altLang="en-US" smtClean="0"/>
              <a:t>2026/10/26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743AA25-A91F-7D60-0B26-03714B5BF4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343D6DA-9E76-EFE1-BB9B-7925B76E55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879A0B-3D3A-4059-8B1F-A9091D248F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044120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1A33D7D-0F07-7E71-33D3-FB8A05122C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BB0C487-52A8-2BAA-F007-88A0300FC1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3ECBB4A-ADE4-E6CA-561B-22197751A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472238-C0D0-468E-B311-CAE8001729F9}" type="datetimeFigureOut">
              <a:rPr lang="zh-CN" altLang="en-US" smtClean="0"/>
              <a:t>2026/10/26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B4FF07F-4EEB-49FE-8561-797FED877C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F4F1FDF-242E-2699-DE00-75FBAA35E0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879A0B-3D3A-4059-8B1F-A9091D248F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89736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0D08FBB4-31E9-C3AF-638A-AF717E29201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73C354E-189A-222C-4CD6-D8DE4B1D4E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385DCB3-EC4F-44D6-4AFD-7704BE6751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472238-C0D0-468E-B311-CAE8001729F9}" type="datetimeFigureOut">
              <a:rPr lang="zh-CN" altLang="en-US" smtClean="0"/>
              <a:t>2026/10/26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9CF91F8-86BD-7303-F6EE-FF3E8A2BC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14DAB6A-AF30-5148-517A-780142E729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879A0B-3D3A-4059-8B1F-A9091D248F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170817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08535BC4-B67C-FECA-22B6-53C302229B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BD0D89D-8881-C819-B037-E56D048769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CF04C41-616A-7488-20DA-6419E56EE1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9472238-C0D0-468E-B311-CAE8001729F9}" type="datetimeFigureOut">
              <a:rPr lang="zh-CN" altLang="en-US" smtClean="0"/>
              <a:t>2026/10/26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96C1A89-7B2C-64E0-57CE-D81F2655F0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C3BA40C-7782-4041-4404-7AF7E98C50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2879A0B-3D3A-4059-8B1F-A9091D248F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689089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988EA416-E386-7D61-D9BF-0BFE595BB208}"/>
              </a:ext>
            </a:extLst>
          </p:cNvPr>
          <p:cNvSpPr txBox="1"/>
          <p:nvPr/>
        </p:nvSpPr>
        <p:spPr>
          <a:xfrm>
            <a:off x="381000" y="101600"/>
            <a:ext cx="11430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5400" b="1">
                <a:gradFill flip="none" rotWithShape="1">
                  <a:gsLst>
                    <a:gs pos="0">
                      <a:srgbClr val="DC0000"/>
                    </a:gs>
                    <a:gs pos="100000">
                      <a:srgbClr val="0028DC"/>
                    </a:gs>
                  </a:gsLst>
                  <a:lin ang="0" scaled="1"/>
                  <a:tileRect/>
                </a:gradFill>
                <a:latin typeface="SimSun" panose="02010600030101010101" pitchFamily="2" charset="-122"/>
                <a:ea typeface="SimSun" panose="02010600030101010101" pitchFamily="2" charset="-122"/>
              </a:rPr>
              <a:t>渐变加粗 </a:t>
            </a:r>
            <a:r>
              <a:rPr lang="en-US" altLang="zh-CN" sz="5400" b="1">
                <a:gradFill flip="none" rotWithShape="1">
                  <a:gsLst>
                    <a:gs pos="0">
                      <a:srgbClr val="DC0000"/>
                    </a:gs>
                    <a:gs pos="100000">
                      <a:srgbClr val="0028DC"/>
                    </a:gs>
                  </a:gsLst>
                  <a:lin ang="0" scaled="1"/>
                  <a:tileRect/>
                </a:gradFill>
                <a:latin typeface="SimSun" panose="02010600030101010101" pitchFamily="2" charset="-122"/>
                <a:ea typeface="SimSun" panose="02010600030101010101" pitchFamily="2" charset="-122"/>
              </a:rPr>
              <a:t>Bold 123</a:t>
            </a:r>
            <a:endParaRPr lang="zh-CN" altLang="en-US" sz="5400" b="1">
              <a:gradFill flip="none" rotWithShape="1">
                <a:gsLst>
                  <a:gs pos="0">
                    <a:srgbClr val="DC0000"/>
                  </a:gs>
                  <a:gs pos="100000">
                    <a:srgbClr val="0028DC"/>
                  </a:gs>
                </a:gsLst>
                <a:lin ang="0" scaled="1"/>
                <a:tileRect/>
              </a:gradFill>
              <a:latin typeface="SimSun" panose="02010600030101010101" pitchFamily="2" charset="-122"/>
              <a:ea typeface="SimSun" panose="02010600030101010101" pitchFamily="2" charset="-122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EDE82DF9-ACDA-C9F5-AFF8-7892B6C263AE}"/>
              </a:ext>
            </a:extLst>
          </p:cNvPr>
          <p:cNvSpPr txBox="1"/>
          <p:nvPr/>
        </p:nvSpPr>
        <p:spPr>
          <a:xfrm>
            <a:off x="381000" y="1422400"/>
            <a:ext cx="11430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5400" b="1">
                <a:gradFill flip="none" rotWithShape="1">
                  <a:gsLst>
                    <a:gs pos="0">
                      <a:srgbClr val="FF9600"/>
                    </a:gs>
                    <a:gs pos="100000">
                      <a:srgbClr val="005A28"/>
                    </a:gs>
                  </a:gsLst>
                  <a:lin ang="5400000" scaled="1"/>
                  <a:tileRect/>
                </a:gradFill>
                <a:latin typeface="KaiTi" panose="02010609060101010101" pitchFamily="49" charset="-122"/>
                <a:ea typeface="KaiTi" panose="02010609060101010101" pitchFamily="49" charset="-122"/>
              </a:rPr>
              <a:t>渐变加粗 </a:t>
            </a:r>
            <a:r>
              <a:rPr lang="en-US" altLang="zh-CN" sz="5400" b="1">
                <a:gradFill flip="none" rotWithShape="1">
                  <a:gsLst>
                    <a:gs pos="0">
                      <a:srgbClr val="FF9600"/>
                    </a:gs>
                    <a:gs pos="100000">
                      <a:srgbClr val="005A28"/>
                    </a:gs>
                  </a:gsLst>
                  <a:lin ang="5400000" scaled="1"/>
                  <a:tileRect/>
                </a:gradFill>
                <a:latin typeface="KaiTi" panose="02010609060101010101" pitchFamily="49" charset="-122"/>
                <a:ea typeface="KaiTi" panose="02010609060101010101" pitchFamily="49" charset="-122"/>
              </a:rPr>
              <a:t>Bold 123</a:t>
            </a:r>
            <a:endParaRPr lang="zh-CN" altLang="en-US" sz="5400" b="1">
              <a:gradFill flip="none" rotWithShape="1">
                <a:gsLst>
                  <a:gs pos="0">
                    <a:srgbClr val="FF9600"/>
                  </a:gs>
                  <a:gs pos="100000">
                    <a:srgbClr val="005A28"/>
                  </a:gs>
                </a:gsLst>
                <a:lin ang="5400000" scaled="1"/>
                <a:tileRect/>
              </a:gradFill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7F660C0-7D8B-55E1-0C91-91A596D820F7}"/>
              </a:ext>
            </a:extLst>
          </p:cNvPr>
          <p:cNvSpPr txBox="1"/>
          <p:nvPr/>
        </p:nvSpPr>
        <p:spPr>
          <a:xfrm>
            <a:off x="381000" y="2743200"/>
            <a:ext cx="11430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5400" b="1">
                <a:blipFill>
                  <a:blip r:embed="rId2"/>
                  <a:stretch>
                    <a:fillRect/>
                  </a:stretch>
                </a:blipFill>
                <a:latin typeface="SimSun" panose="02010600030101010101" pitchFamily="2" charset="-122"/>
                <a:ea typeface="SimSun" panose="02010600030101010101" pitchFamily="2" charset="-122"/>
              </a:rPr>
              <a:t>渐变加粗 </a:t>
            </a:r>
            <a:r>
              <a:rPr lang="en-US" altLang="zh-CN" sz="5400" b="1">
                <a:blipFill>
                  <a:blip r:embed="rId2"/>
                  <a:stretch>
                    <a:fillRect/>
                  </a:stretch>
                </a:blipFill>
                <a:latin typeface="SimSun" panose="02010600030101010101" pitchFamily="2" charset="-122"/>
                <a:ea typeface="SimSun" panose="02010600030101010101" pitchFamily="2" charset="-122"/>
              </a:rPr>
              <a:t>Bold 123</a:t>
            </a:r>
            <a:endParaRPr lang="zh-CN" altLang="en-US" sz="5400" b="1">
              <a:blipFill>
                <a:blip r:embed="rId2"/>
                <a:stretch>
                  <a:fillRect/>
                </a:stretch>
              </a:blipFill>
              <a:latin typeface="SimSun" panose="02010600030101010101" pitchFamily="2" charset="-122"/>
              <a:ea typeface="SimSun" panose="02010600030101010101" pitchFamily="2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0C27246-9DC4-4875-790E-9C1A680FF89C}"/>
              </a:ext>
            </a:extLst>
          </p:cNvPr>
          <p:cNvSpPr txBox="1"/>
          <p:nvPr/>
        </p:nvSpPr>
        <p:spPr>
          <a:xfrm>
            <a:off x="381000" y="4064000"/>
            <a:ext cx="11430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5400" b="1">
                <a:ln w="19050">
                  <a:solidFill>
                    <a:srgbClr val="3C3C3C"/>
                  </a:solidFill>
                </a:ln>
                <a:gradFill flip="none" rotWithShape="1">
                  <a:gsLst>
                    <a:gs pos="0">
                      <a:srgbClr val="DC0000"/>
                    </a:gs>
                    <a:gs pos="100000">
                      <a:srgbClr val="0028DC"/>
                    </a:gs>
                  </a:gsLst>
                  <a:lin ang="0" scaled="1"/>
                  <a:tileRect/>
                </a:gradFill>
                <a:latin typeface="SimSun" panose="02010600030101010101" pitchFamily="2" charset="-122"/>
                <a:ea typeface="SimSun" panose="02010600030101010101" pitchFamily="2" charset="-122"/>
              </a:rPr>
              <a:t>渐变加粗 </a:t>
            </a:r>
            <a:r>
              <a:rPr lang="en-US" altLang="zh-CN" sz="5400" b="1">
                <a:ln w="19050">
                  <a:solidFill>
                    <a:srgbClr val="3C3C3C"/>
                  </a:solidFill>
                </a:ln>
                <a:gradFill flip="none" rotWithShape="1">
                  <a:gsLst>
                    <a:gs pos="0">
                      <a:srgbClr val="DC0000"/>
                    </a:gs>
                    <a:gs pos="100000">
                      <a:srgbClr val="0028DC"/>
                    </a:gs>
                  </a:gsLst>
                  <a:lin ang="0" scaled="1"/>
                  <a:tileRect/>
                </a:gradFill>
                <a:latin typeface="SimSun" panose="02010600030101010101" pitchFamily="2" charset="-122"/>
                <a:ea typeface="SimSun" panose="02010600030101010101" pitchFamily="2" charset="-122"/>
              </a:rPr>
              <a:t>Bold 123</a:t>
            </a:r>
            <a:endParaRPr lang="zh-CN" altLang="en-US" sz="5400" b="1">
              <a:ln w="19050">
                <a:solidFill>
                  <a:srgbClr val="3C3C3C"/>
                </a:solidFill>
              </a:ln>
              <a:gradFill flip="none" rotWithShape="1">
                <a:gsLst>
                  <a:gs pos="0">
                    <a:srgbClr val="DC0000"/>
                  </a:gs>
                  <a:gs pos="100000">
                    <a:srgbClr val="0028DC"/>
                  </a:gs>
                </a:gsLst>
                <a:lin ang="0" scaled="1"/>
                <a:tileRect/>
              </a:gradFill>
              <a:latin typeface="SimSun" panose="02010600030101010101" pitchFamily="2" charset="-122"/>
              <a:ea typeface="SimSun" panose="02010600030101010101" pitchFamily="2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31A833B-368E-E352-B75A-C8567C31C3E2}"/>
              </a:ext>
            </a:extLst>
          </p:cNvPr>
          <p:cNvSpPr txBox="1"/>
          <p:nvPr/>
        </p:nvSpPr>
        <p:spPr>
          <a:xfrm>
            <a:off x="381000" y="5384800"/>
            <a:ext cx="11430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5400" b="1">
                <a:gradFill flip="none" rotWithShape="1">
                  <a:gsLst>
                    <a:gs pos="0">
                      <a:srgbClr val="DC0000"/>
                    </a:gs>
                    <a:gs pos="100000">
                      <a:srgbClr val="0028DC"/>
                    </a:gs>
                  </a:gsLst>
                  <a:lin ang="0" scaled="1"/>
                  <a:tileRect/>
                </a:gradFill>
                <a:latin typeface="Microsoft YaHei" panose="020B0503020204020204" pitchFamily="34" charset="-122"/>
                <a:ea typeface="Microsoft YaHei" panose="020B0503020204020204" pitchFamily="34" charset="-122"/>
              </a:rPr>
              <a:t>渐变加粗 </a:t>
            </a:r>
            <a:r>
              <a:rPr lang="en-US" altLang="zh-CN" sz="5400" b="1">
                <a:gradFill flip="none" rotWithShape="1">
                  <a:gsLst>
                    <a:gs pos="0">
                      <a:srgbClr val="DC0000"/>
                    </a:gs>
                    <a:gs pos="100000">
                      <a:srgbClr val="0028DC"/>
                    </a:gs>
                  </a:gsLst>
                  <a:lin ang="0" scaled="1"/>
                  <a:tileRect/>
                </a:gradFill>
                <a:latin typeface="Microsoft YaHei" panose="020B0503020204020204" pitchFamily="34" charset="-122"/>
                <a:ea typeface="Microsoft YaHei" panose="020B0503020204020204" pitchFamily="34" charset="-122"/>
              </a:rPr>
              <a:t>Bold 123</a:t>
            </a:r>
            <a:endParaRPr lang="zh-CN" altLang="en-US" sz="5400" b="1">
              <a:gradFill flip="none" rotWithShape="1">
                <a:gsLst>
                  <a:gs pos="0">
                    <a:srgbClr val="DC0000"/>
                  </a:gs>
                  <a:gs pos="100000">
                    <a:srgbClr val="0028DC"/>
                  </a:gs>
                </a:gsLst>
                <a:lin ang="0" scaled="1"/>
                <a:tileRect/>
              </a:gra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2206312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7AAD7EBD-8040-E008-60E9-851CBC7A553F}"/>
              </a:ext>
            </a:extLst>
          </p:cNvPr>
          <p:cNvSpPr txBox="1"/>
          <p:nvPr/>
        </p:nvSpPr>
        <p:spPr>
          <a:xfrm>
            <a:off x="381000" y="101600"/>
            <a:ext cx="11430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5400">
                <a:gradFill flip="none" rotWithShape="1">
                  <a:gsLst>
                    <a:gs pos="0">
                      <a:srgbClr val="DC0000"/>
                    </a:gs>
                    <a:gs pos="100000">
                      <a:srgbClr val="0028DC"/>
                    </a:gs>
                  </a:gsLst>
                  <a:lin ang="0" scaled="1"/>
                  <a:tileRect/>
                </a:gradFill>
                <a:latin typeface="SimSun" panose="02010600030101010101" pitchFamily="2" charset="-122"/>
                <a:ea typeface="SimSun" panose="02010600030101010101" pitchFamily="2" charset="-122"/>
              </a:rPr>
              <a:t>渐变加粗 </a:t>
            </a:r>
            <a:r>
              <a:rPr lang="en-US" altLang="zh-CN" sz="5400">
                <a:gradFill flip="none" rotWithShape="1">
                  <a:gsLst>
                    <a:gs pos="0">
                      <a:srgbClr val="DC0000"/>
                    </a:gs>
                    <a:gs pos="100000">
                      <a:srgbClr val="0028DC"/>
                    </a:gs>
                  </a:gsLst>
                  <a:lin ang="0" scaled="1"/>
                  <a:tileRect/>
                </a:gradFill>
                <a:latin typeface="SimSun" panose="02010600030101010101" pitchFamily="2" charset="-122"/>
                <a:ea typeface="SimSun" panose="02010600030101010101" pitchFamily="2" charset="-122"/>
              </a:rPr>
              <a:t>Bold 123</a:t>
            </a:r>
            <a:endParaRPr lang="zh-CN" altLang="en-US" sz="5400">
              <a:gradFill flip="none" rotWithShape="1">
                <a:gsLst>
                  <a:gs pos="0">
                    <a:srgbClr val="DC0000"/>
                  </a:gs>
                  <a:gs pos="100000">
                    <a:srgbClr val="0028DC"/>
                  </a:gs>
                </a:gsLst>
                <a:lin ang="0" scaled="1"/>
                <a:tileRect/>
              </a:gradFill>
              <a:latin typeface="SimSun" panose="02010600030101010101" pitchFamily="2" charset="-122"/>
              <a:ea typeface="SimSun" panose="02010600030101010101" pitchFamily="2" charset="-122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3E7FF8F5-1B11-97BD-6C03-7612AE7E7F05}"/>
              </a:ext>
            </a:extLst>
          </p:cNvPr>
          <p:cNvSpPr txBox="1"/>
          <p:nvPr/>
        </p:nvSpPr>
        <p:spPr>
          <a:xfrm>
            <a:off x="381000" y="1422400"/>
            <a:ext cx="11430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5400" b="1">
                <a:gradFill flip="none" rotWithShape="1">
                  <a:gsLst>
                    <a:gs pos="0">
                      <a:srgbClr val="DC0000">
                        <a:alpha val="50000"/>
                      </a:srgbClr>
                    </a:gs>
                    <a:gs pos="100000">
                      <a:srgbClr val="0028DC">
                        <a:alpha val="50000"/>
                      </a:srgbClr>
                    </a:gs>
                  </a:gsLst>
                  <a:lin ang="0" scaled="1"/>
                  <a:tileRect/>
                </a:gradFill>
                <a:latin typeface="SimSun" panose="02010600030101010101" pitchFamily="2" charset="-122"/>
                <a:ea typeface="SimSun" panose="02010600030101010101" pitchFamily="2" charset="-122"/>
              </a:rPr>
              <a:t>渐变加粗 </a:t>
            </a:r>
            <a:r>
              <a:rPr lang="en-US" altLang="zh-CN" sz="5400" b="1">
                <a:gradFill flip="none" rotWithShape="1">
                  <a:gsLst>
                    <a:gs pos="0">
                      <a:srgbClr val="DC0000">
                        <a:alpha val="50000"/>
                      </a:srgbClr>
                    </a:gs>
                    <a:gs pos="100000">
                      <a:srgbClr val="0028DC">
                        <a:alpha val="50000"/>
                      </a:srgbClr>
                    </a:gs>
                  </a:gsLst>
                  <a:lin ang="0" scaled="1"/>
                  <a:tileRect/>
                </a:gradFill>
                <a:latin typeface="SimSun" panose="02010600030101010101" pitchFamily="2" charset="-122"/>
                <a:ea typeface="SimSun" panose="02010600030101010101" pitchFamily="2" charset="-122"/>
              </a:rPr>
              <a:t>Bold 123</a:t>
            </a:r>
            <a:endParaRPr lang="zh-CN" altLang="en-US" sz="5400" b="1">
              <a:gradFill flip="none" rotWithShape="1">
                <a:gsLst>
                  <a:gs pos="0">
                    <a:srgbClr val="DC0000">
                      <a:alpha val="50000"/>
                    </a:srgbClr>
                  </a:gs>
                  <a:gs pos="100000">
                    <a:srgbClr val="0028DC">
                      <a:alpha val="50000"/>
                    </a:srgbClr>
                  </a:gs>
                </a:gsLst>
                <a:lin ang="0" scaled="1"/>
                <a:tileRect/>
              </a:gradFill>
              <a:latin typeface="SimSun" panose="02010600030101010101" pitchFamily="2" charset="-122"/>
              <a:ea typeface="SimSun" panose="02010600030101010101" pitchFamily="2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4554815-D359-EB87-0A99-C5273A7B7877}"/>
              </a:ext>
            </a:extLst>
          </p:cNvPr>
          <p:cNvSpPr txBox="1"/>
          <p:nvPr/>
        </p:nvSpPr>
        <p:spPr>
          <a:xfrm>
            <a:off x="381000" y="2743200"/>
            <a:ext cx="11430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5400" b="1">
                <a:solidFill>
                  <a:srgbClr val="DC0000">
                    <a:alpha val="50000"/>
                  </a:srgbClr>
                </a:solidFill>
                <a:latin typeface="SimSun" panose="02010600030101010101" pitchFamily="2" charset="-122"/>
                <a:ea typeface="SimSun" panose="02010600030101010101" pitchFamily="2" charset="-122"/>
              </a:rPr>
              <a:t>渐变加粗 </a:t>
            </a:r>
            <a:r>
              <a:rPr lang="en-US" altLang="zh-CN" sz="5400" b="1">
                <a:solidFill>
                  <a:srgbClr val="DC0000">
                    <a:alpha val="50000"/>
                  </a:srgbClr>
                </a:solidFill>
                <a:latin typeface="SimSun" panose="02010600030101010101" pitchFamily="2" charset="-122"/>
                <a:ea typeface="SimSun" panose="02010600030101010101" pitchFamily="2" charset="-122"/>
              </a:rPr>
              <a:t>Bold 123</a:t>
            </a:r>
            <a:endParaRPr lang="zh-CN" altLang="en-US" sz="5400" b="1">
              <a:solidFill>
                <a:srgbClr val="DC0000">
                  <a:alpha val="50000"/>
                </a:srgbClr>
              </a:solidFill>
              <a:latin typeface="SimSun" panose="02010600030101010101" pitchFamily="2" charset="-122"/>
              <a:ea typeface="SimSun" panose="02010600030101010101" pitchFamily="2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E55BE32-FB99-835B-5CDB-CC3E03B9BEA7}"/>
              </a:ext>
            </a:extLst>
          </p:cNvPr>
          <p:cNvSpPr txBox="1"/>
          <p:nvPr/>
        </p:nvSpPr>
        <p:spPr>
          <a:xfrm>
            <a:off x="381000" y="4064000"/>
            <a:ext cx="114300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5400" b="1">
                <a:blipFill>
                  <a:blip r:embed="rId2"/>
                  <a:stretch>
                    <a:fillRect/>
                  </a:stretch>
                </a:blipFill>
                <a:latin typeface="KaiTi" panose="02010609060101010101" pitchFamily="49" charset="-122"/>
                <a:ea typeface="KaiTi" panose="02010609060101010101" pitchFamily="49" charset="-122"/>
              </a:rPr>
              <a:t>图片填充 </a:t>
            </a:r>
            <a:r>
              <a:rPr lang="en-US" altLang="zh-CN" sz="5400" b="1">
                <a:blipFill>
                  <a:blip r:embed="rId2"/>
                  <a:stretch>
                    <a:fillRect/>
                  </a:stretch>
                </a:blipFill>
                <a:latin typeface="KaiTi" panose="02010609060101010101" pitchFamily="49" charset="-122"/>
                <a:ea typeface="KaiTi" panose="02010609060101010101" pitchFamily="49" charset="-122"/>
              </a:rPr>
              <a:t>Picture</a:t>
            </a:r>
          </a:p>
          <a:p>
            <a:r>
              <a:rPr lang="zh-CN" altLang="en-US" sz="5400" b="1">
                <a:blipFill>
                  <a:blip r:embed="rId2"/>
                  <a:stretch>
                    <a:fillRect/>
                  </a:stretch>
                </a:blipFill>
                <a:latin typeface="KaiTi" panose="02010609060101010101" pitchFamily="49" charset="-122"/>
                <a:ea typeface="KaiTi" panose="02010609060101010101" pitchFamily="49" charset="-122"/>
              </a:rPr>
              <a:t>第二行 </a:t>
            </a:r>
            <a:r>
              <a:rPr lang="en-US" altLang="zh-CN" sz="5400" b="1">
                <a:blipFill>
                  <a:blip r:embed="rId2"/>
                  <a:stretch>
                    <a:fillRect/>
                  </a:stretch>
                </a:blipFill>
                <a:latin typeface="KaiTi" panose="02010609060101010101" pitchFamily="49" charset="-122"/>
                <a:ea typeface="KaiTi" panose="02010609060101010101" pitchFamily="49" charset="-122"/>
              </a:rPr>
              <a:t>Line 2</a:t>
            </a:r>
            <a:endParaRPr lang="zh-CN" altLang="en-US" sz="5400" b="1">
              <a:blipFill>
                <a:blip r:embed="rId2"/>
                <a:stretch>
                  <a:fillRect/>
                </a:stretch>
              </a:blipFill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3481877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DF910CFF-7E3B-AFB5-1F98-534601BCD01F}"/>
              </a:ext>
            </a:extLst>
          </p:cNvPr>
          <p:cNvSpPr txBox="1"/>
          <p:nvPr/>
        </p:nvSpPr>
        <p:spPr>
          <a:xfrm>
            <a:off x="381000" y="101600"/>
            <a:ext cx="5969000" cy="12192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dist"/>
            <a:r>
              <a:rPr lang="zh-CN" altLang="en-US" sz="5400" b="1">
                <a:solidFill>
                  <a:srgbClr val="DC0000">
                    <a:alpha val="50000"/>
                  </a:srgbClr>
                </a:solidFill>
                <a:effectLst>
                  <a:outerShdw dist="152400" dir="10800000" rotWithShape="0">
                    <a:srgbClr val="000000">
                      <a:alpha val="70000"/>
                    </a:srgbClr>
                  </a:outerShdw>
                </a:effectLst>
                <a:latin typeface="SimSun" panose="02010600030101010101" pitchFamily="2" charset="-122"/>
                <a:ea typeface="SimSun" panose="02010600030101010101" pitchFamily="2" charset="-122"/>
              </a:rPr>
              <a:t>分散对齐阴影加粗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9388A14F-B131-D8F8-B49A-D8FCF03235A2}"/>
              </a:ext>
            </a:extLst>
          </p:cNvPr>
          <p:cNvSpPr txBox="1"/>
          <p:nvPr/>
        </p:nvSpPr>
        <p:spPr>
          <a:xfrm>
            <a:off x="381000" y="1422400"/>
            <a:ext cx="5969000" cy="12192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dist"/>
            <a:r>
              <a:rPr lang="zh-CN" altLang="en-US" sz="5400">
                <a:solidFill>
                  <a:srgbClr val="DC0000">
                    <a:alpha val="50000"/>
                  </a:srgbClr>
                </a:solidFill>
                <a:effectLst>
                  <a:outerShdw dist="152400" dir="10800000" rotWithShape="0">
                    <a:srgbClr val="000000">
                      <a:alpha val="70000"/>
                    </a:srgbClr>
                  </a:outerShdw>
                </a:effectLst>
                <a:latin typeface="SimSun" panose="02010600030101010101" pitchFamily="2" charset="-122"/>
                <a:ea typeface="SimSun" panose="02010600030101010101" pitchFamily="2" charset="-122"/>
              </a:rPr>
              <a:t>分散对齐阴影加粗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7554FFD-9D3A-FB04-7339-99708FA3D553}"/>
              </a:ext>
            </a:extLst>
          </p:cNvPr>
          <p:cNvSpPr txBox="1"/>
          <p:nvPr/>
        </p:nvSpPr>
        <p:spPr>
          <a:xfrm>
            <a:off x="381000" y="2743200"/>
            <a:ext cx="5969000" cy="12192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dist"/>
            <a:r>
              <a:rPr lang="zh-CN" altLang="en-US" sz="5400" b="1">
                <a:gradFill flip="none" rotWithShape="1">
                  <a:gsLst>
                    <a:gs pos="0">
                      <a:srgbClr val="DC0000">
                        <a:alpha val="50000"/>
                      </a:srgbClr>
                    </a:gs>
                    <a:gs pos="100000">
                      <a:srgbClr val="0028DC">
                        <a:alpha val="50000"/>
                      </a:srgbClr>
                    </a:gs>
                  </a:gsLst>
                  <a:lin ang="0" scaled="1"/>
                  <a:tileRect/>
                </a:gradFill>
                <a:effectLst>
                  <a:outerShdw dist="152400" dir="10800000" rotWithShape="0">
                    <a:srgbClr val="000000">
                      <a:alpha val="70000"/>
                    </a:srgbClr>
                  </a:outerShdw>
                </a:effectLst>
                <a:latin typeface="SimSun" panose="02010600030101010101" pitchFamily="2" charset="-122"/>
                <a:ea typeface="SimSun" panose="02010600030101010101" pitchFamily="2" charset="-122"/>
              </a:rPr>
              <a:t>分散对齐阴影加粗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7DD7915-2A1F-C2FD-2FD1-1FD35FDCA498}"/>
              </a:ext>
            </a:extLst>
          </p:cNvPr>
          <p:cNvSpPr txBox="1"/>
          <p:nvPr/>
        </p:nvSpPr>
        <p:spPr>
          <a:xfrm>
            <a:off x="381000" y="4064000"/>
            <a:ext cx="5969000" cy="12192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dist"/>
            <a:r>
              <a:rPr lang="zh-CN" altLang="en-US" sz="5400" b="1">
                <a:ln w="19050">
                  <a:solidFill>
                    <a:srgbClr val="3C3C3C"/>
                  </a:solidFill>
                </a:ln>
                <a:gradFill flip="none" rotWithShape="1">
                  <a:gsLst>
                    <a:gs pos="0">
                      <a:srgbClr val="DC0000"/>
                    </a:gs>
                    <a:gs pos="100000">
                      <a:srgbClr val="0028DC"/>
                    </a:gs>
                  </a:gsLst>
                  <a:lin ang="0" scaled="1"/>
                  <a:tileRect/>
                </a:gradFill>
                <a:effectLst>
                  <a:outerShdw dist="152400" dir="10800000" rotWithShape="0">
                    <a:srgbClr val="000000">
                      <a:alpha val="70000"/>
                    </a:srgbClr>
                  </a:outerShdw>
                </a:effectLst>
                <a:latin typeface="SimSun" panose="02010600030101010101" pitchFamily="2" charset="-122"/>
                <a:ea typeface="SimSun" panose="02010600030101010101" pitchFamily="2" charset="-122"/>
              </a:rPr>
              <a:t>分散对齐阴影加粗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2E67482-4703-3DC3-3579-EE2A3914E3C6}"/>
              </a:ext>
            </a:extLst>
          </p:cNvPr>
          <p:cNvSpPr txBox="1"/>
          <p:nvPr/>
        </p:nvSpPr>
        <p:spPr>
          <a:xfrm>
            <a:off x="381000" y="5384800"/>
            <a:ext cx="5969000" cy="12192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dist"/>
            <a:r>
              <a:rPr lang="zh-CN" altLang="en-US" sz="5400" b="1">
                <a:solidFill>
                  <a:srgbClr val="DC0000"/>
                </a:solidFill>
                <a:effectLst>
                  <a:outerShdw dist="152400" dir="10800000" rotWithShape="0">
                    <a:srgbClr val="000000">
                      <a:alpha val="70000"/>
                    </a:srgbClr>
                  </a:outerShdw>
                </a:effectLst>
                <a:latin typeface="SimSun" panose="02010600030101010101" pitchFamily="2" charset="-122"/>
                <a:ea typeface="SimSun" panose="02010600030101010101" pitchFamily="2" charset="-122"/>
              </a:rPr>
              <a:t>分散对齐阴影加粗</a:t>
            </a:r>
          </a:p>
        </p:txBody>
      </p:sp>
    </p:spTree>
    <p:extLst>
      <p:ext uri="{BB962C8B-B14F-4D97-AF65-F5344CB8AC3E}">
        <p14:creationId xmlns:p14="http://schemas.microsoft.com/office/powerpoint/2010/main" val="13624740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72</Words>
  <Application>Microsoft Office PowerPoint</Application>
  <PresentationFormat>自定义</PresentationFormat>
  <Paragraphs>15</Paragraphs>
  <Slides>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10" baseType="lpstr">
      <vt:lpstr>等线</vt:lpstr>
      <vt:lpstr>等线 Light</vt:lpstr>
      <vt:lpstr>KaiTi</vt:lpstr>
      <vt:lpstr>SimSun</vt:lpstr>
      <vt:lpstr>Microsoft YaHei</vt:lpstr>
      <vt:lpstr>Arial</vt:lpstr>
      <vt:lpstr>Office 主题​​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yijin zhou</dc:creator>
  <cp:lastModifiedBy>yijin zhou</cp:lastModifiedBy>
  <cp:revision>1</cp:revision>
  <dcterms:created xsi:type="dcterms:W3CDTF">2026-10-26T01:58:09Z</dcterms:created>
  <dcterms:modified xsi:type="dcterms:W3CDTF">2026-10-26T01:58:09Z</dcterms:modified>
</cp:coreProperties>
</file>