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A52B9E-D157-3151-0453-DA59CA666E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F0ADFC-FA12-464D-DF7F-C7B56AB00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25A29A-6BFD-3DA0-2BDA-81B5EBC47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7D30D-F19A-4894-AB07-6FF31586657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BEC2E3-01C9-0B5A-251D-B6CD8AFA5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7DFCE2-DF86-8997-BA6D-95B06B163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D4CA-9A86-4B7F-8E0E-2971A6EFE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721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811A78-13A0-FC4A-B982-4D7515423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F929FF-A77D-BC65-BA74-88F63839D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598C11-C3BA-50AE-60C4-B7D797A1C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7D30D-F19A-4894-AB07-6FF31586657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721E08-96DC-C77E-636F-01C1DD162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21BF16-3990-6F31-6871-646668968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D4CA-9A86-4B7F-8E0E-2971A6EFE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591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A37FE8-F4FE-36EC-E8CD-68915FE5A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37CD89-358A-4694-9B7B-7218050E1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1BC231-C289-25A4-3EA7-F6D2B9E41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7D30D-F19A-4894-AB07-6FF31586657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CC260B-6468-026C-0B5C-2D813A17F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CD89E9-4BE9-790C-2829-5EDC8D711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D4CA-9A86-4B7F-8E0E-2971A6EFE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8230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D7568-3792-32EC-FF54-B1E5E601F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73EB5D-0C49-0FDF-44A1-F6E20765B3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C153B3-043A-857F-9DB8-AD68C9F54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E4C352-E6D1-7748-E988-A26604CF9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7D30D-F19A-4894-AB07-6FF31586657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06D6C7-B010-C809-661C-08CD19322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264E39-8561-98B1-DD00-F5F3223C9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D4CA-9A86-4B7F-8E0E-2971A6EFE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056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180020-EA02-E54A-47DA-92D5A52FB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AF40EB-2E9B-D0E5-3AC0-A64DC1EA7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EF1B7D-14C2-8AB8-19E7-80EC4F4F1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30D3809-B627-FA07-344A-36D9BB0CDF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3549FE2-8DE4-202C-1703-AB69CA8C8D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EE9956E-59F7-E080-3425-3613D48AB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7D30D-F19A-4894-AB07-6FF31586657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59E487B-32F5-2235-3B91-06B0E6BFF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5DE765A-11E7-95A8-52C6-D2F6081FF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D4CA-9A86-4B7F-8E0E-2971A6EFE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897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3CB0BC-9D7E-BA84-D6FE-E4C97BB78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549EA1-97F6-7197-3F10-76B35ADF3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7D30D-F19A-4894-AB07-6FF31586657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DE936F-8878-7C24-775C-E73AFDEDC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47F2FD1-BD26-53F3-D0FA-C6A3BB8AD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D4CA-9A86-4B7F-8E0E-2971A6EFE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642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DDC64A-EAA3-DC9C-2D26-9D7BD7226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7D30D-F19A-4894-AB07-6FF31586657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9994DE8-5BFB-93B1-EB4F-6C4E0BD24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45F6E3-077D-E9C4-1A4E-83E3E42FB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D4CA-9A86-4B7F-8E0E-2971A6EFE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523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8C482C-BF44-D531-BBDC-7FC9E13DB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81CBAD-73B3-4AA5-6870-36B4BB09D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7DF69B-78BD-78E5-AC65-400FD83704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07E7EA-6E88-C4FD-06A7-9203DF2E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7D30D-F19A-4894-AB07-6FF31586657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F067C1-FB79-6873-3DC2-3A4075D59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041B21-AA99-DC74-2927-D5D624B97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D4CA-9A86-4B7F-8E0E-2971A6EFE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930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71BE7-BE0A-2492-CE8E-14A8F28FA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07CE9C4-2B68-DE35-1129-43C477257F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6D2395-A98A-A54D-8BDC-CE3FF96040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4A006E-A69F-8DCE-9E16-EEB61E731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7D30D-F19A-4894-AB07-6FF31586657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73AF00-84B9-F52D-DE4E-9CAA7EF1A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891B24-F581-C1D7-7079-8B6F34B89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D4CA-9A86-4B7F-8E0E-2971A6EFE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7570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ADC210-17EA-374E-8CAF-A6B82C517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C41FBC-1E3E-3AD0-2C71-8804E5F06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2AB795-CBE6-AC99-F423-2E9A0493E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7D30D-F19A-4894-AB07-6FF31586657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B672E3-A33E-D805-F5D2-0BDC2F9C1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8ECB6E-1DA5-4B03-B22A-8DACAA98A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D4CA-9A86-4B7F-8E0E-2971A6EFE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132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FD2823D-DE47-AF9A-1C74-6885C570E3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C025D3-87F9-0B48-25C6-72BD990DC3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3E397D-D335-2C3E-02EC-58421D736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7D30D-F19A-4894-AB07-6FF31586657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C8E202-5773-4D38-3100-5C1DA2889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17277A-8665-8329-1D37-357936EF4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D4CA-9A86-4B7F-8E0E-2971A6EFE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685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648528F-E82D-F4DE-92C5-324DE15A4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40BB7A-55A3-6C4C-49D4-C0B736C21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F6AB4A-9CB7-2D5F-1C1A-63CF2FC313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87D30D-F19A-4894-AB07-6FF31586657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CEB2B2-18F2-6507-F72F-3A1D5716B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23B516-17E6-0A6A-8F8A-1EB3A8FC30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AED4CA-9A86-4B7F-8E0E-2971A6EFE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7439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37BD870-1D65-1AEF-2686-B63091186127}"/>
              </a:ext>
            </a:extLst>
          </p:cNvPr>
          <p:cNvSpPr txBox="1"/>
          <p:nvPr/>
        </p:nvSpPr>
        <p:spPr>
          <a:xfrm>
            <a:off x="381000" y="101600"/>
            <a:ext cx="1143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5400" b="1">
                <a:gradFill flip="none" rotWithShape="1">
                  <a:gsLst>
                    <a:gs pos="0">
                      <a:srgbClr val="DC0000"/>
                    </a:gs>
                    <a:gs pos="100000">
                      <a:srgbClr val="0028DC"/>
                    </a:gs>
                  </a:gsLst>
                  <a:lin ang="0" scaled="1"/>
                  <a:tileRect/>
                </a:gradFill>
                <a:latin typeface="SimSun" panose="02010600030101010101" pitchFamily="2" charset="-122"/>
                <a:ea typeface="SimSun" panose="02010600030101010101" pitchFamily="2" charset="-122"/>
              </a:rPr>
              <a:t>渐变加粗 </a:t>
            </a:r>
            <a:r>
              <a:rPr lang="en-US" altLang="zh-CN" sz="5400" b="1">
                <a:gradFill flip="none" rotWithShape="1">
                  <a:gsLst>
                    <a:gs pos="0">
                      <a:srgbClr val="DC0000"/>
                    </a:gs>
                    <a:gs pos="100000">
                      <a:srgbClr val="0028DC"/>
                    </a:gs>
                  </a:gsLst>
                  <a:lin ang="0" scaled="1"/>
                  <a:tileRect/>
                </a:gradFill>
                <a:latin typeface="SimSun" panose="02010600030101010101" pitchFamily="2" charset="-122"/>
                <a:ea typeface="SimSun" panose="02010600030101010101" pitchFamily="2" charset="-122"/>
              </a:rPr>
              <a:t>Bold 123</a:t>
            </a:r>
            <a:endParaRPr lang="zh-CN" altLang="en-US" sz="5400" b="1">
              <a:gradFill flip="none" rotWithShape="1">
                <a:gsLst>
                  <a:gs pos="0">
                    <a:srgbClr val="DC0000"/>
                  </a:gs>
                  <a:gs pos="100000">
                    <a:srgbClr val="0028DC"/>
                  </a:gs>
                </a:gsLst>
                <a:lin ang="0" scaled="1"/>
                <a:tileRect/>
              </a:gra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E6026D-3CAD-DE16-55BC-FAFAED688EAC}"/>
              </a:ext>
            </a:extLst>
          </p:cNvPr>
          <p:cNvSpPr txBox="1"/>
          <p:nvPr/>
        </p:nvSpPr>
        <p:spPr>
          <a:xfrm>
            <a:off x="381000" y="1422400"/>
            <a:ext cx="1143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5400" b="1">
                <a:gradFill flip="none" rotWithShape="1">
                  <a:gsLst>
                    <a:gs pos="0">
                      <a:srgbClr val="FF9600"/>
                    </a:gs>
                    <a:gs pos="100000">
                      <a:srgbClr val="005A28"/>
                    </a:gs>
                  </a:gsLst>
                  <a:lin ang="5400000" scaled="1"/>
                  <a:tileRect/>
                </a:gradFill>
                <a:latin typeface="KaiTi" panose="02010609060101010101" pitchFamily="49" charset="-122"/>
                <a:ea typeface="KaiTi" panose="02010609060101010101" pitchFamily="49" charset="-122"/>
              </a:rPr>
              <a:t>渐变加粗 </a:t>
            </a:r>
            <a:r>
              <a:rPr lang="en-US" altLang="zh-CN" sz="5400" b="1">
                <a:gradFill flip="none" rotWithShape="1">
                  <a:gsLst>
                    <a:gs pos="0">
                      <a:srgbClr val="FF9600"/>
                    </a:gs>
                    <a:gs pos="100000">
                      <a:srgbClr val="005A28"/>
                    </a:gs>
                  </a:gsLst>
                  <a:lin ang="5400000" scaled="1"/>
                  <a:tileRect/>
                </a:gradFill>
                <a:latin typeface="KaiTi" panose="02010609060101010101" pitchFamily="49" charset="-122"/>
                <a:ea typeface="KaiTi" panose="02010609060101010101" pitchFamily="49" charset="-122"/>
              </a:rPr>
              <a:t>Bold 123</a:t>
            </a:r>
            <a:endParaRPr lang="zh-CN" altLang="en-US" sz="5400" b="1">
              <a:gradFill flip="none" rotWithShape="1">
                <a:gsLst>
                  <a:gs pos="0">
                    <a:srgbClr val="FF9600"/>
                  </a:gs>
                  <a:gs pos="100000">
                    <a:srgbClr val="005A28"/>
                  </a:gs>
                </a:gsLst>
                <a:lin ang="5400000" scaled="1"/>
                <a:tileRect/>
              </a:gra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BF5601-58C7-2E77-691D-F4B1EAA1291F}"/>
              </a:ext>
            </a:extLst>
          </p:cNvPr>
          <p:cNvSpPr txBox="1"/>
          <p:nvPr/>
        </p:nvSpPr>
        <p:spPr>
          <a:xfrm>
            <a:off x="381000" y="2743200"/>
            <a:ext cx="1143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5400" b="1">
                <a:blipFill>
                  <a:blip r:embed="rId2"/>
                  <a:stretch>
                    <a:fillRect/>
                  </a:stretch>
                </a:blipFill>
                <a:latin typeface="SimSun" panose="02010600030101010101" pitchFamily="2" charset="-122"/>
                <a:ea typeface="SimSun" panose="02010600030101010101" pitchFamily="2" charset="-122"/>
              </a:rPr>
              <a:t>渐变加粗 </a:t>
            </a:r>
            <a:r>
              <a:rPr lang="en-US" altLang="zh-CN" sz="5400" b="1">
                <a:blipFill>
                  <a:blip r:embed="rId2"/>
                  <a:stretch>
                    <a:fillRect/>
                  </a:stretch>
                </a:blipFill>
                <a:latin typeface="SimSun" panose="02010600030101010101" pitchFamily="2" charset="-122"/>
                <a:ea typeface="SimSun" panose="02010600030101010101" pitchFamily="2" charset="-122"/>
              </a:rPr>
              <a:t>Bold 123</a:t>
            </a:r>
            <a:endParaRPr lang="zh-CN" altLang="en-US" sz="5400" b="1">
              <a:blipFill>
                <a:blip r:embed="rId2"/>
                <a:stretch>
                  <a:fillRect/>
                </a:stretch>
              </a:blip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729FBAA-A456-5F79-E92D-59FA9B9061ED}"/>
              </a:ext>
            </a:extLst>
          </p:cNvPr>
          <p:cNvSpPr txBox="1"/>
          <p:nvPr/>
        </p:nvSpPr>
        <p:spPr>
          <a:xfrm>
            <a:off x="381000" y="4064000"/>
            <a:ext cx="1143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5400" b="1">
                <a:ln w="19050">
                  <a:solidFill>
                    <a:srgbClr val="3C3C3C"/>
                  </a:solidFill>
                </a:ln>
                <a:gradFill flip="none" rotWithShape="1">
                  <a:gsLst>
                    <a:gs pos="0">
                      <a:srgbClr val="DC0000"/>
                    </a:gs>
                    <a:gs pos="100000">
                      <a:srgbClr val="0028DC"/>
                    </a:gs>
                  </a:gsLst>
                  <a:lin ang="0" scaled="1"/>
                  <a:tileRect/>
                </a:gradFill>
                <a:latin typeface="SimSun" panose="02010600030101010101" pitchFamily="2" charset="-122"/>
                <a:ea typeface="SimSun" panose="02010600030101010101" pitchFamily="2" charset="-122"/>
              </a:rPr>
              <a:t>渐变加粗 </a:t>
            </a:r>
            <a:r>
              <a:rPr lang="en-US" altLang="zh-CN" sz="5400" b="1">
                <a:ln w="19050">
                  <a:solidFill>
                    <a:srgbClr val="3C3C3C"/>
                  </a:solidFill>
                </a:ln>
                <a:gradFill flip="none" rotWithShape="1">
                  <a:gsLst>
                    <a:gs pos="0">
                      <a:srgbClr val="DC0000"/>
                    </a:gs>
                    <a:gs pos="100000">
                      <a:srgbClr val="0028DC"/>
                    </a:gs>
                  </a:gsLst>
                  <a:lin ang="0" scaled="1"/>
                  <a:tileRect/>
                </a:gradFill>
                <a:latin typeface="SimSun" panose="02010600030101010101" pitchFamily="2" charset="-122"/>
                <a:ea typeface="SimSun" panose="02010600030101010101" pitchFamily="2" charset="-122"/>
              </a:rPr>
              <a:t>Bold 123</a:t>
            </a:r>
            <a:endParaRPr lang="zh-CN" altLang="en-US" sz="5400" b="1">
              <a:ln w="19050">
                <a:solidFill>
                  <a:srgbClr val="3C3C3C"/>
                </a:solidFill>
              </a:ln>
              <a:gradFill flip="none" rotWithShape="1">
                <a:gsLst>
                  <a:gs pos="0">
                    <a:srgbClr val="DC0000"/>
                  </a:gs>
                  <a:gs pos="100000">
                    <a:srgbClr val="0028DC"/>
                  </a:gs>
                </a:gsLst>
                <a:lin ang="0" scaled="1"/>
                <a:tileRect/>
              </a:gra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E1E3B1-A808-C7B6-7C9A-18D4A062CA13}"/>
              </a:ext>
            </a:extLst>
          </p:cNvPr>
          <p:cNvSpPr txBox="1"/>
          <p:nvPr/>
        </p:nvSpPr>
        <p:spPr>
          <a:xfrm>
            <a:off x="381000" y="5384800"/>
            <a:ext cx="1143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5400" b="1">
                <a:gradFill flip="none" rotWithShape="1">
                  <a:gsLst>
                    <a:gs pos="0">
                      <a:srgbClr val="DC0000"/>
                    </a:gs>
                    <a:gs pos="100000">
                      <a:srgbClr val="0028DC"/>
                    </a:gs>
                  </a:gsLst>
                  <a:lin ang="0" scaled="1"/>
                  <a:tileRect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渐变加粗 </a:t>
            </a:r>
            <a:r>
              <a:rPr lang="en-US" altLang="zh-CN" sz="5400" b="1">
                <a:gradFill flip="none" rotWithShape="1">
                  <a:gsLst>
                    <a:gs pos="0">
                      <a:srgbClr val="DC0000"/>
                    </a:gs>
                    <a:gs pos="100000">
                      <a:srgbClr val="0028DC"/>
                    </a:gs>
                  </a:gsLst>
                  <a:lin ang="0" scaled="1"/>
                  <a:tileRect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Bold 123</a:t>
            </a:r>
            <a:endParaRPr lang="zh-CN" altLang="en-US" sz="5400" b="1">
              <a:gradFill flip="none" rotWithShape="1">
                <a:gsLst>
                  <a:gs pos="0">
                    <a:srgbClr val="DC0000"/>
                  </a:gs>
                  <a:gs pos="100000">
                    <a:srgbClr val="0028DC"/>
                  </a:gs>
                </a:gsLst>
                <a:lin ang="0" scaled="1"/>
                <a:tileRect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9305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14D3636-227A-9E53-4A27-DBF4401BA128}"/>
              </a:ext>
            </a:extLst>
          </p:cNvPr>
          <p:cNvSpPr txBox="1"/>
          <p:nvPr/>
        </p:nvSpPr>
        <p:spPr>
          <a:xfrm>
            <a:off x="381000" y="101600"/>
            <a:ext cx="1143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5400">
                <a:gradFill flip="none" rotWithShape="1">
                  <a:gsLst>
                    <a:gs pos="0">
                      <a:srgbClr val="DC0000"/>
                    </a:gs>
                    <a:gs pos="100000">
                      <a:srgbClr val="0028DC"/>
                    </a:gs>
                  </a:gsLst>
                  <a:lin ang="0" scaled="1"/>
                  <a:tileRect/>
                </a:gradFill>
                <a:latin typeface="SimSun" panose="02010600030101010101" pitchFamily="2" charset="-122"/>
                <a:ea typeface="SimSun" panose="02010600030101010101" pitchFamily="2" charset="-122"/>
              </a:rPr>
              <a:t>渐变加粗 </a:t>
            </a:r>
            <a:r>
              <a:rPr lang="en-US" altLang="zh-CN" sz="5400">
                <a:gradFill flip="none" rotWithShape="1">
                  <a:gsLst>
                    <a:gs pos="0">
                      <a:srgbClr val="DC0000"/>
                    </a:gs>
                    <a:gs pos="100000">
                      <a:srgbClr val="0028DC"/>
                    </a:gs>
                  </a:gsLst>
                  <a:lin ang="0" scaled="1"/>
                  <a:tileRect/>
                </a:gradFill>
                <a:latin typeface="SimSun" panose="02010600030101010101" pitchFamily="2" charset="-122"/>
                <a:ea typeface="SimSun" panose="02010600030101010101" pitchFamily="2" charset="-122"/>
              </a:rPr>
              <a:t>Bold 123</a:t>
            </a:r>
            <a:endParaRPr lang="zh-CN" altLang="en-US" sz="5400">
              <a:gradFill flip="none" rotWithShape="1">
                <a:gsLst>
                  <a:gs pos="0">
                    <a:srgbClr val="DC0000"/>
                  </a:gs>
                  <a:gs pos="100000">
                    <a:srgbClr val="0028DC"/>
                  </a:gs>
                </a:gsLst>
                <a:lin ang="0" scaled="1"/>
                <a:tileRect/>
              </a:gra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C5F6BE3-1660-9FBB-C875-1CCDD2CB5A17}"/>
              </a:ext>
            </a:extLst>
          </p:cNvPr>
          <p:cNvSpPr txBox="1"/>
          <p:nvPr/>
        </p:nvSpPr>
        <p:spPr>
          <a:xfrm>
            <a:off x="381000" y="1422400"/>
            <a:ext cx="1143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5400" b="1">
                <a:gradFill flip="none" rotWithShape="1">
                  <a:gsLst>
                    <a:gs pos="0">
                      <a:srgbClr val="DC0000">
                        <a:alpha val="50000"/>
                      </a:srgbClr>
                    </a:gs>
                    <a:gs pos="100000">
                      <a:srgbClr val="0028DC">
                        <a:alpha val="50000"/>
                      </a:srgbClr>
                    </a:gs>
                  </a:gsLst>
                  <a:lin ang="0" scaled="1"/>
                  <a:tileRect/>
                </a:gradFill>
                <a:latin typeface="SimSun" panose="02010600030101010101" pitchFamily="2" charset="-122"/>
                <a:ea typeface="SimSun" panose="02010600030101010101" pitchFamily="2" charset="-122"/>
              </a:rPr>
              <a:t>渐变加粗 </a:t>
            </a:r>
            <a:r>
              <a:rPr lang="en-US" altLang="zh-CN" sz="5400" b="1">
                <a:gradFill flip="none" rotWithShape="1">
                  <a:gsLst>
                    <a:gs pos="0">
                      <a:srgbClr val="DC0000">
                        <a:alpha val="50000"/>
                      </a:srgbClr>
                    </a:gs>
                    <a:gs pos="100000">
                      <a:srgbClr val="0028DC">
                        <a:alpha val="50000"/>
                      </a:srgbClr>
                    </a:gs>
                  </a:gsLst>
                  <a:lin ang="0" scaled="1"/>
                  <a:tileRect/>
                </a:gradFill>
                <a:latin typeface="SimSun" panose="02010600030101010101" pitchFamily="2" charset="-122"/>
                <a:ea typeface="SimSun" panose="02010600030101010101" pitchFamily="2" charset="-122"/>
              </a:rPr>
              <a:t>Bold 123</a:t>
            </a:r>
            <a:endParaRPr lang="zh-CN" altLang="en-US" sz="5400" b="1">
              <a:gradFill flip="none" rotWithShape="1">
                <a:gsLst>
                  <a:gs pos="0">
                    <a:srgbClr val="DC0000">
                      <a:alpha val="50000"/>
                    </a:srgbClr>
                  </a:gs>
                  <a:gs pos="100000">
                    <a:srgbClr val="0028DC">
                      <a:alpha val="50000"/>
                    </a:srgbClr>
                  </a:gs>
                </a:gsLst>
                <a:lin ang="0" scaled="1"/>
                <a:tileRect/>
              </a:gra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C66892A-E0C2-896E-F308-4F6E8AAC4541}"/>
              </a:ext>
            </a:extLst>
          </p:cNvPr>
          <p:cNvSpPr txBox="1"/>
          <p:nvPr/>
        </p:nvSpPr>
        <p:spPr>
          <a:xfrm>
            <a:off x="381000" y="2743200"/>
            <a:ext cx="1143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5400" b="1">
                <a:solidFill>
                  <a:srgbClr val="DC0000">
                    <a:alpha val="5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渐变加粗 </a:t>
            </a:r>
            <a:r>
              <a:rPr lang="en-US" altLang="zh-CN" sz="5400" b="1">
                <a:solidFill>
                  <a:srgbClr val="DC0000">
                    <a:alpha val="5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Bold 123</a:t>
            </a:r>
            <a:endParaRPr lang="zh-CN" altLang="en-US" sz="5400" b="1">
              <a:solidFill>
                <a:srgbClr val="DC0000">
                  <a:alpha val="50000"/>
                </a:srgbClr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D06E2DF-B8FF-82FE-4A8D-74B6B3F1B449}"/>
              </a:ext>
            </a:extLst>
          </p:cNvPr>
          <p:cNvSpPr txBox="1"/>
          <p:nvPr/>
        </p:nvSpPr>
        <p:spPr>
          <a:xfrm>
            <a:off x="381000" y="4064000"/>
            <a:ext cx="1143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5400" b="1">
                <a:blipFill>
                  <a:blip r:embed="rId2"/>
                  <a:stretch>
                    <a:fillRect/>
                  </a:stretch>
                </a:blipFill>
                <a:latin typeface="KaiTi" panose="02010609060101010101" pitchFamily="49" charset="-122"/>
                <a:ea typeface="KaiTi" panose="02010609060101010101" pitchFamily="49" charset="-122"/>
              </a:rPr>
              <a:t>图片填充 </a:t>
            </a:r>
            <a:r>
              <a:rPr lang="en-US" altLang="zh-CN" sz="5400" b="1">
                <a:blipFill>
                  <a:blip r:embed="rId2"/>
                  <a:stretch>
                    <a:fillRect/>
                  </a:stretch>
                </a:blipFill>
                <a:latin typeface="KaiTi" panose="02010609060101010101" pitchFamily="49" charset="-122"/>
                <a:ea typeface="KaiTi" panose="02010609060101010101" pitchFamily="49" charset="-122"/>
              </a:rPr>
              <a:t>Picture</a:t>
            </a:r>
          </a:p>
          <a:p>
            <a:r>
              <a:rPr lang="zh-CN" altLang="en-US" sz="5400" b="1">
                <a:blipFill>
                  <a:blip r:embed="rId2"/>
                  <a:stretch>
                    <a:fillRect/>
                  </a:stretch>
                </a:blipFill>
                <a:latin typeface="KaiTi" panose="02010609060101010101" pitchFamily="49" charset="-122"/>
                <a:ea typeface="KaiTi" panose="02010609060101010101" pitchFamily="49" charset="-122"/>
              </a:rPr>
              <a:t>第二行 </a:t>
            </a:r>
            <a:r>
              <a:rPr lang="en-US" altLang="zh-CN" sz="5400" b="1">
                <a:blipFill>
                  <a:blip r:embed="rId2"/>
                  <a:stretch>
                    <a:fillRect/>
                  </a:stretch>
                </a:blipFill>
                <a:latin typeface="KaiTi" panose="02010609060101010101" pitchFamily="49" charset="-122"/>
                <a:ea typeface="KaiTi" panose="02010609060101010101" pitchFamily="49" charset="-122"/>
              </a:rPr>
              <a:t>Line 2</a:t>
            </a:r>
            <a:endParaRPr lang="zh-CN" altLang="en-US" sz="5400" b="1">
              <a:blipFill>
                <a:blip r:embed="rId2"/>
                <a:stretch>
                  <a:fillRect/>
                </a:stretch>
              </a:blip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2390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Office PowerPoint</Application>
  <PresentationFormat>自定义</PresentationFormat>
  <Paragraphs>10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等线 Light</vt:lpstr>
      <vt:lpstr>KaiTi</vt:lpstr>
      <vt:lpstr>SimSun</vt:lpstr>
      <vt:lpstr>Microsoft YaHei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2026-10-23T12:16:59Z</dcterms:created>
  <dcterms:modified xsi:type="dcterms:W3CDTF">2026-10-23T12:16:59Z</dcterms:modified>
</cp:coreProperties>
</file>