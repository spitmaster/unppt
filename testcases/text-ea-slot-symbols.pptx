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7E31C-1CDF-5F54-7DF3-DCC27F868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15E0C8-331E-FBA5-D919-502460A3C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8061FB-89B7-1CA0-6654-91EE092B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215092-6B16-CFD6-234B-59D9F2EF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91A48E-FBD0-BD24-7498-92739FC73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616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912D4-10A7-53EF-B2DD-42FBE1AC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EC4DC5-7654-A968-F7FC-B5C11AE04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6897F1-6702-7D23-D7D6-A8E6A447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D1DC1B-BE26-FB21-5621-738CDACD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5EED3F-AE58-6169-B99B-7C843F8B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273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4C77B-B760-F435-6C84-B3F6F28F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BC7C62-C5E1-6391-7FE5-EF30144EC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E0ED59-D294-3438-F072-8F7C0A50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FFBCE8-5D16-0BEE-0855-EC95AC1F2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1F26C8-C344-342F-D8A9-3CBB74CF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3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0103D-9986-CB8E-A8DB-B218D083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0FF39-16C6-A276-18D8-C660E8034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C63916-0DE7-84A4-2F0F-B38FAB8E4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2EBBD-C922-DCC8-9BD4-1F1488E6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0C8A70-D3B7-1621-F33B-EEB4A58D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872CFB-A24C-47C3-6453-FDE95205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00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D9B44-272C-A883-9847-CE27318D1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0144C9-3B6D-5BBB-3559-BD7FE0E4B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21F74F-C10F-9FEE-CC54-5B7D4B528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E2940D-98A2-EB71-289F-EBC92D132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9E3104-1BAF-5F59-2D6C-7B2FFA325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AAC441-9906-C0BF-6EDB-D0D96B07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740C6D-CD1D-2F73-CB89-BE50F59C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8B4442-7E12-6987-1469-1C3188CF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49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1CBE0-9300-EB81-FDCD-9E103AE7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BFE5A-D7F8-8550-4CDF-7E4AAA1BE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4F07C6-449E-82D0-9293-B2AFBF51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CC37F7-4A50-3E5F-909B-D18110A5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641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51A673-A34D-1B97-8A7D-CDF9CBAC3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D9E877-5BAA-CEE3-1CD6-8CD69157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234900-85E8-F745-E8DA-71572911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504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C29C7-A79F-C439-0F79-C59FEF36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F8F55-EADA-7E56-FA7D-1578263A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190C23-07C5-350F-069D-44840DD0C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C78ED1-F95F-3AD9-0700-4D7F68AA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BD1043-A7DD-3E4E-930C-6545D853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519514-2829-1774-D024-AADB2979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69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7BD58-EF82-9D36-0435-DC25ADDA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AB28E0-A614-17CB-EDD5-CDB191962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B51761-20B6-E2FF-C54F-9D354C538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AEC57-3B71-A49C-F430-9C80A1E0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74A63D-082A-3BCC-6CC9-B1A5C6C0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F02C94-2BF8-76BF-8D52-1BEBC34C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30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29EA0-8C70-D565-0A09-8BCC9342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524E8B-F0AE-BE12-A54D-22D48E1E8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25F684-4B74-4A68-407F-3351AB5D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7C158-BDBB-E1D3-4765-4D370E78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1D563-B14C-2D93-BCD2-C59477F3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38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B09420-ABBC-8486-B982-7F7C2097C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CBC01D-A49B-9BAA-9D50-43C10A3C4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7A878D-50A9-D75C-82FC-7B9C40470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EE4695-6DCF-62D4-2761-61D492EB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A33BBD-A3EA-C2C1-FB40-94415DB6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49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103860-726A-C4E4-B6D5-9D61DA035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385694-6A12-5590-6FAE-E40680539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EFFCE5-A132-2C06-D57A-CE796950E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4CD0F-76C1-4E7F-B760-CF15CAED050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BE1D07-73EE-9605-47B6-097416448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37D24-035B-DF95-21C2-2442A113C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A6CFB-356B-475B-AC78-9DD4109EFB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26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7C33D0-8CFB-1CD8-4B67-1480C7A23DE9}"/>
              </a:ext>
            </a:extLst>
          </p:cNvPr>
          <p:cNvSpPr txBox="1"/>
          <p:nvPr/>
        </p:nvSpPr>
        <p:spPr>
          <a:xfrm>
            <a:off x="254000" y="254000"/>
            <a:ext cx="109036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2000" dirty="0">
                <a:latin typeface="Arial"/>
                <a:ea typeface="微软雅黑"/>
              </a:rPr>
              <a:t>§¨°±×÷™↔①②■□▲△◆●○★☆♀♂♪|·–—…←→≤≥√∞αΩ©½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DBDD95-7F02-C05D-9EF3-ED0059617795}"/>
              </a:ext>
            </a:extLst>
          </p:cNvPr>
          <p:cNvSpPr txBox="1"/>
          <p:nvPr/>
        </p:nvSpPr>
        <p:spPr>
          <a:xfrm>
            <a:off x="254000" y="1270000"/>
            <a:ext cx="109036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Arial"/>
                <a:ea typeface="微软雅黑"/>
              </a:rPr>
              <a:t>§¨°±×÷™↔①②■□▲△◆●○★☆♀♂♪|·–—…←→≤≥√∞αΩ©½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B4FB9D-7ADB-23A7-5041-6151800BA936}"/>
              </a:ext>
            </a:extLst>
          </p:cNvPr>
          <p:cNvSpPr txBox="1"/>
          <p:nvPr/>
        </p:nvSpPr>
        <p:spPr>
          <a:xfrm>
            <a:off x="254000" y="2286000"/>
            <a:ext cx="109036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2000" dirty="0">
                <a:latin typeface="Calibri"/>
                <a:ea typeface="宋体"/>
              </a:rPr>
              <a:t>§¨°±×÷™↔①②■□▲△◆●○★☆♀♂♪|·–—…←→≤≥√∞αΩ©½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2684EA-6C2E-A0CF-3336-B373ACE72B0D}"/>
              </a:ext>
            </a:extLst>
          </p:cNvPr>
          <p:cNvSpPr txBox="1"/>
          <p:nvPr/>
        </p:nvSpPr>
        <p:spPr>
          <a:xfrm>
            <a:off x="254000" y="3302000"/>
            <a:ext cx="109036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Calibri"/>
                <a:ea typeface="宋体"/>
              </a:rPr>
              <a:t>§¨°±×÷™↔①②■□▲△◆●○★☆♀♂♪|·–—…←→≤≥√∞αΩ©½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644B5F-8CDC-1454-47BB-67B2A269D1E9}"/>
              </a:ext>
            </a:extLst>
          </p:cNvPr>
          <p:cNvSpPr txBox="1"/>
          <p:nvPr/>
        </p:nvSpPr>
        <p:spPr>
          <a:xfrm>
            <a:off x="254000" y="4318000"/>
            <a:ext cx="109036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sz="2000" dirty="0">
                <a:latin typeface="Times New Roman"/>
                <a:ea typeface="楷体"/>
              </a:rPr>
              <a:t>§¨°±×÷™↔①②■□▲△◆●○★☆♀♂♪|·–—…←→≤≥√∞αΩ©½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B6210E-B6D9-DC87-C7B0-F67AD6497DF9}"/>
              </a:ext>
            </a:extLst>
          </p:cNvPr>
          <p:cNvSpPr txBox="1"/>
          <p:nvPr/>
        </p:nvSpPr>
        <p:spPr>
          <a:xfrm>
            <a:off x="254000" y="5334000"/>
            <a:ext cx="109036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Arial"/>
                <a:ea typeface="黑体"/>
              </a:rPr>
              <a:t>§¨°±×÷™↔①②■□▲△◆●○★☆♀♂♪|·–—…←→≤≥√∞αΩ©½</a:t>
            </a:r>
          </a:p>
        </p:txBody>
      </p:sp>
    </p:spTree>
    <p:extLst>
      <p:ext uri="{BB962C8B-B14F-4D97-AF65-F5344CB8AC3E}">
        <p14:creationId xmlns:p14="http://schemas.microsoft.com/office/powerpoint/2010/main" val="190565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2026-10-19T02:07:22Z</dcterms:created>
  <dcterms:modified xsi:type="dcterms:W3CDTF">2026-10-19T02:07:22Z</dcterms:modified>
</cp:coreProperties>
</file>