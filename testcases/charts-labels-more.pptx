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7E-4395-8859-CCD8901530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7E-4395-8859-CCD8901530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7E-4395-8859-CCD890153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0262607"/>
        <c:axId val="1990263087"/>
      </c:barChart>
      <c:catAx>
        <c:axId val="1990262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90263087"/>
        <c:crosses val="autoZero"/>
        <c:auto val="1"/>
        <c:lblAlgn val="ctr"/>
        <c:lblOffset val="100"/>
        <c:noMultiLvlLbl val="0"/>
      </c:catAx>
      <c:valAx>
        <c:axId val="199026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90262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B4-444B-A3D1-D25E22C798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B4-444B-A3D1-D25E22C798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B4-444B-A3D1-D25E22C79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90579135"/>
        <c:axId val="1990570495"/>
      </c:barChart>
      <c:catAx>
        <c:axId val="1990579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90570495"/>
        <c:crosses val="autoZero"/>
        <c:auto val="1"/>
        <c:lblAlgn val="ctr"/>
        <c:lblOffset val="100"/>
        <c:noMultiLvlLbl val="0"/>
      </c:catAx>
      <c:valAx>
        <c:axId val="1990570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90579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56-428B-9C95-036D25F06D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66-4913-B814-B01B1974E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69-42B7-86A2-C5DDB1A176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69-42B7-86A2-C5DDB1A176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69-42B7-86A2-C5DDB1A176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63572719"/>
        <c:axId val="1663568399"/>
      </c:barChart>
      <c:catAx>
        <c:axId val="16635727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63568399"/>
        <c:crosses val="autoZero"/>
        <c:auto val="1"/>
        <c:lblAlgn val="ctr"/>
        <c:lblOffset val="100"/>
        <c:noMultiLvlLbl val="0"/>
      </c:catAx>
      <c:valAx>
        <c:axId val="16635683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63572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C4-4BC4-BAB4-5ECC48B35C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C4-4BC4-BAB4-5ECC48B35C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C4-4BC4-BAB4-5ECC48B35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3570799"/>
        <c:axId val="1663565999"/>
      </c:lineChart>
      <c:catAx>
        <c:axId val="166357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63565999"/>
        <c:crosses val="autoZero"/>
        <c:auto val="1"/>
        <c:lblAlgn val="ctr"/>
        <c:lblOffset val="100"/>
        <c:noMultiLvlLbl val="0"/>
      </c:catAx>
      <c:valAx>
        <c:axId val="1663565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63570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8D75F-1E59-F557-DD69-0356BA07A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E4CE87-1BE7-8776-2B04-B6FA4C2DB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068FA5-85F5-CCED-74A1-2E801A9C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2B592-0A5A-B348-9825-7943945A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BE03-D00B-049C-1A3F-FA403B37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865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C5582-62E7-D520-8397-2297739A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F5817D-08A6-32AF-B80A-23492D7A7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CDBA2D-124E-0D15-65FA-C1D307D6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2DC0B-BA23-E218-51B7-3CA65ABC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1C9E62-91F8-D1C8-0A53-37B16C32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05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B3502-AC55-D0A8-C77A-5B471750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998037-D67B-328E-72FF-A54EC1A2A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835040-A6C2-70A9-18D7-882D195F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3B406F-DB8C-8849-1DEA-3C9A90A9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D5D76E-0AD6-E662-6339-5A59A7327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41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E30E5-FDFB-32C0-B6FE-08424E8C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45C21-637E-E78D-C691-FB3A42DBC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8A45C5-A800-B57B-9B1B-7835375F2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B89BB1-509B-B96B-B4F2-13E8E1EB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134686-B070-A938-3D32-2F4EE97E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ECB54-0183-21DF-C773-8B3CE4CC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824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818C-1BA2-01DB-D142-099CA727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C453EE-9E7D-8B66-960F-7A41EAA91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20527F-EC4A-29C7-C7ED-E3A734383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A97C49-D91B-5A7F-84E8-61CA03401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5AB950-B826-74D6-58F0-307B1F14B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D51EFB-073F-28DE-94B4-A2EE991A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46918C-9A48-DAF7-DD02-752CB64C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2117F3-7998-4F7D-C76A-F3827DA4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39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CF55E-08C6-7E6B-975A-968CA40A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12498A-ECC4-6634-9C92-BD8C09CE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C4CAD4-1743-9797-5C14-A396819C6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9167B2-FB30-2E6C-9055-11CC98A9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60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114B67-6A42-434E-23B4-E10B3CAC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ABD5FA-C45F-1A5C-C7E6-F03AE9B7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D5AEB-57D0-320E-8FD2-7468FF64E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43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49028-F622-4FF4-71F7-24ED2CA8A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6AFB76-3558-DF0F-7BCB-B79CE636F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3A8C3B-6570-A953-1245-F368C98D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500A81-C0FF-E2F2-5A30-1DF844EC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BCDC83-66FA-6065-BAE2-D9D20471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C78339-6064-3BE9-CA35-44351D7D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94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004C4-520F-1DE2-B551-DA547058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019AF7-3044-D8A1-0F80-70426DA1C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33402E-3363-7F52-B78E-9702A1EAC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A89C03-A41E-6A3B-1EEC-9943237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CF532B-451B-D738-3CDF-F3DC73D50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E14EF9-55CD-7ECD-B7BF-CDDB0972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04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E3ADE-B923-FBAE-5C04-D0FF4230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425C4B-72A8-2230-5693-2384CC3FB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19FB8B-9EA4-31A3-4B3C-78A6D79F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EF9D95-F2D9-C64E-27AE-CBB9F609A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3C929-DFB0-9D02-1695-B50EA1F5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0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3FB313-96E2-99BE-66BA-AC1A96576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CD5D2B-8FB1-7282-F620-8E3801369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ED164-CC61-8B65-E101-3938480A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521F1E-936D-5CEF-76C5-62880937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447F4-59B2-0995-64A3-1695F0C6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7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2327BD-C0DD-C0A4-9F8F-C139FC6B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C60283-D260-AE62-B22A-CFBBB1E46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558DD4-7F7D-494C-CAEF-56B12B93B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F93AB-CC3E-44D8-B633-9FB98D71967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9687E-E19C-7D87-2A44-AD8E9B717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EFDF1C-EB7F-7F18-9E01-B78780E7A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B1F02-25DF-4006-9CD1-FB0F5E73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64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06B536C-CB97-8912-7E54-5A6313FE98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052950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5D0F31AA-07DC-AC5B-1ABA-C9E05885D0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0689684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3688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6BF5943A-7DA3-3261-8E77-A300F51F34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401594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88E2B088-038A-AA4B-0AF4-A6F4C6BF97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0551924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2282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A7B0E00-A78F-F637-DF22-89FB652964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8895755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90BBEEF-1223-85F3-5037-D953616147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5270804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08212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2026-10-13T21:43:26Z</dcterms:created>
  <dcterms:modified xsi:type="dcterms:W3CDTF">2026-10-13T21:43:26Z</dcterms:modified>
</cp:coreProperties>
</file>