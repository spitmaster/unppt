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0EB1D-267A-574F-7E68-463729F4B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2AFE69A-2351-86B8-0312-90121FC51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326033-FB72-9E90-5E6F-267614833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321-4103-403C-A767-260C7B2F029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59B3CF-BE82-AE1E-B0E2-3672E306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328E55-57D8-2734-A992-79C896972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40C6-EE56-486E-9B61-9023B7D7E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646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EA8927-C983-ADCD-6F65-BA28BDAB0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F6E830-742E-4CBB-9ACE-CDFD1D2A8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CC8B13-4453-C7E9-7B6F-351AB5D62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321-4103-403C-A767-260C7B2F029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358F27-74AF-B79A-8DFD-AAD9EDAA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C09BA4-F019-EB44-867F-3879552F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40C6-EE56-486E-9B61-9023B7D7E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52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2CE72-57E4-FFEB-2E1D-1200AC182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156433-3E84-8D2C-52DE-790BB256D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A992BF-401D-8252-75B1-E3D2543AC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321-4103-403C-A767-260C7B2F029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219752-A82F-F6B8-22CD-969C443A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CCB2D6-AB9D-A43D-B391-757B34118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40C6-EE56-486E-9B61-9023B7D7E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7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604E1-5E90-997D-AD76-49CCFD2E4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C58A8F-FCDA-9B27-4467-58C1405DC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4F24D6-2EAA-6078-2EEE-9E12BA0E5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900100-F228-803F-6A99-0AAFE1FD2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321-4103-403C-A767-260C7B2F029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30608A-8647-0837-30CF-C782F8CCD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AAA3A3-5A16-4C07-C781-62831588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40C6-EE56-486E-9B61-9023B7D7E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993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B2402-7FD0-496B-31A2-ECEF677FF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5D49B1-6CA2-6233-FDAA-CA83FB013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FC75D5-33BC-36FE-2ABD-0F5468DBC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8B2AEE0-8D7F-79D1-9B3B-FFCA3578B6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A12CCF1-9313-26DE-5EF2-575A55939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A4AB2E-979C-4EC7-399F-0E464E0C5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321-4103-403C-A767-260C7B2F029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8F05D6-3379-578C-8C98-9F67546C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9EE5514-16D1-304D-42EA-09DE9AA74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40C6-EE56-486E-9B61-9023B7D7E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52603-096F-9380-C186-2E0222ECB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D94D5CF-72C8-FF04-2671-5A029C060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321-4103-403C-A767-260C7B2F029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5633DB-C1D8-C9DF-3603-79610B8BA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E17282-1DD0-50EF-0B84-666E4B718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40C6-EE56-486E-9B61-9023B7D7E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907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D56072E-DA06-44E7-02F9-C4F5C1075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321-4103-403C-A767-260C7B2F029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540EEB-836E-D37E-0311-2733C52D8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9143F1-8119-2A2D-6BB9-A374A275F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40C6-EE56-486E-9B61-9023B7D7E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078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6BF130-25E5-8F17-2002-264CA2ABF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DC5515-4A52-67F1-18B5-C2431EF2C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3C1051-55E7-D666-BB28-1BE6A0C20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93BC9F-1C8E-A866-F593-126DAC280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321-4103-403C-A767-260C7B2F029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DA49CC-E3CD-F951-B1F1-4274C03F0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203C18-388E-0D49-CD88-110F15DF9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40C6-EE56-486E-9B61-9023B7D7E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603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E890EA-F32F-A2A0-6ABE-C7BC6407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9209F5-D3BA-2F71-F067-2D19C88FA7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C4CF38-559F-786E-AF0B-BA4B7BDDD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A39DAC-66B5-DF99-456A-03C1DF3E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321-4103-403C-A767-260C7B2F029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36EF5D-4DC3-7E94-CE32-DADD57963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1506C7-96E4-2583-E5A9-4B3E628D6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40C6-EE56-486E-9B61-9023B7D7E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668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57545-5EF6-6F0B-4BB8-59CD93D6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01A389-ABC9-9FFD-821B-947B438F1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E212DF-E11D-F4DE-8F12-C1A9A535A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321-4103-403C-A767-260C7B2F029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6B5D0E-B4DB-3FCE-FACB-F81B21221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050EB7-532E-B284-B592-65A621873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40C6-EE56-486E-9B61-9023B7D7E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620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BB16E16-36B2-33B0-C7B3-1F2DC084CD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A202FE-C13C-A10D-1760-B23AE5105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5EAED6-2C04-F098-1D74-D81B3CCB5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5321-4103-403C-A767-260C7B2F029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E16C58-BCCF-C8D1-6526-B912E09B7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A4CF28-5F61-7EEB-B1D0-DF47DF91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40C6-EE56-486E-9B61-9023B7D7E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807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EA641B8-F2C1-B91E-FFDA-F3651FED4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A35EC7-B0C4-72FA-6A1F-0279F6EC7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A7A284-BC3A-C685-2247-DCB958C1EB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995321-4103-403C-A767-260C7B2F029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102EF9-B97A-F6E4-2E60-8C37298BE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CA0851-E8CB-BD4D-0985-710D79FA2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C40C6-EE56-486E-9B61-9023B7D7E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557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BEE5D37-5ED5-5B46-E55B-890714674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057864"/>
              </p:ext>
            </p:extLst>
          </p:nvPr>
        </p:nvGraphicFramePr>
        <p:xfrm>
          <a:off x="762000" y="762000"/>
          <a:ext cx="10668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414590813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401648985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64469910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96083841"/>
                    </a:ext>
                  </a:extLst>
                </a:gridCol>
              </a:tblGrid>
              <a:tr h="952500">
                <a:tc gridSpan="2">
                  <a:txBody>
                    <a:bodyPr/>
                    <a:lstStyle/>
                    <a:p>
                      <a:r>
                        <a:rPr lang="en-US" altLang="zh-CN"/>
                        <a:t>1-1</a:t>
                      </a:r>
                    </a:p>
                    <a:p>
                      <a:r>
                        <a:rPr lang="en-US" altLang="zh-CN"/>
                        <a:t>1-2</a:t>
                      </a:r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1-3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1-4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708364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r>
                        <a:rPr lang="en-US" altLang="zh-CN"/>
                        <a:t>2-1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2-2</a:t>
                      </a:r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/>
                        <a:t>2-3</a:t>
                      </a:r>
                    </a:p>
                    <a:p>
                      <a:r>
                        <a:rPr lang="en-US" altLang="zh-CN"/>
                        <a:t>3-3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2-4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06196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3-1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3-2</a:t>
                      </a:r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3-4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106627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r>
                        <a:rPr lang="en-US" altLang="zh-CN"/>
                        <a:t>4-1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4-2</a:t>
                      </a:r>
                      <a:endParaRPr lang="zh-CN" altLang="en-US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4-3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4-4</a:t>
                      </a:r>
                      <a:endParaRPr lang="zh-CN" altLang="en-US"/>
                    </a:p>
                  </a:txBody>
                  <a:tcPr>
                    <a:solidFill>
                      <a:srgbClr val="FFC8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763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093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自定义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2026-10-12T12:58:56Z</dcterms:created>
  <dcterms:modified xsi:type="dcterms:W3CDTF">2026-10-12T12:58:56Z</dcterms:modified>
</cp:coreProperties>
</file>