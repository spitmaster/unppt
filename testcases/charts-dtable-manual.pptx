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91-4FFC-A17B-9885D0AC77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91-4FFC-A17B-9885D0AC77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91-4FFC-A17B-9885D0AC77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073279"/>
        <c:axId val="56074239"/>
      </c:barChart>
      <c:catAx>
        <c:axId val="56073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6074239"/>
        <c:crosses val="autoZero"/>
        <c:auto val="1"/>
        <c:lblAlgn val="ctr"/>
        <c:lblOffset val="100"/>
        <c:noMultiLvlLbl val="0"/>
      </c:catAx>
      <c:valAx>
        <c:axId val="56074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607327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333333333333335"/>
          <c:y val="5.7982283464566929E-2"/>
          <c:w val="0.75"/>
          <c:h val="0.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4B-4CBA-A27F-B6896A1554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4B-4CBA-A27F-B6896A1554C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64B-4CBA-A27F-B6896A1554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515199"/>
        <c:axId val="58636495"/>
      </c:barChart>
      <c:catAx>
        <c:axId val="57515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636495"/>
        <c:crosses val="autoZero"/>
        <c:auto val="1"/>
        <c:lblAlgn val="ctr"/>
        <c:lblOffset val="100"/>
        <c:noMultiLvlLbl val="0"/>
      </c:catAx>
      <c:valAx>
        <c:axId val="58636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751519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333333333333335"/>
          <c:y val="5.7982283464566929E-2"/>
          <c:w val="0.75"/>
          <c:h val="0.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40-4654-8D81-5B387F6317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40-4654-8D81-5B387F6317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140-4654-8D81-5B387F6317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4927520"/>
        <c:axId val="1757787888"/>
      </c:barChart>
      <c:catAx>
        <c:axId val="1754927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7787888"/>
        <c:crosses val="autoZero"/>
        <c:auto val="1"/>
        <c:lblAlgn val="ctr"/>
        <c:lblOffset val="100"/>
        <c:noMultiLvlLbl val="0"/>
      </c:catAx>
      <c:valAx>
        <c:axId val="1757787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492752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68C42-6498-D0CA-5BA8-A290F55CA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1F8B56-3BEF-7000-17DA-66EB67A76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DB8F31-C1AB-E9B2-BDB5-925198CDB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23CC-BE6A-4B9D-B7F4-5A7E6B61E7F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F38216-6A97-0315-4EE1-3AFAC30A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C1AC51-4731-9097-6EF0-04250B5C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72-F7CB-4371-9579-4DDF6B310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90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C0C68-C96E-02E8-77DF-6A2367FA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E4714D-1952-862B-63CF-640076C05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F82BF8-8365-F155-5238-A69EA909E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23CC-BE6A-4B9D-B7F4-5A7E6B61E7F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64C0EE-2676-6330-3C33-2DEA1E10E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B674F8-4DA6-3ABC-3418-CE46FF0E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72-F7CB-4371-9579-4DDF6B310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49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5332A0-8DB0-5FFE-CB57-14FD076EF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F15991-018A-66C2-5302-1EF8457A8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D4156D-1C81-B06D-8F1C-6BD1929C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23CC-BE6A-4B9D-B7F4-5A7E6B61E7F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C99CCA-06B5-039B-4675-947CCD4C1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563165-725C-2739-0BC5-172862F04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72-F7CB-4371-9579-4DDF6B310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340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AE76-FF7A-44B9-5F12-2CE150D9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1CC058-DC4D-268A-895C-212D5A32B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62C927-CF79-93F1-8647-F21C83BCC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9A806F-38D2-7164-A9F7-8B989EAE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23CC-BE6A-4B9D-B7F4-5A7E6B61E7F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E2EBB8-219F-490F-A98A-239DB4C6A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830048-5F85-DF4C-519A-D9D21610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72-F7CB-4371-9579-4DDF6B310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105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9920E-0BDF-CBEB-0901-6F0BF037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5C6138-B25A-AB98-331C-4ECBC844D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E30E7F-B3BA-3A5E-E152-CCB5DE74F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A377B6-BBBC-FA4A-3716-27542E0A4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83B124-1E71-B564-33D6-828EC67C08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662ED6-812E-66AA-BA92-744BD744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23CC-BE6A-4B9D-B7F4-5A7E6B61E7F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10FB41A-E9D7-42E7-93C5-E8F490EE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28B660-4AB0-D47D-7927-764B690D1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72-F7CB-4371-9579-4DDF6B310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365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41E99-6BF0-D23F-E387-8B79CDB21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890D68-BD6C-1BE7-FFE2-610192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23CC-BE6A-4B9D-B7F4-5A7E6B61E7F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F13935-E7D9-5C3D-ACEB-BED6769BD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B199E4-1A81-BCC5-E218-AA0B226B8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72-F7CB-4371-9579-4DDF6B310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A5FEB9-0C3A-F039-AA04-F2DD28165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23CC-BE6A-4B9D-B7F4-5A7E6B61E7F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9DB9B5-02BE-8BB1-74DA-8B7588BD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4A5A7A-6BB3-9FEC-B38C-EFDA530F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72-F7CB-4371-9579-4DDF6B310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086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64A71-DE2B-1FEB-241C-80C55CEF7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24D85A-0055-380B-FE21-E41F844E9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BDACE9-D9A7-301E-9BF2-57C73675B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420FA8-2354-571F-5302-76EB39180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23CC-BE6A-4B9D-B7F4-5A7E6B61E7F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AC8645-7022-D35B-F69E-69FC71B9F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E0B987-643E-8E6C-FED2-66A7202D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72-F7CB-4371-9579-4DDF6B310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072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DF2A1-FCC1-C6D1-39B7-A47F4369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E6915C-BDB6-25EA-165E-C66B01C77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AF14CA-1009-5520-F4F0-AAC1A638E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D3F047-0E33-4CB5-9909-B4DDB84E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23CC-BE6A-4B9D-B7F4-5A7E6B61E7F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A67D3-0563-C924-234B-86C5FD14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D1C784-4559-B9D7-8FC9-5E02614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72-F7CB-4371-9579-4DDF6B310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39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434F4-CF9C-D718-B4CB-1E81537FA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4B80E4-BDED-1A4A-D542-4FB6F2952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75A84F-29F1-77AB-27E7-D41F6930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23CC-BE6A-4B9D-B7F4-5A7E6B61E7F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D285B-75E6-6891-9027-D2418C01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6B22D4-6B1F-B033-5F50-8281A2DA1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72-F7CB-4371-9579-4DDF6B310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867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F34F2D-BF55-CA68-C5AE-629E95722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39AD70-BB5C-A828-83A0-D3B8355B7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E5226B-5345-B1A8-945D-992AD3DE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823CC-BE6A-4B9D-B7F4-5A7E6B61E7F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F09A39-8CE7-ADBC-9C08-C199E6D61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B9B8B2-570B-9D31-419F-CEAF91A8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9072-F7CB-4371-9579-4DDF6B310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0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6DA5AE3-5F48-78A6-9D96-76F6F9FCF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D6F115-09A4-CE64-AAD0-8A158FB97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4A0C01-2BCF-C2FB-BCA9-D0FD6682A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6823CC-BE6A-4B9D-B7F4-5A7E6B61E7F6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8AEA2E-990E-AA14-3EF7-27BBE211D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C3E3F7-A072-C6CA-8214-FD529CFB7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79072-F7CB-4371-9579-4DDF6B3107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12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3C9319B7-392E-6B7A-9931-B7EC638BBF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0504594"/>
              </p:ext>
            </p:extLst>
          </p:nvPr>
        </p:nvGraphicFramePr>
        <p:xfrm>
          <a:off x="127000" y="762000"/>
          <a:ext cx="3810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F8A27070-9216-6224-06E7-C3AF93CAE9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401983"/>
              </p:ext>
            </p:extLst>
          </p:nvPr>
        </p:nvGraphicFramePr>
        <p:xfrm>
          <a:off x="4127500" y="762000"/>
          <a:ext cx="3810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D47D78C5-9524-8878-3071-E77517E272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9283407"/>
              </p:ext>
            </p:extLst>
          </p:nvPr>
        </p:nvGraphicFramePr>
        <p:xfrm>
          <a:off x="8128000" y="762000"/>
          <a:ext cx="3810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85210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2026-10-20T18:28:38Z</dcterms:created>
  <dcterms:modified xsi:type="dcterms:W3CDTF">2026-10-20T18:28:38Z</dcterms:modified>
</cp:coreProperties>
</file>