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yyyy/m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8"/>
                <c:pt idx="0">
                  <c:v>10</c:v>
                </c:pt>
                <c:pt idx="1">
                  <c:v>17</c:v>
                </c:pt>
                <c:pt idx="2">
                  <c:v>24</c:v>
                </c:pt>
                <c:pt idx="3">
                  <c:v>16</c:v>
                </c:pt>
                <c:pt idx="4">
                  <c:v>23</c:v>
                </c:pt>
                <c:pt idx="5">
                  <c:v>15</c:v>
                </c:pt>
                <c:pt idx="6">
                  <c:v>22</c:v>
                </c:pt>
                <c:pt idx="7">
                  <c:v>14</c:v>
                </c:pt>
                <c:pt idx="8">
                  <c:v>21</c:v>
                </c:pt>
                <c:pt idx="9">
                  <c:v>13</c:v>
                </c:pt>
                <c:pt idx="10">
                  <c:v>20</c:v>
                </c:pt>
                <c:pt idx="11">
                  <c:v>12</c:v>
                </c:pt>
                <c:pt idx="12">
                  <c:v>200</c:v>
                </c:pt>
                <c:pt idx="13">
                  <c:v>240</c:v>
                </c:pt>
                <c:pt idx="14">
                  <c:v>280</c:v>
                </c:pt>
                <c:pt idx="15">
                  <c:v>320</c:v>
                </c:pt>
                <c:pt idx="16">
                  <c:v>360</c:v>
                </c:pt>
                <c:pt idx="17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EE-4C0D-BDAC-2762268D47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yyyy/m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</c:v>
                </c:pt>
                <c:pt idx="1">
                  <c:v>8</c:v>
                </c:pt>
                <c:pt idx="2">
                  <c:v>11</c:v>
                </c:pt>
                <c:pt idx="3">
                  <c:v>5</c:v>
                </c:pt>
                <c:pt idx="4">
                  <c:v>8</c:v>
                </c:pt>
                <c:pt idx="5">
                  <c:v>11</c:v>
                </c:pt>
                <c:pt idx="6">
                  <c:v>5</c:v>
                </c:pt>
                <c:pt idx="7">
                  <c:v>8</c:v>
                </c:pt>
                <c:pt idx="8">
                  <c:v>11</c:v>
                </c:pt>
                <c:pt idx="9">
                  <c:v>5</c:v>
                </c:pt>
                <c:pt idx="10">
                  <c:v>8</c:v>
                </c:pt>
                <c:pt idx="11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EE-4C0D-BDAC-2762268D47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Sheet1!$A$2:$A$13</c:f>
              <c:numCache>
                <c:formatCode>yyyy/m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EE-4C0D-BDAC-2762268D47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951663"/>
        <c:axId val="101938223"/>
      </c:lineChart>
      <c:dateAx>
        <c:axId val="101951663"/>
        <c:scaling>
          <c:orientation val="minMax"/>
        </c:scaling>
        <c:delete val="0"/>
        <c:axPos val="b"/>
        <c:numFmt formatCode="yyyy/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938223"/>
        <c:crosses val="autoZero"/>
        <c:auto val="0"/>
        <c:lblOffset val="100"/>
        <c:baseTimeUnit val="months"/>
      </c:dateAx>
      <c:valAx>
        <c:axId val="101938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19516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Sheet1!$A$2:$A$13</c:f>
              <c:numCache>
                <c:formatCode>yyyy/m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8"/>
                <c:pt idx="0">
                  <c:v>10</c:v>
                </c:pt>
                <c:pt idx="1">
                  <c:v>17</c:v>
                </c:pt>
                <c:pt idx="2">
                  <c:v>24</c:v>
                </c:pt>
                <c:pt idx="3">
                  <c:v>16</c:v>
                </c:pt>
                <c:pt idx="4">
                  <c:v>23</c:v>
                </c:pt>
                <c:pt idx="5">
                  <c:v>15</c:v>
                </c:pt>
                <c:pt idx="6">
                  <c:v>22</c:v>
                </c:pt>
                <c:pt idx="7">
                  <c:v>14</c:v>
                </c:pt>
                <c:pt idx="8">
                  <c:v>21</c:v>
                </c:pt>
                <c:pt idx="9">
                  <c:v>13</c:v>
                </c:pt>
                <c:pt idx="10">
                  <c:v>20</c:v>
                </c:pt>
                <c:pt idx="11">
                  <c:v>12</c:v>
                </c:pt>
                <c:pt idx="12">
                  <c:v>200</c:v>
                </c:pt>
                <c:pt idx="13">
                  <c:v>240</c:v>
                </c:pt>
                <c:pt idx="14">
                  <c:v>280</c:v>
                </c:pt>
                <c:pt idx="15">
                  <c:v>320</c:v>
                </c:pt>
                <c:pt idx="16">
                  <c:v>360</c:v>
                </c:pt>
                <c:pt idx="17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7A-4916-9314-D861FBAD56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Sheet1!$A$2:$A$13</c:f>
              <c:numCache>
                <c:formatCode>yyyy/m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</c:v>
                </c:pt>
                <c:pt idx="1">
                  <c:v>8</c:v>
                </c:pt>
                <c:pt idx="2">
                  <c:v>11</c:v>
                </c:pt>
                <c:pt idx="3">
                  <c:v>5</c:v>
                </c:pt>
                <c:pt idx="4">
                  <c:v>8</c:v>
                </c:pt>
                <c:pt idx="5">
                  <c:v>11</c:v>
                </c:pt>
                <c:pt idx="6">
                  <c:v>5</c:v>
                </c:pt>
                <c:pt idx="7">
                  <c:v>8</c:v>
                </c:pt>
                <c:pt idx="8">
                  <c:v>11</c:v>
                </c:pt>
                <c:pt idx="9">
                  <c:v>5</c:v>
                </c:pt>
                <c:pt idx="10">
                  <c:v>8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7A-4916-9314-D861FBAD56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Sheet1!$A$2:$A$13</c:f>
              <c:numCache>
                <c:formatCode>yyyy/m</c:formatCode>
                <c:ptCount val="12"/>
                <c:pt idx="0">
                  <c:v>43831</c:v>
                </c:pt>
                <c:pt idx="1">
                  <c:v>43862</c:v>
                </c:pt>
                <c:pt idx="2">
                  <c:v>43891</c:v>
                </c:pt>
                <c:pt idx="3">
                  <c:v>43922</c:v>
                </c:pt>
                <c:pt idx="4">
                  <c:v>43952</c:v>
                </c:pt>
                <c:pt idx="5">
                  <c:v>43983</c:v>
                </c:pt>
                <c:pt idx="6">
                  <c:v>44013</c:v>
                </c:pt>
                <c:pt idx="7">
                  <c:v>44044</c:v>
                </c:pt>
                <c:pt idx="8">
                  <c:v>44075</c:v>
                </c:pt>
                <c:pt idx="9">
                  <c:v>44105</c:v>
                </c:pt>
                <c:pt idx="10">
                  <c:v>44136</c:v>
                </c:pt>
                <c:pt idx="11">
                  <c:v>44166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7A-4916-9314-D861FBAD5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7401087"/>
        <c:axId val="257406847"/>
      </c:barChart>
      <c:dateAx>
        <c:axId val="257401087"/>
        <c:scaling>
          <c:orientation val="minMax"/>
        </c:scaling>
        <c:delete val="0"/>
        <c:axPos val="b"/>
        <c:numFmt formatCode="yyyy/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57406847"/>
        <c:crosses val="autoZero"/>
        <c:auto val="0"/>
        <c:lblOffset val="100"/>
        <c:baseTimeUnit val="months"/>
      </c:dateAx>
      <c:valAx>
        <c:axId val="257406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57401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30968-C695-F82B-F59B-F98434CA5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17D1E5-85FA-505F-CBF3-623A7CD7B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9BFA65-9295-A5B3-93C6-387B23C1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AFC577-04F0-3591-44C9-27194C05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691E4-C16E-1364-36BF-038725CF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90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EC01A-15D7-1561-0966-9C9EDCFD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56FC0-20CC-C61D-B276-9333AF245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0C5CE4-B110-75FA-1612-1BC8BBFA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32BFA-ABFA-80A6-B0D1-E37C4F29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2D092E-CB4D-0EC7-56AA-45F8CFD2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20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ACE4B-13E0-CA25-0B44-AEDB7773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ACC98A-0D13-9170-8F1A-3A3CBF624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BAFC92-15FF-D2A5-72A1-E8C2F910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51375C-BC44-C04E-486C-E665EDF7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86459-C45E-C694-4EB6-4D78828C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3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870F7-990A-F378-9333-5CB52BB0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A4292-088D-A7A1-D2BB-4C6B4434E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01CA5E-2377-ACDE-D008-54DF21BE4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8124B0-97BF-6304-E139-347C6017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268B7-A392-2481-25E4-1EAF6148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1DE594-C92B-22B0-568F-8917CF77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98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A01B1B-F997-D60D-7294-4683EF07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F341AF-5B31-C40E-B17E-9E7FC03F9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EB05D6-DA7E-3917-2B50-AFC836D02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817F6D-87FE-888B-F65B-E62661419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B9E84B-2CB4-1C06-5FAA-6969084A05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C7B653B-FD6D-082B-429E-9A05F349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1C4A28-AE68-811B-BBF3-7C8825A11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938053-68B3-FD0C-DC62-50700349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692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BE7CF-C9A0-5E64-1873-A80548BB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BB2E02-7350-2512-9819-60CB2E8C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75642BF-D277-E168-0FAA-198C5DB6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D79997-ECDE-D4AD-CA6D-CF1D9445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01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47D3C3-993B-2A15-05C5-E4D78FC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620B1D-E9ED-B121-0778-0779A646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27DF0-E45F-404D-DA2C-FD8651C7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4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75217-7159-AE17-2A3A-0CA14B15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790B03-F6C9-90A4-276E-2992B9AEA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F7B6FC-C3B5-D14B-AFB6-B407EF36B1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F3356-8203-8142-7478-BF48E5FC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843AF-1DCA-7A7F-0C5B-392AB7081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1D78D3-7923-0C4D-EB51-84AD6F30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70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2643D-3F10-CD57-DF81-E6D12C305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DFCF1D-5EE3-B55A-2BB4-36D1FE359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3B7CC3-CEFF-0CD8-7257-CA473C962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403DBB-6EB9-87E5-4C0C-6B2EA6DF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09496-485F-C751-4A16-076FAFF3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3CBA76-189F-90BB-A5AE-9A0F5E7F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1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B1535-05CB-7AF9-94D0-90CE7D07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3C6BB5-A46B-C639-0CD4-57E0E5F0E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1E079E-1B78-3C7D-9D3B-50BBE4A0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7ACC06-7804-7432-DD67-D2D9E6C5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046EA-826F-3468-D312-D6950B78F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8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563D41-7B75-9D82-F659-73DA6FAE9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6AB302-AFA6-BE97-8DA6-6D4F13B70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5F3ED-C630-D25A-32D6-E1C6D78A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1502A-C270-123B-B831-01092FDB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E8107-1E1D-0897-5761-B0E23CD5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72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1C9709-E479-3C15-9ADC-4B7772876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DFB85-1BF5-530F-B2AC-85382F32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E54A3-F9BD-439C-DA28-24FA6C9E42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28141-E616-4D18-8DD2-2434D8BCCAB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823618-D81D-E5D7-2FDD-47DC2C0A5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99ED74-2279-E886-E2C6-44F5A6CE1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2DFF5-7015-4D6D-AFB1-9FFEFEF4B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21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D49AB8C-7E40-3BD6-A2C7-DC503530B3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176207"/>
              </p:ext>
            </p:extLst>
          </p:nvPr>
        </p:nvGraphicFramePr>
        <p:xfrm>
          <a:off x="127000" y="762000"/>
          <a:ext cx="5715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CB2A2BB-34D0-8D0D-9A34-A2CBB736E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7154060"/>
              </p:ext>
            </p:extLst>
          </p:nvPr>
        </p:nvGraphicFramePr>
        <p:xfrm>
          <a:off x="6096000" y="762000"/>
          <a:ext cx="5715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667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2026-10-19T02:15:20Z</dcterms:created>
  <dcterms:modified xsi:type="dcterms:W3CDTF">2026-10-19T02:15:20Z</dcterms:modified>
</cp:coreProperties>
</file>