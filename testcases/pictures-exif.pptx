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EB517D-6E97-A19B-C28A-ED7068807B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9F62B2E-CEC7-A0BD-51C5-BEFEB4FF36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35D352-FE67-E4F7-4883-3AC4A30A7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77A99-C4EF-4540-8549-1C986A90365A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79FEE5-D02D-D5EE-CE5A-6551301C8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75F800-62E3-2E84-6F2D-F1AAA055F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69119-5D51-45F3-932A-353A35E853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5215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600BF9-6CD1-1EA3-FECC-F9A4D9DDC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0931B8-3853-3E04-0BA5-7FE3004F39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69776F-229F-2BBD-D4D5-B0216BD63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77A99-C4EF-4540-8549-1C986A90365A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AFBB12-34D0-838B-C73D-FAA981D12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17B45A-E431-18EF-DBE9-081D41905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69119-5D51-45F3-932A-353A35E853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3969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06114F-AC37-7077-CA2C-D8948F6A4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C21D7B2-3D43-1A37-1A59-F2F2EFB802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E39376-EAC2-008A-D5B6-0DD26D303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77A99-C4EF-4540-8549-1C986A90365A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6C1FD2-5B08-AF11-CE7A-C97020BD8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9D7760-693C-CB03-3195-DD908ABFA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69119-5D51-45F3-932A-353A35E853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3995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01B906-53CA-3F3D-81C1-A9496D85F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708D4B-6AF4-00FB-FB0A-3708FAC095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DA8B06A-6594-CDDD-6296-36D720D3CA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9F8740F-3566-B099-005A-86CAE9ECA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77A99-C4EF-4540-8549-1C986A90365A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F93CBB7-5925-E42A-0ECD-8AA03E50D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126650B-EF83-5A3A-A141-A77953FD8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69119-5D51-45F3-932A-353A35E853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4886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5941B1-86F7-312F-3569-91311E85C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220500A-753B-D126-1E89-C5B46BF98A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B25FE11-90C2-CA16-1981-B61B0EB778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56034AC-BF0A-3B96-6CC5-A949AE3733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82442ED-D185-0C69-CFAC-742824CEDD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2B22E1C-C02B-6FA1-4F10-1AA81E842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77A99-C4EF-4540-8549-1C986A90365A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A762C5F-F4F3-8BED-F30C-F9BD2DF26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A62F08B-FB1E-6862-2988-E5BF6C835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69119-5D51-45F3-932A-353A35E853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4282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2C9D30-69BE-F67D-B8CE-6D9632DD3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BF249EC-3C03-8FCA-E100-B6B7256F9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77A99-C4EF-4540-8549-1C986A90365A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58DC84A-9D78-8676-5D8F-044405C5D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5E74AAC-7A63-7AC9-BEE7-9E3D321C3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69119-5D51-45F3-932A-353A35E853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2102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12DE6E1-0D32-AAAD-30AF-9892D880E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77A99-C4EF-4540-8549-1C986A90365A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039B59D-70A8-7B19-347A-8FDAB7CC7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AB3A7CA-330E-57DC-97E9-B82D611A0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69119-5D51-45F3-932A-353A35E853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968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606EB7-CA4F-49D1-1B52-7A5C0E372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3B68B3-73C2-672B-8E69-70301C8692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64BA0FE-3A63-3C65-E362-A63E07B39A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069E15B-EA6C-1412-1374-31C3002D1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77A99-C4EF-4540-8549-1C986A90365A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8188F42-2B97-24D1-F37F-0ADA6B7F4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7A5A91E-A921-DE63-485F-87B0EBBE7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69119-5D51-45F3-932A-353A35E853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2978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2CD0C0-D30B-D841-2E68-A98225679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1892101-01E2-9DD2-A0B0-52782C65C5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B1A9640-A0DD-A9B2-E1A4-CF2803B09D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9619E1B-4C8B-74B6-88E8-3057C8395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77A99-C4EF-4540-8549-1C986A90365A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18BDE3D-6D72-DCB4-C430-15B8C98C3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E19EAC9-3416-22D2-70EF-C2F72C1A3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69119-5D51-45F3-932A-353A35E853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4788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C09C0-CB7A-A43E-EB5F-3E2F3BC97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C5603-D980-BE30-7CB6-9325B05894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2C8BA67-D2AE-7B81-A9F8-886CAC4BE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77A99-C4EF-4540-8549-1C986A90365A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DE4D66-E63D-1C87-99F6-6DBECFFBE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CA6E49C-6612-FC28-BC1A-90050C006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69119-5D51-45F3-932A-353A35E853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7834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3104C1C-DE9B-A34E-A83E-3067331BCD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7EA1166-FF27-366D-2E43-7116CB09F8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0DD8EC-18C8-F8E1-7A22-E6B23CCA0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77A99-C4EF-4540-8549-1C986A90365A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99A1F7-9C19-1877-E48D-3B807F065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B7DFE6-0638-DBDE-AEBD-4FCA647D2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69119-5D51-45F3-932A-353A35E853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7490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3B4D828-4525-7981-2B61-D6A54978B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059745E-114F-A41E-9B08-6DEB2AD427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3593AA-BC3F-FDF8-CC84-BE9ABAD916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A77A99-C4EF-4540-8549-1C986A90365A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52FD14-78AF-FF8C-8119-13A9BE5A0E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3589D6C-22B3-9DB6-66E4-EAA0E8F8C1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A69119-5D51-45F3-932A-353A35E853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0653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8CE7E61-022D-727B-7287-0A36143A70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2032000"/>
            <a:ext cx="2857500" cy="1905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3577A3E-100A-A44D-9165-75977AA6A9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889250" y="2508250"/>
            <a:ext cx="2857500" cy="19050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57135C4-5EB3-F1AE-A7AD-BFC2FA4636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6223000" y="2032001"/>
            <a:ext cx="2857500" cy="19050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9715F8B-5246-5DFF-F230-2BF1831FF64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604250" y="2508250"/>
            <a:ext cx="28575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0393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2026-10-15T11:50:07Z</dcterms:created>
  <dcterms:modified xsi:type="dcterms:W3CDTF">2026-10-15T11:50:07Z</dcterms:modified>
</cp:coreProperties>
</file>