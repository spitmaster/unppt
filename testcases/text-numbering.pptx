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4A8A6-233D-F399-7257-7C08AB258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F38DF1-B8F7-CD1A-A89F-F539C5C73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F4EAF-65A2-A2B7-7F03-D9874176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1187D-1E49-9A53-1EA9-DD746156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268C3-03EB-C6C5-2B5B-032AA0C5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1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613B2-6677-582B-1D68-95FC8165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8C92D6-19B9-88C2-0F1B-C24EBB6F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92FB5C-80BF-6D09-114D-CFC33310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9A635-CD42-280A-D66F-88C02B91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0B14C3-0EC2-CA39-B493-0E725A1F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14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D0A01-B6B3-CC9C-D808-E1AAB082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FB4D4A-83E5-5628-42A0-7282CB63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7D3FB-CDE2-1373-CF64-BE05AFE7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23372-1FD7-4E57-14CC-F6D8CC74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5DA1E-8DC0-1494-6DF7-4A031314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04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9272C-D942-8785-2589-7805F78E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6F8DB-9D1F-47A6-D724-0E0A25C4E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71539-CD23-CF17-B984-A5B696231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59AC87-2CC1-76EE-D89E-7F10A751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95F412-EB95-4C32-0396-BF8248F7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DD2CCC-C8C4-5519-3703-A0E66341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72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3D3AC9-3F08-C0ED-44A2-ED89BB17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00AB4-FAD4-D2D1-EC8F-B406C886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85D4E4-27F7-43B2-669E-8056A2F5C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810DA6-B321-9DC4-7DE1-BFFA68291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D7C2CE-6E7D-4466-6530-4F2D9077F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F3808A-D74F-E249-72D0-501F57E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E537DF-0C48-EF75-CB3B-4396B18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42C0A1-3C8C-4BED-8143-E588C2C6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5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C9490-4358-B185-4A38-5C13C57C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D8F902-ED0B-053C-1960-641E1396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972E8F-7EF4-1DD7-4AB2-6A1BFB2F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BFAC8A-1A5B-7331-13E3-2083FD34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577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4C9CD-A0AF-CEAC-258B-EA3DCB85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2CCD18-EB7D-9A76-044F-BB7E2735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88DD9D-181D-857F-67C6-E1094510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3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130FE-BE3C-C163-9B23-54FD8791E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A1E97-E65E-8803-E7D8-D23521DDE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158C80-0886-983A-7D07-00F80E0D1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2FEFA-17E9-EF5A-3C6C-E081542F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EADB92-30E1-FA30-5656-D25E8314F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0DDC00-46E8-BC4F-34C6-7D23AD29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918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1C91F-C8FA-7515-0993-2F5C3470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44226F-0063-1380-0320-7B4011FFF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DD937C-FB5A-2F86-2052-5B174AAEF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1AA18E-8E41-0FB8-923D-8C2AF4BB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5B8C26-0991-A9D3-7D4B-034786CA5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79D245-C22A-F691-8787-05293DB0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23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0C500-D854-F88C-04C2-946638F33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91D91A-3DF7-1AFC-24AE-120BB5911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89F3AF-DFA1-B2F7-94E6-31CD3ABF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1FBA25-264A-5359-1891-E433080E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577E3-FF8A-A110-928C-10A10C84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38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B9EF6A-21FB-107E-F523-9FB1F9EAC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6D5643-55F4-2478-36FF-20842922E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217591-4C61-6B0E-1AC9-29046CF4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24615-C4FB-E552-EB6C-545FBF9D5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8B896-AFFE-B05F-CFCA-6437E6F40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83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825E0E-4AA9-0098-3BC4-DC178D1B1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EA733B-D185-392A-418C-AEB314FF0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E4572-2AD6-834D-41F1-C12332D55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E828C-1BDD-43AC-A85D-EB7AE5BC1E5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FC0B2-2701-6F99-43B2-AFA3AC494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EA082-396F-C2D0-D407-BCFC85D73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488-521E-4028-9E40-D5F6C1B1FB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CBFC49-19F8-8666-60D8-D132D3F109E8}"/>
              </a:ext>
            </a:extLst>
          </p:cNvPr>
          <p:cNvSpPr txBox="1"/>
          <p:nvPr/>
        </p:nvSpPr>
        <p:spPr>
          <a:xfrm>
            <a:off x="254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F529AE-D709-D83C-C4C9-CE18800CF20E}"/>
              </a:ext>
            </a:extLst>
          </p:cNvPr>
          <p:cNvSpPr txBox="1"/>
          <p:nvPr/>
        </p:nvSpPr>
        <p:spPr>
          <a:xfrm>
            <a:off x="4191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3F3E39-7C40-E224-4246-2AF8AF3581B1}"/>
              </a:ext>
            </a:extLst>
          </p:cNvPr>
          <p:cNvSpPr txBox="1"/>
          <p:nvPr/>
        </p:nvSpPr>
        <p:spPr>
          <a:xfrm>
            <a:off x="8128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8DBA4D-821B-4811-34F0-EC9E30D5805D}"/>
              </a:ext>
            </a:extLst>
          </p:cNvPr>
          <p:cNvSpPr txBox="1"/>
          <p:nvPr/>
        </p:nvSpPr>
        <p:spPr>
          <a:xfrm>
            <a:off x="254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0067C8-681B-91AD-0B49-9D49FC5A6FA1}"/>
              </a:ext>
            </a:extLst>
          </p:cNvPr>
          <p:cNvSpPr txBox="1"/>
          <p:nvPr/>
        </p:nvSpPr>
        <p:spPr>
          <a:xfrm>
            <a:off x="4191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Both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B8756D-F143-107F-D8E7-95C39EBCE80A}"/>
              </a:ext>
            </a:extLst>
          </p:cNvPr>
          <p:cNvSpPr txBox="1"/>
          <p:nvPr/>
        </p:nvSpPr>
        <p:spPr>
          <a:xfrm>
            <a:off x="8128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arenR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</p:spTree>
    <p:extLst>
      <p:ext uri="{BB962C8B-B14F-4D97-AF65-F5344CB8AC3E}">
        <p14:creationId xmlns:p14="http://schemas.microsoft.com/office/powerpoint/2010/main" val="3050813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0311BC-AE07-03AB-3A78-1A90DED7F96E}"/>
              </a:ext>
            </a:extLst>
          </p:cNvPr>
          <p:cNvSpPr txBox="1"/>
          <p:nvPr/>
        </p:nvSpPr>
        <p:spPr>
          <a:xfrm>
            <a:off x="254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Lc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1810B4-1512-47C5-215B-5DB4A3F1EC26}"/>
              </a:ext>
            </a:extLst>
          </p:cNvPr>
          <p:cNvSpPr txBox="1"/>
          <p:nvPr/>
        </p:nvSpPr>
        <p:spPr>
          <a:xfrm>
            <a:off x="4191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E79E04-8314-D3D6-7598-66062EC1A555}"/>
              </a:ext>
            </a:extLst>
          </p:cNvPr>
          <p:cNvSpPr txBox="1"/>
          <p:nvPr/>
        </p:nvSpPr>
        <p:spPr>
          <a:xfrm>
            <a:off x="8128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Both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4712B1-8EE1-972A-DDC9-0D1E0EBEC321}"/>
              </a:ext>
            </a:extLst>
          </p:cNvPr>
          <p:cNvSpPr txBox="1"/>
          <p:nvPr/>
        </p:nvSpPr>
        <p:spPr>
          <a:xfrm>
            <a:off x="254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LcParenR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995E30-2BC4-4C82-EC03-D0B0A29BED12}"/>
              </a:ext>
            </a:extLst>
          </p:cNvPr>
          <p:cNvSpPr txBox="1"/>
          <p:nvPr/>
        </p:nvSpPr>
        <p:spPr>
          <a:xfrm>
            <a:off x="4191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Both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E1E8B7-272F-30B1-7723-F98080B14FA1}"/>
              </a:ext>
            </a:extLst>
          </p:cNvPr>
          <p:cNvSpPr txBox="1"/>
          <p:nvPr/>
        </p:nvSpPr>
        <p:spPr>
          <a:xfrm>
            <a:off x="8128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lphaUcParenR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</p:spTree>
    <p:extLst>
      <p:ext uri="{BB962C8B-B14F-4D97-AF65-F5344CB8AC3E}">
        <p14:creationId xmlns:p14="http://schemas.microsoft.com/office/powerpoint/2010/main" val="164952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34DFDC-CADB-B659-FC24-02E72045D146}"/>
              </a:ext>
            </a:extLst>
          </p:cNvPr>
          <p:cNvSpPr txBox="1"/>
          <p:nvPr/>
        </p:nvSpPr>
        <p:spPr>
          <a:xfrm>
            <a:off x="254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arenBoth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C186AB-DAFC-F875-04A5-D5C8F1AC328C}"/>
              </a:ext>
            </a:extLst>
          </p:cNvPr>
          <p:cNvSpPr txBox="1"/>
          <p:nvPr/>
        </p:nvSpPr>
        <p:spPr>
          <a:xfrm>
            <a:off x="4191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7458EE-E8B6-C173-1945-D60D3363A75F}"/>
              </a:ext>
            </a:extLst>
          </p:cNvPr>
          <p:cNvSpPr txBox="1"/>
          <p:nvPr/>
        </p:nvSpPr>
        <p:spPr>
          <a:xfrm>
            <a:off x="8128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Both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B7337E-1CD9-017D-6C9D-D3CB697975CE}"/>
              </a:ext>
            </a:extLst>
          </p:cNvPr>
          <p:cNvSpPr txBox="1"/>
          <p:nvPr/>
        </p:nvSpPr>
        <p:spPr>
          <a:xfrm>
            <a:off x="254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romanUcParenR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63D0CA-C79B-62D8-23D4-7267713FB9D1}"/>
              </a:ext>
            </a:extLst>
          </p:cNvPr>
          <p:cNvSpPr txBox="1"/>
          <p:nvPr/>
        </p:nvSpPr>
        <p:spPr>
          <a:xfrm>
            <a:off x="4191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EFE621-6A55-3343-7D3A-D4B00529BBDC}"/>
              </a:ext>
            </a:extLst>
          </p:cNvPr>
          <p:cNvSpPr txBox="1"/>
          <p:nvPr/>
        </p:nvSpPr>
        <p:spPr>
          <a:xfrm>
            <a:off x="8128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s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</p:spTree>
    <p:extLst>
      <p:ext uri="{BB962C8B-B14F-4D97-AF65-F5344CB8AC3E}">
        <p14:creationId xmlns:p14="http://schemas.microsoft.com/office/powerpoint/2010/main" val="1201782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D39159-2CD7-F19B-44D4-92A5D3C88DAD}"/>
              </a:ext>
            </a:extLst>
          </p:cNvPr>
          <p:cNvSpPr txBox="1"/>
          <p:nvPr/>
        </p:nvSpPr>
        <p:spPr>
          <a:xfrm>
            <a:off x="254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Db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047071-003E-C944-F602-67C3A16E2CF4}"/>
              </a:ext>
            </a:extLst>
          </p:cNvPr>
          <p:cNvSpPr txBox="1"/>
          <p:nvPr/>
        </p:nvSpPr>
        <p:spPr>
          <a:xfrm>
            <a:off x="4191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White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32CAFD-DBED-1E69-F718-995B21B190F2}"/>
              </a:ext>
            </a:extLst>
          </p:cNvPr>
          <p:cNvSpPr txBox="1"/>
          <p:nvPr/>
        </p:nvSpPr>
        <p:spPr>
          <a:xfrm>
            <a:off x="8128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circleNumWdBlack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3424ACB-EF62-D6D3-7140-44EA7780A433}"/>
              </a:ext>
            </a:extLst>
          </p:cNvPr>
          <p:cNvSpPr txBox="1"/>
          <p:nvPr/>
        </p:nvSpPr>
        <p:spPr>
          <a:xfrm>
            <a:off x="254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5E3082-B021-D986-1C45-947C2625ACAF}"/>
              </a:ext>
            </a:extLst>
          </p:cNvPr>
          <p:cNvSpPr txBox="1"/>
          <p:nvPr/>
        </p:nvSpPr>
        <p:spPr>
          <a:xfrm>
            <a:off x="4191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Cht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292F8A-0712-ECD2-2B29-1E38BF4BE6AD}"/>
              </a:ext>
            </a:extLst>
          </p:cNvPr>
          <p:cNvSpPr txBox="1"/>
          <p:nvPr/>
        </p:nvSpPr>
        <p:spPr>
          <a:xfrm>
            <a:off x="8128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</p:spTree>
    <p:extLst>
      <p:ext uri="{BB962C8B-B14F-4D97-AF65-F5344CB8AC3E}">
        <p14:creationId xmlns:p14="http://schemas.microsoft.com/office/powerpoint/2010/main" val="300951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007423-3B51-6A02-A56A-32D559234906}"/>
              </a:ext>
            </a:extLst>
          </p:cNvPr>
          <p:cNvSpPr txBox="1"/>
          <p:nvPr/>
        </p:nvSpPr>
        <p:spPr>
          <a:xfrm>
            <a:off x="254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ea1JpnKor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84B4D7-8429-D6E7-AC4E-710942431DFD}"/>
              </a:ext>
            </a:extLst>
          </p:cNvPr>
          <p:cNvSpPr txBox="1"/>
          <p:nvPr/>
        </p:nvSpPr>
        <p:spPr>
          <a:xfrm>
            <a:off x="4191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lain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E4DE02-33A0-1350-E95F-63A783C59093}"/>
              </a:ext>
            </a:extLst>
          </p:cNvPr>
          <p:cNvSpPr txBox="1"/>
          <p:nvPr/>
        </p:nvSpPr>
        <p:spPr>
          <a:xfrm>
            <a:off x="8128000" y="2540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28600" indent="-228600">
              <a:buFont typeface="+mj-lt"/>
              <a:buAutoNum type="arabicDb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ADB913-56B9-25A3-CA80-C1AF6A018B5F}"/>
              </a:ext>
            </a:extLst>
          </p:cNvPr>
          <p:cNvSpPr txBox="1"/>
          <p:nvPr/>
        </p:nvSpPr>
        <p:spPr>
          <a:xfrm>
            <a:off x="254000" y="3492500"/>
            <a:ext cx="3810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2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3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4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5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6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7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8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9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10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11</a:t>
            </a:r>
            <a:r>
              <a:rPr lang="zh-CN" altLang="en-US" sz="1200"/>
              <a:t>项</a:t>
            </a:r>
          </a:p>
          <a:p>
            <a:pPr marL="285750" indent="-285750">
              <a:buFont typeface="+mj-lt"/>
              <a:buAutoNum type="ea1JpnChsDbPeriod"/>
            </a:pPr>
            <a:r>
              <a:rPr lang="zh-CN" altLang="en-US" sz="1200"/>
              <a:t>第</a:t>
            </a:r>
            <a:r>
              <a:rPr lang="en-US" altLang="zh-CN" sz="1200"/>
              <a:t>12</a:t>
            </a:r>
            <a:r>
              <a:rPr lang="zh-CN" altLang="en-US" sz="1200"/>
              <a:t>项</a:t>
            </a:r>
          </a:p>
        </p:txBody>
      </p:sp>
    </p:spTree>
    <p:extLst>
      <p:ext uri="{BB962C8B-B14F-4D97-AF65-F5344CB8AC3E}">
        <p14:creationId xmlns:p14="http://schemas.microsoft.com/office/powerpoint/2010/main" val="259271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Office PowerPoint</Application>
  <PresentationFormat>自定义</PresentationFormat>
  <Paragraphs>336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2026-10-14T07:29:01Z</dcterms:created>
  <dcterms:modified xsi:type="dcterms:W3CDTF">2026-10-14T07:29:01Z</dcterms:modified>
</cp:coreProperties>
</file>