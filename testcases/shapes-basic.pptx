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B1F20-9151-6088-D9B8-0BAF32505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DE38A3-1416-68E9-17E3-CF232B01F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E2740-3AA8-D812-ED96-A1AF3A1E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3A4867-6C6D-0B36-85CA-6027CE55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28114-A29C-E2F2-0949-0F32771D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9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C5859-2191-171B-72B2-24D5ABEE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BAF2C4-6A62-E257-4388-0C5F94630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4B361F-ECE8-2912-39E5-628774BA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7C6B0-9CD6-815C-5C81-1BC97CBD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CB2CB-DDC9-6765-D085-A95F2E4F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20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C23BA-8EAB-09AC-500A-E79A098B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CE7596-3E62-752C-6007-B98520011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2A726-BE0C-40EA-794E-B7CA6596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95E6D-2C85-1F00-60C6-9073B908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0920A-24CD-FBC9-DE0B-CE27BC3A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350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98A55-6AC6-9069-A962-56A029E7F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8F658-547C-2058-B5C3-22E356B9F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7C4223-2154-2CBC-70CA-6D7D95783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6C02C8-00BE-163E-1C3C-6E8E5646A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EA5416-8DD3-B430-AEBA-35D2CB8F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0BAB8C-F84F-35D9-9222-C5EA2658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12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60B6-D0F9-A4C8-02F3-8A26D929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891B1-BE37-0043-2192-BBE68791D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7ADDF7-3DAA-ACE2-4587-395E8776D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A1D473-385E-AE62-238C-F121DFF05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82F3D0-32F9-B690-2226-02604C422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F7A304-C88D-874F-036C-EBAC0D84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5DAC43-1DDA-696B-CB11-ADC7F418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01C238-78E1-B1FF-B302-C40D090F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47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3B1ED-0DC1-744D-3332-07798A9B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248845-159B-80A6-77AA-8760CF1C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D37D28-62DB-6294-D171-ACAC0B37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AF13F6-3932-4DF5-2C11-5D5C2615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98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25DC5E-D9F0-9E09-49FC-6310D269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8A9230-5078-8E1C-9ABD-5AEDBD99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395C5B-45D3-B7AE-E05F-4E6FE3A1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807EF-54BE-4A99-6813-FCA28110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E1377-C809-A316-5FF5-ED05FE87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A631AD-FC6F-E3E9-D06E-7DA6DDCB7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09F671-B7D7-0C95-55B1-1BD037DD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D6705-5130-F0A4-5EC6-B43C2DDA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56147-223F-C8FE-A674-E45F02D0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73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3F468-0287-39E0-5DEB-9126E5897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4E12D6-12FC-5469-66D5-E3DA12AAA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0552E5-82BA-56C6-75D3-55A0AE298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A378DC-8CFD-EC55-30B5-224896FE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916178-3D43-24C5-3106-7CE30791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1143D8-47B8-D6C7-6F64-C9328584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60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F1071-167E-1BBA-E053-3C54F536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011C8B-7A51-9A0A-2E8E-FE6D956FC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BA3AE-FDD4-8875-C7CB-43C07C67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5AAF2-10E2-2C56-8578-DC2581E2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402736-FD5E-992A-7B0B-33486A3E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18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8CF2FF-9509-84A3-36D0-7AC65B7A8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8E2A28-4686-2048-BA25-194ECCDFB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ECB89-634B-2D6A-1230-CB435AC6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3DC82-A13D-0BD9-04A9-E1860051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DECC9-5CCE-6466-1B36-1136C8DD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9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9DB2A9-9D43-2E8B-F101-4308E139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2B3879-EA1C-07B3-F23E-1F95442EC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9F23FB-EA0B-BEEF-3778-9DA0DE321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8DB28-338D-40C6-A14A-DE81F3F06FB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9020F-A8E2-9B41-3CA3-DE4615DE1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7474D-E42C-6A81-EC82-A45B72743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95A07-1FB1-474D-92D4-27A2A7DB5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66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FBE562-E03C-58A6-2E5A-C378F23FE797}"/>
              </a:ext>
            </a:extLst>
          </p:cNvPr>
          <p:cNvSpPr/>
          <p:nvPr/>
        </p:nvSpPr>
        <p:spPr>
          <a:xfrm>
            <a:off x="254000" y="254000"/>
            <a:ext cx="1270000" cy="1270000"/>
          </a:xfrm>
          <a:prstGeom prst="rect">
            <a:avLst/>
          </a:prstGeom>
          <a:solidFill>
            <a:srgbClr val="466E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3CA64C2-10F4-0709-FE7D-C846F5668A69}"/>
              </a:ext>
            </a:extLst>
          </p:cNvPr>
          <p:cNvSpPr/>
          <p:nvPr/>
        </p:nvSpPr>
        <p:spPr>
          <a:xfrm>
            <a:off x="1727200" y="254000"/>
            <a:ext cx="1270000" cy="1778000"/>
          </a:xfrm>
          <a:prstGeom prst="roundRect">
            <a:avLst/>
          </a:prstGeom>
          <a:solidFill>
            <a:srgbClr val="5D6E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1740BBE-7762-5219-DE06-09DA30A168A5}"/>
              </a:ext>
            </a:extLst>
          </p:cNvPr>
          <p:cNvSpPr/>
          <p:nvPr/>
        </p:nvSpPr>
        <p:spPr>
          <a:xfrm>
            <a:off x="3200400" y="254000"/>
            <a:ext cx="1270000" cy="1270000"/>
          </a:xfrm>
          <a:prstGeom prst="ellipse">
            <a:avLst/>
          </a:prstGeom>
          <a:solidFill>
            <a:srgbClr val="746E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1265BA6F-4A28-D971-26F6-DD7906324480}"/>
              </a:ext>
            </a:extLst>
          </p:cNvPr>
          <p:cNvSpPr/>
          <p:nvPr/>
        </p:nvSpPr>
        <p:spPr>
          <a:xfrm>
            <a:off x="4673600" y="254000"/>
            <a:ext cx="1270000" cy="1778000"/>
          </a:xfrm>
          <a:prstGeom prst="triangle">
            <a:avLst/>
          </a:prstGeom>
          <a:solidFill>
            <a:srgbClr val="8B6E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82C6F18A-0BBE-8141-05E3-59B5B7B681FA}"/>
              </a:ext>
            </a:extLst>
          </p:cNvPr>
          <p:cNvSpPr/>
          <p:nvPr/>
        </p:nvSpPr>
        <p:spPr>
          <a:xfrm>
            <a:off x="6146800" y="254000"/>
            <a:ext cx="1270000" cy="1270000"/>
          </a:xfrm>
          <a:prstGeom prst="rtTriangle">
            <a:avLst/>
          </a:prstGeom>
          <a:solidFill>
            <a:srgbClr val="A26E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109470A8-4356-2A8A-4FCA-1334766BED17}"/>
              </a:ext>
            </a:extLst>
          </p:cNvPr>
          <p:cNvSpPr/>
          <p:nvPr/>
        </p:nvSpPr>
        <p:spPr>
          <a:xfrm>
            <a:off x="7620000" y="254000"/>
            <a:ext cx="1270000" cy="1778000"/>
          </a:xfrm>
          <a:prstGeom prst="diamond">
            <a:avLst/>
          </a:prstGeom>
          <a:solidFill>
            <a:srgbClr val="B96E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587D54A7-9F63-FBAC-F6C6-9CAE49517B37}"/>
              </a:ext>
            </a:extLst>
          </p:cNvPr>
          <p:cNvSpPr/>
          <p:nvPr/>
        </p:nvSpPr>
        <p:spPr>
          <a:xfrm>
            <a:off x="9093200" y="254000"/>
            <a:ext cx="1270000" cy="1270000"/>
          </a:xfrm>
          <a:prstGeom prst="parallelogram">
            <a:avLst/>
          </a:prstGeom>
          <a:solidFill>
            <a:srgbClr val="D06E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id="{817F9DB5-D32A-B209-1566-31E5C371F817}"/>
              </a:ext>
            </a:extLst>
          </p:cNvPr>
          <p:cNvSpPr/>
          <p:nvPr/>
        </p:nvSpPr>
        <p:spPr>
          <a:xfrm>
            <a:off x="10566400" y="254000"/>
            <a:ext cx="1270000" cy="1778000"/>
          </a:xfrm>
          <a:prstGeom prst="trapezoid">
            <a:avLst/>
          </a:prstGeom>
          <a:solidFill>
            <a:srgbClr val="516E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五边形 9">
            <a:extLst>
              <a:ext uri="{FF2B5EF4-FFF2-40B4-BE49-F238E27FC236}">
                <a16:creationId xmlns:a16="http://schemas.microsoft.com/office/drawing/2014/main" id="{965C6361-C0BB-B901-36F3-0CAE716A105D}"/>
              </a:ext>
            </a:extLst>
          </p:cNvPr>
          <p:cNvSpPr/>
          <p:nvPr/>
        </p:nvSpPr>
        <p:spPr>
          <a:xfrm>
            <a:off x="254000" y="2413000"/>
            <a:ext cx="1270000" cy="1270000"/>
          </a:xfrm>
          <a:prstGeom prst="homePlate">
            <a:avLst/>
          </a:prstGeom>
          <a:solidFill>
            <a:srgbClr val="686E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C9CBB395-C2EE-25B0-4E52-F44699C72562}"/>
              </a:ext>
            </a:extLst>
          </p:cNvPr>
          <p:cNvSpPr/>
          <p:nvPr/>
        </p:nvSpPr>
        <p:spPr>
          <a:xfrm>
            <a:off x="1727200" y="2413000"/>
            <a:ext cx="1270000" cy="1778000"/>
          </a:xfrm>
          <a:prstGeom prst="chevron">
            <a:avLst/>
          </a:prstGeom>
          <a:solidFill>
            <a:srgbClr val="7F6E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八边形 11">
            <a:extLst>
              <a:ext uri="{FF2B5EF4-FFF2-40B4-BE49-F238E27FC236}">
                <a16:creationId xmlns:a16="http://schemas.microsoft.com/office/drawing/2014/main" id="{7E758499-A237-150F-77D4-7BDD6DCD6122}"/>
              </a:ext>
            </a:extLst>
          </p:cNvPr>
          <p:cNvSpPr/>
          <p:nvPr/>
        </p:nvSpPr>
        <p:spPr>
          <a:xfrm>
            <a:off x="3200400" y="2413000"/>
            <a:ext cx="1270000" cy="1270000"/>
          </a:xfrm>
          <a:prstGeom prst="octagon">
            <a:avLst/>
          </a:prstGeom>
          <a:solidFill>
            <a:srgbClr val="966E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BCF79B8E-6C3D-92B5-8FC6-1A93251187A6}"/>
              </a:ext>
            </a:extLst>
          </p:cNvPr>
          <p:cNvSpPr/>
          <p:nvPr/>
        </p:nvSpPr>
        <p:spPr>
          <a:xfrm>
            <a:off x="4673600" y="2413000"/>
            <a:ext cx="1270000" cy="1778000"/>
          </a:xfrm>
          <a:prstGeom prst="hexagon">
            <a:avLst/>
          </a:prstGeom>
          <a:solidFill>
            <a:srgbClr val="AD6E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9669853-E56E-DB1B-19AD-E3C5AA2C45B5}"/>
              </a:ext>
            </a:extLst>
          </p:cNvPr>
          <p:cNvSpPr/>
          <p:nvPr/>
        </p:nvSpPr>
        <p:spPr>
          <a:xfrm>
            <a:off x="6146800" y="2413000"/>
            <a:ext cx="1270000" cy="1270000"/>
          </a:xfrm>
          <a:prstGeom prst="rightArrow">
            <a:avLst/>
          </a:prstGeom>
          <a:solidFill>
            <a:srgbClr val="C46E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E46F674D-43AE-E2AA-6FD7-B4A2734EC4FF}"/>
              </a:ext>
            </a:extLst>
          </p:cNvPr>
          <p:cNvSpPr/>
          <p:nvPr/>
        </p:nvSpPr>
        <p:spPr>
          <a:xfrm>
            <a:off x="7620000" y="2413000"/>
            <a:ext cx="1270000" cy="1778000"/>
          </a:xfrm>
          <a:prstGeom prst="leftArrow">
            <a:avLst/>
          </a:prstGeom>
          <a:solidFill>
            <a:srgbClr val="DB6E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3D45C3CD-3E32-AAAE-A97A-A2D23EBA40F8}"/>
              </a:ext>
            </a:extLst>
          </p:cNvPr>
          <p:cNvSpPr/>
          <p:nvPr/>
        </p:nvSpPr>
        <p:spPr>
          <a:xfrm>
            <a:off x="9093200" y="2413000"/>
            <a:ext cx="1270000" cy="1270000"/>
          </a:xfrm>
          <a:prstGeom prst="upArrow">
            <a:avLst/>
          </a:prstGeom>
          <a:solidFill>
            <a:srgbClr val="5C6E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537D8FCA-9A84-9A6A-0AEF-25394771CAB5}"/>
              </a:ext>
            </a:extLst>
          </p:cNvPr>
          <p:cNvSpPr/>
          <p:nvPr/>
        </p:nvSpPr>
        <p:spPr>
          <a:xfrm>
            <a:off x="10566400" y="2413000"/>
            <a:ext cx="1270000" cy="1778000"/>
          </a:xfrm>
          <a:prstGeom prst="downArrow">
            <a:avLst/>
          </a:prstGeom>
          <a:solidFill>
            <a:srgbClr val="736E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451610BD-3C6A-9C4D-FDB2-785ECE957D25}"/>
              </a:ext>
            </a:extLst>
          </p:cNvPr>
          <p:cNvSpPr/>
          <p:nvPr/>
        </p:nvSpPr>
        <p:spPr>
          <a:xfrm>
            <a:off x="254000" y="4572000"/>
            <a:ext cx="1270000" cy="1270000"/>
          </a:xfrm>
          <a:prstGeom prst="leftRightArrow">
            <a:avLst/>
          </a:prstGeom>
          <a:solidFill>
            <a:srgbClr val="8A6E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91D95484-2AC2-FE6D-39B5-2A22FB5C132F}"/>
              </a:ext>
            </a:extLst>
          </p:cNvPr>
          <p:cNvSpPr/>
          <p:nvPr/>
        </p:nvSpPr>
        <p:spPr>
          <a:xfrm>
            <a:off x="1727200" y="4572000"/>
            <a:ext cx="1270000" cy="1778000"/>
          </a:xfrm>
          <a:prstGeom prst="star5">
            <a:avLst/>
          </a:prstGeom>
          <a:solidFill>
            <a:srgbClr val="A16E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过程 19">
            <a:extLst>
              <a:ext uri="{FF2B5EF4-FFF2-40B4-BE49-F238E27FC236}">
                <a16:creationId xmlns:a16="http://schemas.microsoft.com/office/drawing/2014/main" id="{209301D9-A988-5776-2E73-38EE59D91BF1}"/>
              </a:ext>
            </a:extLst>
          </p:cNvPr>
          <p:cNvSpPr/>
          <p:nvPr/>
        </p:nvSpPr>
        <p:spPr>
          <a:xfrm>
            <a:off x="3200400" y="4572000"/>
            <a:ext cx="1270000" cy="1270000"/>
          </a:xfrm>
          <a:prstGeom prst="flowChartProcess">
            <a:avLst/>
          </a:prstGeom>
          <a:solidFill>
            <a:srgbClr val="B86E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2A95C339-CC47-74B5-6E31-75F4AC1FFBBA}"/>
              </a:ext>
            </a:extLst>
          </p:cNvPr>
          <p:cNvSpPr/>
          <p:nvPr/>
        </p:nvSpPr>
        <p:spPr>
          <a:xfrm>
            <a:off x="4673600" y="4572000"/>
            <a:ext cx="1270000" cy="1778000"/>
          </a:xfrm>
          <a:prstGeom prst="round2SameRect">
            <a:avLst/>
          </a:prstGeom>
          <a:solidFill>
            <a:srgbClr val="CF6E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单圆角 21">
            <a:extLst>
              <a:ext uri="{FF2B5EF4-FFF2-40B4-BE49-F238E27FC236}">
                <a16:creationId xmlns:a16="http://schemas.microsoft.com/office/drawing/2014/main" id="{47186696-59BA-7FF1-352C-B49F1363AD47}"/>
              </a:ext>
            </a:extLst>
          </p:cNvPr>
          <p:cNvSpPr/>
          <p:nvPr/>
        </p:nvSpPr>
        <p:spPr>
          <a:xfrm>
            <a:off x="6146800" y="4572000"/>
            <a:ext cx="1270000" cy="1270000"/>
          </a:xfrm>
          <a:prstGeom prst="round1Rect">
            <a:avLst/>
          </a:prstGeom>
          <a:solidFill>
            <a:srgbClr val="506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对角圆角 22">
            <a:extLst>
              <a:ext uri="{FF2B5EF4-FFF2-40B4-BE49-F238E27FC236}">
                <a16:creationId xmlns:a16="http://schemas.microsoft.com/office/drawing/2014/main" id="{F0123752-99FC-335C-A0CB-95D23DD9E5F4}"/>
              </a:ext>
            </a:extLst>
          </p:cNvPr>
          <p:cNvSpPr/>
          <p:nvPr/>
        </p:nvSpPr>
        <p:spPr>
          <a:xfrm>
            <a:off x="7620000" y="4572000"/>
            <a:ext cx="1270000" cy="1778000"/>
          </a:xfrm>
          <a:prstGeom prst="round2DiagRect">
            <a:avLst/>
          </a:prstGeom>
          <a:solidFill>
            <a:srgbClr val="676E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剪去单角 23">
            <a:extLst>
              <a:ext uri="{FF2B5EF4-FFF2-40B4-BE49-F238E27FC236}">
                <a16:creationId xmlns:a16="http://schemas.microsoft.com/office/drawing/2014/main" id="{C84C5C04-348E-1FC6-4D2F-B7FC07DB0F97}"/>
              </a:ext>
            </a:extLst>
          </p:cNvPr>
          <p:cNvSpPr/>
          <p:nvPr/>
        </p:nvSpPr>
        <p:spPr>
          <a:xfrm>
            <a:off x="9093200" y="4572000"/>
            <a:ext cx="1270000" cy="1270000"/>
          </a:xfrm>
          <a:prstGeom prst="snip1Rect">
            <a:avLst/>
          </a:prstGeom>
          <a:solidFill>
            <a:srgbClr val="7E6E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剪去对角 24">
            <a:extLst>
              <a:ext uri="{FF2B5EF4-FFF2-40B4-BE49-F238E27FC236}">
                <a16:creationId xmlns:a16="http://schemas.microsoft.com/office/drawing/2014/main" id="{48832541-7FDA-991E-EE40-28A21D0009BB}"/>
              </a:ext>
            </a:extLst>
          </p:cNvPr>
          <p:cNvSpPr/>
          <p:nvPr/>
        </p:nvSpPr>
        <p:spPr>
          <a:xfrm>
            <a:off x="10566400" y="4572000"/>
            <a:ext cx="1270000" cy="1778000"/>
          </a:xfrm>
          <a:prstGeom prst="snip2DiagRect">
            <a:avLst/>
          </a:prstGeom>
          <a:solidFill>
            <a:srgbClr val="956E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83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2026-10-12T11:45:57Z</dcterms:created>
  <dcterms:modified xsi:type="dcterms:W3CDTF">2026-10-12T11:45:57Z</dcterms:modified>
</cp:coreProperties>
</file>