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A2-493E-9397-526F2F4E47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A2-493E-9397-526F2F4E477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8A2-493E-9397-526F2F4E47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5483039"/>
        <c:axId val="205476319"/>
      </c:barChart>
      <c:catAx>
        <c:axId val="205483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5476319"/>
        <c:crosses val="autoZero"/>
        <c:auto val="1"/>
        <c:lblAlgn val="ctr"/>
        <c:lblOffset val="100"/>
        <c:noMultiLvlLbl val="0"/>
      </c:catAx>
      <c:valAx>
        <c:axId val="20547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5483039"/>
        <c:crosses val="autoZero"/>
        <c:crossBetween val="between"/>
      </c:valAx>
      <c:spPr>
        <a:solidFill>
          <a:srgbClr val="C0C0C0"/>
        </a:solidFill>
        <a:ln>
          <a:solidFill>
            <a:srgbClr val="808080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rgbClr val="000000"/>
      </a:solidFill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C7-4BC0-8152-28E2ABD6C9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C7-4BC0-8152-28E2ABD6C9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C7-4BC0-8152-28E2ABD6C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7030303"/>
        <c:axId val="337033663"/>
      </c:lineChart>
      <c:catAx>
        <c:axId val="337030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37033663"/>
        <c:crosses val="autoZero"/>
        <c:auto val="1"/>
        <c:lblAlgn val="ctr"/>
        <c:lblOffset val="100"/>
        <c:noMultiLvlLbl val="0"/>
      </c:catAx>
      <c:valAx>
        <c:axId val="337033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37030303"/>
        <c:crosses val="autoZero"/>
        <c:crossBetween val="between"/>
      </c:valAx>
      <c:spPr>
        <a:solidFill>
          <a:srgbClr val="FFFAE6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rgbClr val="DEEBF7"/>
        </a:gs>
        <a:gs pos="100000">
          <a:srgbClr val="FFFFFF"/>
        </a:gs>
      </a:gsLst>
      <a:lin ang="5400000" scaled="1"/>
      <a:tileRect/>
    </a:gradFill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Sheet1!$A$2:$A$4</c:f>
              <c:numCache>
                <c:formatCode>General</c:formatCode>
                <c:ptCount val="3"/>
                <c:pt idx="0">
                  <c:v>0.7</c:v>
                </c:pt>
                <c:pt idx="1">
                  <c:v>1.8</c:v>
                </c:pt>
                <c:pt idx="2">
                  <c:v>2.6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2.7</c:v>
                </c:pt>
                <c:pt idx="1">
                  <c:v>3.2</c:v>
                </c:pt>
                <c:pt idx="2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B03-4828-80A5-E67075B5C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80188480"/>
        <c:axId val="344193311"/>
      </c:scatterChart>
      <c:valAx>
        <c:axId val="1680188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4193311"/>
        <c:crosses val="autoZero"/>
        <c:crossBetween val="midCat"/>
      </c:valAx>
      <c:valAx>
        <c:axId val="344193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0188480"/>
        <c:crosses val="autoZero"/>
        <c:crossBetween val="midCat"/>
      </c:valAx>
      <c:spPr>
        <a:solidFill>
          <a:srgbClr val="EBF1DE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gradFill flip="none" rotWithShape="1">
              <a:gsLst>
                <a:gs pos="0">
                  <a:srgbClr val="1E5AA0"/>
                </a:gs>
                <a:gs pos="100000">
                  <a:srgbClr val="A0D2FA"/>
                </a:gs>
              </a:gsLst>
              <a:lin ang="54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02-490B-A3E7-631712BF51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gradFill flip="none" rotWithShape="1">
              <a:gsLst>
                <a:gs pos="0">
                  <a:srgbClr val="C83C1E"/>
                </a:gs>
                <a:gs pos="100000">
                  <a:srgbClr val="FFC878"/>
                </a:gs>
              </a:gsLst>
              <a:lin ang="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02-490B-A3E7-631712BF51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02-490B-A3E7-631712BF51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44198111"/>
        <c:axId val="344198591"/>
      </c:barChart>
      <c:catAx>
        <c:axId val="34419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4198591"/>
        <c:crosses val="autoZero"/>
        <c:auto val="1"/>
        <c:lblAlgn val="ctr"/>
        <c:lblOffset val="100"/>
        <c:noMultiLvlLbl val="0"/>
      </c:catAx>
      <c:valAx>
        <c:axId val="34419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4419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gradFill flip="none" rotWithShape="1">
                <a:gsLst>
                  <a:gs pos="0">
                    <a:srgbClr val="288C3C"/>
                  </a:gs>
                  <a:gs pos="100000">
                    <a:srgbClr val="C8F0C8"/>
                  </a:gs>
                </a:gsLst>
                <a:lin ang="5400000" scaled="1"/>
                <a:tileRect/>
              </a:gra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615-467B-A807-AB664039113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15-467B-A807-AB66403911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79CA1-82FB-9F10-ED38-C16A604FC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F48A44-55A5-E91B-045A-105D66879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56AD05-AD41-C1CD-E115-4AE88447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4722E3-0795-500B-E260-CAC706EE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4CAA78-3223-AB84-7FDC-F79DE9DE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667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F15E8-F4CA-596A-BD86-2DC564BB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1639CA-E804-4FB2-6A9C-CE77AC2DC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E63A81-AA3C-2A12-5955-C2E28A6A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4BC54-E523-AC57-810D-956E207D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F37A3-FA27-B73C-5075-7A68BF95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48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BBB7F-B664-7C5C-D0E3-133170A6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CE3765-6D41-B68B-23DE-95B50DF8A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D9CE69-066D-4566-11D5-0DCE76BF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26F31-279E-89A6-5C9F-36F38DF8F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FFA30-48A2-BEAD-FAA6-49C01559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050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025C6-FF6D-DE83-B1F1-4F46C7D7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B024D-EF0B-9905-243C-C07037D53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37CAE9-94AA-EFD2-4B4C-CAEB0ABAF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7BD63D-D680-3F79-295A-855E2D19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13315B-2B4D-78EC-C4B4-A2867D09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ABFEBC-09C5-A17C-CDDF-73E5F54A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20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0797E-BD2B-004F-0E44-09D20222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506986-0325-1312-C8E9-C8FF90444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E7C48D-A021-B96E-0D39-D60629B0B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451469-C757-64D6-4B72-9EAD0BAF3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B81195E-56B7-FAD7-422C-106EFE5AB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C6F476-B461-32D4-9459-CADA045B6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D8F953-323D-B1FD-FB92-FD87E8AEE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2D4DB9-19C4-BCD5-E87D-2954A1E8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4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FE7B6-2CFC-3708-5713-4B3ADE24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7347F6-D005-47E7-F1C6-37C0ABB89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34724E-7F2A-B7CB-D4C5-748CF58A6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59BFBD-59A0-AE6F-4E58-700D1C37D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888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87FDD9-18E7-37D8-3CB9-3ABB7BBC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E675FD-9984-4295-80CE-C352ACB8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E676F-7F07-83B4-DD51-C4F14078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327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C1D82-8551-125B-1A89-DD23215C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48A103-33A8-E3F8-33CF-3E27A7106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F1E381-F7D9-4D4A-E500-DEDBB25AB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995013-1189-5CA1-A39C-EAA8BD9A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FCC905-FB3D-1E6B-2652-779E324D2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11558F-7E66-8398-49AB-F13C1DBA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12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90079-5F73-CD85-555D-87DAB7563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94246F0-98F0-3630-A9B0-128B43EAE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BA56F9-0F3D-6445-4A0B-56D5C70A7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0E555A-AB70-0C07-76A2-1029D4D5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A2BB71-2394-5853-BF47-A4C14603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E8BE8A-B0A5-A310-325B-FCF2A3B7E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26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1A1CDE-4F6E-4F56-B83A-6E9506F4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4B263D-00F4-1527-5156-0748879D1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0A2F4D-83F2-73D6-7D0E-DEEFD4B57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8859ED-8224-3D91-3002-A73CB295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4E590D-25D8-6DE5-1556-E1D79347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62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CC4CEE-BBAA-0C35-87D7-79B7615A3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213782-003F-7CEA-B022-E5F934B9F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09986D-1F0F-5C8B-094C-EACC6D6D0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790480-BB11-FB9A-540C-BEB164B12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ACB7A5-A96A-0DA3-D5BC-F6683076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14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FB12A7-17F5-F119-CED3-777A6B93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89FB4-94AC-14CC-2701-BD7545FEF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FBB7A-E335-88D8-368B-D85C81432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C24A8-F9FD-4E6D-9262-B054C6511475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0DECCB-14D0-D006-3034-AEF4A2160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7795B2-2B25-6536-38A2-9BB9AC608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9A03F-B064-404E-8677-51BF90BF94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3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8D676FE-3B6C-E45F-693A-9F6FF44ABD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35071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6DA09550-7A2B-EC0B-39FF-46DE92603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49534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62663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C1871E5E-EEFF-DB2F-1727-2DDB2C6332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6637103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DE2C674-AC87-62F1-D546-1902DFD11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5432391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3161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873030D3-7F67-46DD-D0D5-877E062C8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17479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8310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2026-10-13T21:30:39Z</dcterms:created>
  <dcterms:modified xsi:type="dcterms:W3CDTF">2026-10-13T21:30:39Z</dcterms:modified>
</cp:coreProperties>
</file>