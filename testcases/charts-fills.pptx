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29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74-43FE-B9E5-A882F3E8DC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674-43FE-B9E5-A882F3E8DC3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674-43FE-B9E5-A882F3E8DC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28807792"/>
        <c:axId val="1428810192"/>
      </c:barChart>
      <c:catAx>
        <c:axId val="14288077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28810192"/>
        <c:crosses val="autoZero"/>
        <c:auto val="1"/>
        <c:lblAlgn val="ctr"/>
        <c:lblOffset val="100"/>
        <c:noMultiLvlLbl val="0"/>
      </c:catAx>
      <c:valAx>
        <c:axId val="1428810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28807792"/>
        <c:crosses val="autoZero"/>
        <c:crossBetween val="between"/>
      </c:valAx>
      <c:spPr>
        <a:solidFill>
          <a:srgbClr val="C0C0C0"/>
        </a:solidFill>
        <a:ln>
          <a:solidFill>
            <a:srgbClr val="808080"/>
          </a:solidFill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rgbClr val="000000"/>
      </a:solidFill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90-4D9A-9B6F-C18CDB41FF1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490-4D9A-9B6F-C18CDB41FF1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490-4D9A-9B6F-C18CDB41FF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3026831"/>
        <c:axId val="23029231"/>
      </c:lineChart>
      <c:catAx>
        <c:axId val="230268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029231"/>
        <c:crosses val="autoZero"/>
        <c:auto val="1"/>
        <c:lblAlgn val="ctr"/>
        <c:lblOffset val="100"/>
        <c:noMultiLvlLbl val="0"/>
      </c:catAx>
      <c:valAx>
        <c:axId val="230292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3026831"/>
        <c:crosses val="autoZero"/>
        <c:crossBetween val="between"/>
      </c:valAx>
      <c:spPr>
        <a:solidFill>
          <a:srgbClr val="FFFAE6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rgbClr val="DEEBF7"/>
        </a:gs>
        <a:gs pos="100000">
          <a:srgbClr val="FFFFFF"/>
        </a:gs>
      </a:gsLst>
      <a:lin ang="5400000" scaled="1"/>
      <a:tileRect/>
    </a:gradFill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值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CC4-41FC-99F1-F9A639E53D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6744207"/>
        <c:axId val="26567359"/>
      </c:scatterChart>
      <c:valAx>
        <c:axId val="2674420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6567359"/>
        <c:crosses val="autoZero"/>
        <c:crossBetween val="midCat"/>
      </c:valAx>
      <c:valAx>
        <c:axId val="26567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6744207"/>
        <c:crosses val="autoZero"/>
        <c:crossBetween val="midCat"/>
      </c:valAx>
      <c:spPr>
        <a:solidFill>
          <a:srgbClr val="EBF1DE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0E3905-99EF-F370-F94C-EB4818725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8C1CC1-44CE-88D9-8B4F-1E2911AA7A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A37726-3270-7F52-F281-B9F0FA5B9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121DEB-ED25-F0C0-3EAF-31602066C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52FB3F-294E-FA83-C745-81193EA28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3119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A5BF45-6A3C-5837-B82D-90034940B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BCB37F-B353-CC43-E495-2C9D8A41DB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8143E5-37FF-6442-6268-5501BDA2D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9CFD6E-ED5F-5F57-458C-4C2275E5D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EEC5CD-6708-4991-6DBE-B24630565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8822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061724-224F-F4E1-6CA5-0ABAA1579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0552517-0BDE-0CC4-46F2-A902BDC61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C4082D-DCB8-DB65-A55A-13D81DD97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86DFC3-6ED5-F573-015E-41F487A79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7C0998-6DDF-146B-0012-CACC9C655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4959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4808C6-694A-5F9F-FE06-13C9FCDEA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44D8F5-944B-FF33-A0D4-B6A343DB8F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7349A99-B428-1678-BC80-6848385763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3C7F33-72C1-6EDB-5C20-8A4DDEA0B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6B508E-11F3-63E9-11AD-555D99222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965AA56-0EF0-4660-7BAF-A4A4F0749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4596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3CA0DD-2745-440D-8BCD-739CA227B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18836B6-E2A5-CD99-4EEE-2ADECF6DF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D1476DE-580E-C507-C925-DC23969C11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011922E-CA3A-907E-C184-117659C485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48C8987-3F53-D1A4-69E5-A9F42ABB37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3233EF2-E4D0-4E29-BB4C-421A0CA44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87A1ECB-0248-022D-49EB-AE907D83E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8690275-204B-6C86-8AE9-251744276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2599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C22165-E4C6-DD12-AA12-307116D2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EEC5CD-2A37-477B-85BC-F376AC632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B352CF6-C6B8-056A-7415-B81DA4CA4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A45AF0D-B55B-ACBD-DA11-418F1F7F9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076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BFFF15A-9560-204B-44F3-5D0AEB527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5423A63-2D53-F625-C6E1-8E933F66C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566ACBE-0695-36D7-BA3D-01BAF8028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2083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CE3622-5C46-0D76-4D7C-98D55F68B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9C2160-05E7-DCB0-28D8-AFCEA8E406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D57FF-763C-B7B9-2C1F-2C1B0A9AE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16D28D-F270-BFDB-F749-E4E23DF1C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B49FFE3-FD0E-FA2C-69A4-3CD882A29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CF643F-8595-F963-0E60-0788409AE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8680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EE92F2-792B-BA6F-F1E0-87E172BB5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683FD7B-6802-6220-EAB2-58754BDA1F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1176851-CB0A-9EA5-17D1-AA72D0C9F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799E192-0C41-42CF-AF78-CD1DC464C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62941D2-F6F4-D441-A80E-070044276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723B2D5-CD1C-C801-23E1-96D6D6E0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3185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B1809C-59FE-9131-8B1A-1779F8D3D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8851B1-F2D0-2B1C-71DF-8746D9A12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13215C-C2C8-030D-AB9E-8238AD285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8955B5-3B2B-CE33-CC13-17AF8CB65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2B546F-0C77-1BDE-DAD5-A2CA8FCF9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2955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788A301-6513-1570-EE57-48BF4E3F02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16CE6A-BECA-2316-0EBA-86987FBA1D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E3FE30C-1C14-6778-60B4-2A96A7DD5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13A363-59F0-05D3-8FE9-C201BD3CC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166C9-85D5-518C-5FEF-BC40E082C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837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6BB5354-50A8-B9B3-FB60-8457C8790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C990EE-6B7B-77B4-7725-22515CFA8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7377A6F-0BFD-EDE1-B038-69F65A039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A68783-71C6-44C0-96E1-E0D80588316A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8FB357-16A0-06DB-2B88-2E4C025CC1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934483-8DA9-CCD2-D149-8C8EA9CA75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2DEA8F-B415-412B-82A1-26334B4613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3407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031E8596-E1B5-8783-B744-A9C591BFF3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46956659"/>
              </p:ext>
            </p:extLst>
          </p:nvPr>
        </p:nvGraphicFramePr>
        <p:xfrm>
          <a:off x="254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C3B8EDAD-5320-8480-FF36-D520AD2D4A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29013283"/>
              </p:ext>
            </p:extLst>
          </p:nvPr>
        </p:nvGraphicFramePr>
        <p:xfrm>
          <a:off x="6223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00872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88F6E0F8-9D04-25FA-DF96-651D0722EE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06342498"/>
              </p:ext>
            </p:extLst>
          </p:nvPr>
        </p:nvGraphicFramePr>
        <p:xfrm>
          <a:off x="254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70549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自定义</PresentationFormat>
  <Paragraphs>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2026-10-13T21:23:10Z</dcterms:created>
  <dcterms:modified xsi:type="dcterms:W3CDTF">2026-10-13T21:23:10Z</dcterms:modified>
</cp:coreProperties>
</file>