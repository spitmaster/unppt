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69-431D-8100-106714B4E4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69-431D-8100-106714B4E4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69-431D-8100-106714B4E4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3724176"/>
        <c:axId val="1663720816"/>
      </c:barChart>
      <c:catAx>
        <c:axId val="1663724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63720816"/>
        <c:crosses val="autoZero"/>
        <c:auto val="1"/>
        <c:lblAlgn val="ctr"/>
        <c:lblOffset val="100"/>
        <c:noMultiLvlLbl val="0"/>
      </c:catAx>
      <c:valAx>
        <c:axId val="166372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63724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37-4E29-93A4-C06FA702BF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37-4E29-93A4-C06FA702BF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37-4E29-93A4-C06FA702BF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11673631"/>
        <c:axId val="311674111"/>
      </c:barChart>
      <c:catAx>
        <c:axId val="3116736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1674111"/>
        <c:crosses val="autoZero"/>
        <c:auto val="1"/>
        <c:lblAlgn val="ctr"/>
        <c:lblOffset val="100"/>
        <c:noMultiLvlLbl val="0"/>
      </c:catAx>
      <c:valAx>
        <c:axId val="3116741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16736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44-41D6-9A32-B6E5553501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44-41D6-9A32-B6E5553501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044-41D6-9A32-B6E5553501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7368975"/>
        <c:axId val="317368015"/>
      </c:barChart>
      <c:catAx>
        <c:axId val="317368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7368015"/>
        <c:crosses val="autoZero"/>
        <c:auto val="1"/>
        <c:lblAlgn val="ctr"/>
        <c:lblOffset val="100"/>
        <c:noMultiLvlLbl val="0"/>
      </c:catAx>
      <c:valAx>
        <c:axId val="317368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7368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FE-43F3-8B9B-867D7DE770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FE-43F3-8B9B-867D7DE770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FE-43F3-8B9B-867D7DE770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18483279"/>
        <c:axId val="318486639"/>
      </c:barChart>
      <c:catAx>
        <c:axId val="318483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8486639"/>
        <c:crosses val="autoZero"/>
        <c:auto val="1"/>
        <c:lblAlgn val="ctr"/>
        <c:lblOffset val="100"/>
        <c:noMultiLvlLbl val="0"/>
      </c:catAx>
      <c:valAx>
        <c:axId val="3184866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84832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A1-4416-8A81-40D5EDDB82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A1-4416-8A81-40D5EDDB821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A1-4416-8A81-40D5EDDB8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8856415"/>
        <c:axId val="318857375"/>
      </c:barChart>
      <c:catAx>
        <c:axId val="318856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8857375"/>
        <c:crosses val="autoZero"/>
        <c:auto val="1"/>
        <c:lblAlgn val="ctr"/>
        <c:lblOffset val="100"/>
        <c:noMultiLvlLbl val="0"/>
      </c:catAx>
      <c:valAx>
        <c:axId val="3188573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8856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800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3F-4EFC-8BB2-D054DAE7A0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3F-4EFC-8BB2-D054DAE7A0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63F-4EFC-8BB2-D054DAE7A0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16482111"/>
        <c:axId val="316482591"/>
      </c:barChart>
      <c:catAx>
        <c:axId val="3164821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6482591"/>
        <c:crosses val="autoZero"/>
        <c:auto val="1"/>
        <c:lblAlgn val="ctr"/>
        <c:lblOffset val="100"/>
        <c:noMultiLvlLbl val="0"/>
      </c:catAx>
      <c:valAx>
        <c:axId val="316482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6482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800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2C17F-6D7F-15BB-7986-63FC39E9C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57A693-CBD5-6495-8874-6A5A75907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007344-6ED8-F736-185E-0FD4EF153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FB3B-9A0F-45D5-9DB9-619EFE72E47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A853B5-F099-4201-F620-7F8678946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D0DC24-E720-3800-9C2B-E85740E3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E4B8C-7746-464A-A9FD-5CAB39545B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958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A7B51-FE77-5611-75C6-406DDFD84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50844A-0620-D339-BCA9-C2AFCD827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4F703-CFA5-BF8F-703B-B21BD6833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FB3B-9A0F-45D5-9DB9-619EFE72E47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32AF6E-8C97-D97E-6ED1-40E923C35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074C5A-95B0-7351-3747-9DC7A5EE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E4B8C-7746-464A-A9FD-5CAB39545B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11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5ED24-990D-6670-6CD0-D0E9DF2CB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EEF254-4FFA-E1B2-28EC-1B974C89D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7E40B-191E-95B3-4AF9-1604CE607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FB3B-9A0F-45D5-9DB9-619EFE72E47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ABC63-B4FF-5EDA-A4C6-575A59FE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4A3929-EB7F-C650-9A34-894107D7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E4B8C-7746-464A-A9FD-5CAB39545B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522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DC3D7-27B7-734F-9C42-3A46A382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E15AE9-6240-B42D-F94E-32377B62C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55E927-BA0A-66D6-FEAF-42FD119F6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D94E53-1E89-C21E-7530-5A37754A4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FB3B-9A0F-45D5-9DB9-619EFE72E47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EB0D4A-39EE-FBE6-E843-AE1247E55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0C22EB-29A4-126B-C4EC-CC5CE82C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E4B8C-7746-464A-A9FD-5CAB39545B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090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7F05E-0B49-78E1-288D-757C725B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6A5E0D-E921-56F1-F708-9CE437B2C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4DCB3A-BDD7-7DE2-8462-C48F32FC6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68DBE6-1056-90C0-6A5B-92E0F5573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6D18B4-3095-FF4A-CB2C-DF0F368DC9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BAC240-080E-C061-A65C-D9141672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FB3B-9A0F-45D5-9DB9-619EFE72E47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0C9D87-F2BC-AD41-3AE3-E83D8CE51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0E01C2-6B1F-8F45-39C9-F08BB3A6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E4B8C-7746-464A-A9FD-5CAB39545B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136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D5157-29FD-4A91-3247-02E8A85E6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EF4C7C-D0E7-8FCD-F043-11425CF64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FB3B-9A0F-45D5-9DB9-619EFE72E47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B0E4B2-0FE2-B5D1-BDEE-5682BE620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A745DE-A4FF-F406-CB0C-594710604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E4B8C-7746-464A-A9FD-5CAB39545B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666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D5BA93-62CD-E304-F290-7D45A81EE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FB3B-9A0F-45D5-9DB9-619EFE72E47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EA4D2D-FCD5-CFB5-A6AF-6AF852AC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05D3CB-082B-3ED5-2856-5329B1E1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E4B8C-7746-464A-A9FD-5CAB39545B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85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C3AD9-4C64-0D0B-B753-5C110BC8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67E8C8-07EC-EA58-1EE4-86D6FC05C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BEAFC5-E943-E995-3F46-9491F27F4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82AB26-D150-413B-101E-E4415DC47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FB3B-9A0F-45D5-9DB9-619EFE72E47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F748B5-3FD7-1812-DC70-A4448B8D2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2CF47-6D27-A304-9FAB-9B799897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E4B8C-7746-464A-A9FD-5CAB39545B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516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0EDFE-15C9-0A84-8D7D-65B152AE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445DD1-9935-F443-9F94-886F894382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892D80-A588-9B1D-F811-1F65A2642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708A7A-AEF7-48FC-F9CF-87B15E90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FB3B-9A0F-45D5-9DB9-619EFE72E47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C18DF0-F387-1DF6-0B9A-E2D916C11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FD801E-E464-82CF-F22F-3838B90C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E4B8C-7746-464A-A9FD-5CAB39545B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97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46496-5B90-DDE6-DD06-ECF9FB480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778DEC-437C-CBDE-B8B2-7D15008FA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210730-6D3E-0469-1068-82C7A9531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FB3B-9A0F-45D5-9DB9-619EFE72E47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D8CC40-EF15-EBBC-5922-503727FD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544BD5-E1B3-65D8-F714-069E59691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E4B8C-7746-464A-A9FD-5CAB39545B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447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FB319C-51A0-D485-7926-4A4E9EB36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A60AFF-8804-0AF0-29B5-8AC297BF3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3043E7-E199-E3FD-04A8-9221B95B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FB3B-9A0F-45D5-9DB9-619EFE72E47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549061-D636-4163-E175-BC011BDDE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E316F4-6B2F-6192-6896-27D67D58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E4B8C-7746-464A-A9FD-5CAB39545B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937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93C3D09-A286-DA88-EA92-33178EABB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F4FDB2-FF85-6030-BB9E-533086421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5735DF-8513-C34F-CEC7-6C9C42114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AFB3B-9A0F-45D5-9DB9-619EFE72E47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78A769-E226-36CF-A380-282D3C2F1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7D8CC7-8A9B-6C9D-8F9F-18FDA7C93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E4B8C-7746-464A-A9FD-5CAB39545B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40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916CC719-C12F-1B7F-7649-F7E2FCFFE3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8341106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917C48F7-DA8A-B6A7-1015-D4D46EE1BD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8284976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33017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F8F1C85B-27F5-F461-4955-29F87C7016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637088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26273EFF-14E3-96CD-1D3F-FC58D714BD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2019970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33863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3FA0A6FD-92E1-767B-B0EE-0358275943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7428302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8D3A53E0-401E-5BD9-143C-BB3EF0B83A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7921704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69485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2026-10-13T07:12:08Z</dcterms:created>
  <dcterms:modified xsi:type="dcterms:W3CDTF">2026-10-13T07:12:08Z</dcterms:modified>
</cp:coreProperties>
</file>