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42468-C930-0EEE-18A6-01638C2AA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976F3B-5764-ADA6-94F5-CBAAFE373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3EC789-B8A5-19F3-EB80-DF852ACB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0202-BD9B-48E1-A2AB-8B85A5DC986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49B036-F32E-F027-9DD7-0C26D46CB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280335-C8A8-66CD-86BA-D0A5F8BD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3D0E-1C7E-402F-B3D0-E12DFCEF2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52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B3022-62EF-9627-A4A0-FDFD8E6D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A2C89F-F413-2A8F-5020-2F216EAEE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2CE9A8-294E-D0FF-4B35-21602F2EC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0202-BD9B-48E1-A2AB-8B85A5DC986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493BDB-AA97-107F-7A18-414C0AA20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B96F8E-FF34-3608-1CC9-AB02BC22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3D0E-1C7E-402F-B3D0-E12DFCEF2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53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1F6DB-B0DC-FBFC-0EEC-C98A542E8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664752-5CF7-A270-1852-C4246798A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861B8D-3BF7-8413-88C3-C470B8250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0202-BD9B-48E1-A2AB-8B85A5DC986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1D5C14-17E1-314E-5346-035816AB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0C4B6E-56FF-66C2-D11D-175707FD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3D0E-1C7E-402F-B3D0-E12DFCEF2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946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04782-88F8-03EF-F510-E6B21ACF1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8BBF76-8DB0-26C9-7E94-E869DE035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E1F64F-C852-2D9E-228F-19C0BF626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24B773-ACC6-311E-A5D2-947CAB06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0202-BD9B-48E1-A2AB-8B85A5DC986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45C08A-FFCF-C634-10E2-FA293EFC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C24BB3-EFD0-2642-C728-B87ECA40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3D0E-1C7E-402F-B3D0-E12DFCEF2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791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07FE68-D102-0BB6-460D-3AE491E8A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E66A2A-76AC-6896-D3D4-5C4087E70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42E082-7595-9119-F156-FBC48114C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A361A4-B69F-E222-0494-740989D98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EDE9DC-21A4-7EAD-4309-230C4E575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89FC71-ED17-FEED-3ECD-912B1ACC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0202-BD9B-48E1-A2AB-8B85A5DC986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B9873D-B95B-4456-84CC-456D1FBB2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4476E1-EE34-9EF5-3181-A46598CAD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3D0E-1C7E-402F-B3D0-E12DFCEF2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73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18BD3-440D-34D5-1C2B-54E65D471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C02694-275E-7E1A-8CE6-0F405F6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0202-BD9B-48E1-A2AB-8B85A5DC986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AC8328-E928-B85B-C9EB-828EE4C7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778FF2-89EA-E7BE-1E74-AF76B958B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3D0E-1C7E-402F-B3D0-E12DFCEF2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810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F6DAC6-18F4-ADEF-A167-91B089F1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0202-BD9B-48E1-A2AB-8B85A5DC986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B9AE2C-0AD4-3647-A533-49D4A1A14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F213F2-F60A-2469-DDF0-22ACBE17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3D0E-1C7E-402F-B3D0-E12DFCEF2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194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FBAD6-5D27-9E1F-999A-BC38FBAD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C80B29-D621-E247-BBF4-982873F38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BD1BF1-2EB2-BB64-AA95-07B3605AD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936845-0712-226F-4E30-8B1669FF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0202-BD9B-48E1-A2AB-8B85A5DC986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0D1F1E-01BE-FDE4-6237-49C300C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BABD94-2E10-6BE4-B8D3-BE456232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3D0E-1C7E-402F-B3D0-E12DFCEF2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521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AC72D-856A-730F-4491-974BAA195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EB3B59-94AE-096C-ACEF-D8AFD8A00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46CFE7-55BB-D0B8-C864-671FE0DE2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675D09-5A2B-65C7-E518-EAAC5C0B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0202-BD9B-48E1-A2AB-8B85A5DC986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BF58B9-BEED-1FD5-A841-45CD7684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63AA5E-FE1F-1D9F-6E7B-58435F25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3D0E-1C7E-402F-B3D0-E12DFCEF2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465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49B67-B711-A205-F150-ABD506DF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D4CA8A-0BAA-86CC-E916-04E23671D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F79FA6-D853-C748-0D31-57EC4865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0202-BD9B-48E1-A2AB-8B85A5DC986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7239FD-C7B9-EA89-AB64-F18FBE2BF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164494-944E-8C66-F4F1-03D50F27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3D0E-1C7E-402F-B3D0-E12DFCEF2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9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34BC21-259F-2AAA-40D8-7D5553D78F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CDAB77-C5EF-DAEE-F378-069947E5B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D56077-5A64-B87E-F49B-C90CC1AAA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0202-BD9B-48E1-A2AB-8B85A5DC986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789A14-E858-C773-0D6E-7FFE9787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B5168A-DBFD-A58B-40D4-A20EDF35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3D0E-1C7E-402F-B3D0-E12DFCEF2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73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367862-81D8-88D3-0051-47BA8ECF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551E36-DA19-94B0-AD5E-FC7ED11B9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7A5F6-5F84-8E7E-0672-7D29CB2D7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A0202-BD9B-48E1-A2AB-8B85A5DC986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58460A-A0EE-AF3E-E2FC-7EFFFA822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6B4D35-6F78-970D-4EC0-95C37D2DC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33D0E-1C7E-402F-B3D0-E12DFCEF2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78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9CE8911-1C3B-1FE7-C923-486FD0B1D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057525"/>
              </p:ext>
            </p:extLst>
          </p:nvPr>
        </p:nvGraphicFramePr>
        <p:xfrm>
          <a:off x="381000" y="508000"/>
          <a:ext cx="3683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80346522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492188771"/>
                    </a:ext>
                  </a:extLst>
                </a:gridCol>
              </a:tblGrid>
              <a:tr h="381000">
                <a:tc rowSpan="2">
                  <a:txBody>
                    <a:bodyPr/>
                    <a:lstStyle/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1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2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3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4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5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6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7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8</a:t>
                      </a:r>
                      <a:r>
                        <a:rPr lang="zh-CN" altLang="en-US" sz="1400"/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52404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8627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52015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487188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586ADB7-ADC6-39B8-D0B7-C88311827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777882"/>
              </p:ext>
            </p:extLst>
          </p:nvPr>
        </p:nvGraphicFramePr>
        <p:xfrm>
          <a:off x="4318000" y="508000"/>
          <a:ext cx="3683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1002490298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3987569422"/>
                    </a:ext>
                  </a:extLst>
                </a:gridCol>
              </a:tblGrid>
              <a:tr h="381000">
                <a:tc rowSpan="2">
                  <a:txBody>
                    <a:bodyPr/>
                    <a:lstStyle/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1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2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3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4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5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6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7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8</a:t>
                      </a:r>
                      <a:r>
                        <a:rPr lang="zh-CN" altLang="en-US" sz="1400"/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右格</a:t>
                      </a:r>
                    </a:p>
                    <a:p>
                      <a:r>
                        <a:rPr lang="zh-CN" altLang="en-US" sz="1400"/>
                        <a:t>右格</a:t>
                      </a:r>
                    </a:p>
                    <a:p>
                      <a:r>
                        <a:rPr lang="zh-CN" altLang="en-US" sz="1400"/>
                        <a:t>右格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056724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184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18216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87405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C74F7B0-5AE5-A3A4-30FB-11A1DE507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320024"/>
              </p:ext>
            </p:extLst>
          </p:nvPr>
        </p:nvGraphicFramePr>
        <p:xfrm>
          <a:off x="8255000" y="508000"/>
          <a:ext cx="3683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4009302606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377534467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161411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1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2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3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4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5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6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7</a:t>
                      </a:r>
                      <a:r>
                        <a:rPr lang="zh-CN" altLang="en-US" sz="1400"/>
                        <a:t>行</a:t>
                      </a:r>
                    </a:p>
                    <a:p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8</a:t>
                      </a:r>
                      <a:r>
                        <a:rPr lang="zh-CN" altLang="en-US" sz="1400"/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91236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83816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35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604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自定义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2026-10-15T16:12:43Z</dcterms:created>
  <dcterms:modified xsi:type="dcterms:W3CDTF">2026-10-15T16:12:43Z</dcterms:modified>
</cp:coreProperties>
</file>