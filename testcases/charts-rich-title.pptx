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42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/>
            </a:pPr>
            <a:r>
              <a:rPr lang="zh-CN" altLang="en-US" sz="1200" b="1"/>
              <a:t>run 写粗体 12 磅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甲乙</c:v>
                </c:pt>
                <c:pt idx="1">
                  <c:v>丙丁</c:v>
                </c:pt>
                <c:pt idx="2">
                  <c:v>戊己</c:v>
                </c:pt>
                <c:pt idx="3">
                  <c:v>庚辛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42</c:v>
                </c:pt>
                <c:pt idx="2">
                  <c:v>79</c:v>
                </c:pt>
                <c:pt idx="3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D67-47FC-8B12-D16BB023B6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0201855"/>
        <c:axId val="170199935"/>
      </c:barChart>
      <c:catAx>
        <c:axId val="1702018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70199935"/>
        <c:crosses val="autoZero"/>
        <c:auto val="1"/>
        <c:lblAlgn val="ctr"/>
        <c:lblOffset val="100"/>
        <c:noMultiLvlLbl val="0"/>
      </c:catAx>
      <c:valAx>
        <c:axId val="1701999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7020185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320" b="1">
                <a:solidFill>
                  <a:srgbClr val="C00000"/>
                </a:solidFill>
              </a:defRPr>
            </a:pPr>
            <a:r>
              <a:rPr lang="zh-CN" altLang="en-US"/>
              <a:t>段落写 13.2 磅粗体红色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甲乙</c:v>
                </c:pt>
                <c:pt idx="1">
                  <c:v>丙丁</c:v>
                </c:pt>
                <c:pt idx="2">
                  <c:v>戊己</c:v>
                </c:pt>
                <c:pt idx="3">
                  <c:v>庚辛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42</c:v>
                </c:pt>
                <c:pt idx="2">
                  <c:v>79</c:v>
                </c:pt>
                <c:pt idx="3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F68-4E4C-9390-82D46B13CC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0596063"/>
        <c:axId val="170592703"/>
      </c:barChart>
      <c:catAx>
        <c:axId val="17059606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70592703"/>
        <c:crosses val="autoZero"/>
        <c:auto val="1"/>
        <c:lblAlgn val="ctr"/>
        <c:lblOffset val="100"/>
        <c:noMultiLvlLbl val="0"/>
      </c:catAx>
      <c:valAx>
        <c:axId val="1705927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7059606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/>
            </a:pPr>
            <a:r>
              <a:rPr lang="zh-CN" altLang="en-US" sz="1200" b="1"/>
              <a:t>run 写粗体 12 磅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甲乙</c:v>
                </c:pt>
                <c:pt idx="1">
                  <c:v>丙丁</c:v>
                </c:pt>
                <c:pt idx="2">
                  <c:v>戊己</c:v>
                </c:pt>
                <c:pt idx="3">
                  <c:v>庚辛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42</c:v>
                </c:pt>
                <c:pt idx="2">
                  <c:v>79</c:v>
                </c:pt>
                <c:pt idx="3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BE3-4FBE-BBEB-428F590E3F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7770959"/>
        <c:axId val="177770479"/>
      </c:barChart>
      <c:catAx>
        <c:axId val="17777095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77770479"/>
        <c:crosses val="autoZero"/>
        <c:auto val="1"/>
        <c:lblAlgn val="ctr"/>
        <c:lblOffset val="100"/>
        <c:noMultiLvlLbl val="0"/>
      </c:catAx>
      <c:valAx>
        <c:axId val="17777047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/>
                </a:pPr>
                <a:r>
                  <a:rPr lang="zh-CN" altLang="en-US" sz="1400" b="1">
                    <a:solidFill>
                      <a:srgbClr val="0070C0"/>
                    </a:solidFill>
                  </a:rPr>
                  <a:t>轴标题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7777095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/>
            </a:pPr>
            <a:r>
              <a:rPr lang="zh-CN" altLang="en-US" sz="2000" b="0">
                <a:latin typeface="KaiTi"/>
                <a:ea typeface="KaiTi"/>
              </a:rPr>
              <a:t>楷体 20 磅标题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甲乙</c:v>
                </c:pt>
                <c:pt idx="1">
                  <c:v>丙丁</c:v>
                </c:pt>
                <c:pt idx="2">
                  <c:v>戊己</c:v>
                </c:pt>
                <c:pt idx="3">
                  <c:v>庚辛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42</c:v>
                </c:pt>
                <c:pt idx="2">
                  <c:v>79</c:v>
                </c:pt>
                <c:pt idx="3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E27-4A90-971E-F5BE9FF31AB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7776719"/>
        <c:axId val="177778639"/>
      </c:barChart>
      <c:catAx>
        <c:axId val="1777767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77778639"/>
        <c:crosses val="autoZero"/>
        <c:auto val="1"/>
        <c:lblAlgn val="ctr"/>
        <c:lblOffset val="100"/>
        <c:noMultiLvlLbl val="0"/>
      </c:catAx>
      <c:valAx>
        <c:axId val="17777863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7777671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/>
            </a:pPr>
            <a:r>
              <a:rPr lang="zh-CN" altLang="en-US"/>
              <a:t>什么都没写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甲乙</c:v>
                </c:pt>
                <c:pt idx="1">
                  <c:v>丙丁</c:v>
                </c:pt>
                <c:pt idx="2">
                  <c:v>戊己</c:v>
                </c:pt>
                <c:pt idx="3">
                  <c:v>庚辛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42</c:v>
                </c:pt>
                <c:pt idx="2">
                  <c:v>79</c:v>
                </c:pt>
                <c:pt idx="3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B72-4A97-9F34-6D88463ED8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0202815"/>
        <c:axId val="170597023"/>
      </c:barChart>
      <c:catAx>
        <c:axId val="1702028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70597023"/>
        <c:crosses val="autoZero"/>
        <c:auto val="1"/>
        <c:lblAlgn val="ctr"/>
        <c:lblOffset val="100"/>
        <c:noMultiLvlLbl val="0"/>
      </c:catAx>
      <c:valAx>
        <c:axId val="1705970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7020281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/>
            </a:pPr>
            <a:r>
              <a:rPr lang="zh-CN" altLang="en-US"/>
              <a:t>图表文字 8 磅绿色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甲乙</c:v>
                </c:pt>
                <c:pt idx="1">
                  <c:v>丙丁</c:v>
                </c:pt>
                <c:pt idx="2">
                  <c:v>戊己</c:v>
                </c:pt>
                <c:pt idx="3">
                  <c:v>庚辛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42</c:v>
                </c:pt>
                <c:pt idx="2">
                  <c:v>79</c:v>
                </c:pt>
                <c:pt idx="3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8CC-4672-8D06-F32DA3CB76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0591263"/>
        <c:axId val="170594143"/>
      </c:barChart>
      <c:catAx>
        <c:axId val="17059126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70594143"/>
        <c:crosses val="autoZero"/>
        <c:auto val="1"/>
        <c:lblAlgn val="ctr"/>
        <c:lblOffset val="100"/>
        <c:noMultiLvlLbl val="0"/>
      </c:catAx>
      <c:valAx>
        <c:axId val="1705941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7059126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800">
          <a:solidFill>
            <a:srgbClr val="00B050"/>
          </a:solidFill>
        </a:defRPr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59D1C3-661E-33B4-B2D8-431A036D60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DF8355E-005A-5BD9-16C0-4E72C2DB6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2A0393F-2D38-3118-884A-0C9D50EBA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09D85-8452-4871-9CA9-7CA4445F191F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0DB918-552D-C0AC-4C9C-871D7EA8B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47E992-9308-A8CE-27E8-7401861A8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A0B0F-31C0-4818-B466-ED921EFEC1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9255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C4FDC3-DD5F-B65F-6630-055E60987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DF1812A-D1DC-1A47-83D7-1C676335F6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C8B1E61-169E-0F29-43E6-B24B4A961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09D85-8452-4871-9CA9-7CA4445F191F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216467F-465E-C450-CC0B-C0C2734AE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B75A696-958E-1D3D-19AB-6963BA0F5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A0B0F-31C0-4818-B466-ED921EFEC1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6064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B41FF3-A34E-C97F-E929-B2F94A51A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E6B55B0-63BC-183A-D0F7-ABE56EACAB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D5DAC98-4513-C5F8-445E-B39CF9D05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09D85-8452-4871-9CA9-7CA4445F191F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84450DC-DC3C-1F6F-71DF-5D8737B72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1AD644-3ACE-ECDA-D7AA-CFF7FA594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A0B0F-31C0-4818-B466-ED921EFEC1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0029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8D8450-64FD-B3F0-9227-37EDF2DF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FA2A51-FC98-2AAD-C4C4-4FA8AB7796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F570D24-732A-DDDD-1B00-2EF9410447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AFC064E-FBB0-88E1-F848-DAAFEF197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09D85-8452-4871-9CA9-7CA4445F191F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8722157-71DC-1F6F-2823-5DE3F191A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61B73A9-2653-D4B0-B603-0FC779700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A0B0F-31C0-4818-B466-ED921EFEC1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017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8DD395-EF0C-D6BD-A5ED-C56C7F68E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3C4D6A4-F2FB-1ABC-34EA-8617C0251C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2BD7C34-18F9-9516-AE3D-CB36186747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637521F-9F1B-7BA1-F166-5805F28957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54D0937-31DB-59EE-701D-D1153E53C2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138EEDB-79A0-D29E-6E9B-EE503BBAF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09D85-8452-4871-9CA9-7CA4445F191F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00D6D7A-C0C8-425C-4EE5-116A102E7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36F702F-E27E-E099-8E9E-FFFDE9C5D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A0B0F-31C0-4818-B466-ED921EFEC1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0472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58AA60-1CEC-CAA7-C71C-AB36FA422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9B5A5E5-0783-2033-A60D-B12101A04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09D85-8452-4871-9CA9-7CA4445F191F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D9294C0-1E7D-B5DF-1C3D-139258415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63A8CDF-73E9-F231-B24E-718F4610F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A0B0F-31C0-4818-B466-ED921EFEC1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8689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1CF73F3-E880-D1E0-89D7-B43C0E738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09D85-8452-4871-9CA9-7CA4445F191F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8CD3416-E7B1-5AB8-290F-799826AEA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9789CEF-CB11-A412-0A47-BFDA4CFED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A0B0F-31C0-4818-B466-ED921EFEC1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8387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AC4A20-A827-36CA-A180-FAF1BC9E3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FC53324-6207-4999-806E-B71FCBD750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2D90A54-62BB-24FC-05F0-A255CE9748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A1F207C-411F-22D0-6E0F-72E999F27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09D85-8452-4871-9CA9-7CA4445F191F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023CC2B-FCC9-4B0F-D229-4A46A2BE2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5C2C98E-E67B-EB10-373A-61C7B4BCB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A0B0F-31C0-4818-B466-ED921EFEC1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8420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9BF246-AEC7-33E6-8C34-4574170D6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9FD36D6-3519-E5EB-816A-20442C4DAC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AD02024-BC10-B0B4-A7C3-95A3943876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C7B3038-B533-99ED-E226-89D28D598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09D85-8452-4871-9CA9-7CA4445F191F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5D25055-6FCD-ADD5-ACE0-52373C1B0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382777D-D40D-21EE-8941-99131CA3C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A0B0F-31C0-4818-B466-ED921EFEC1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03917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F2E6F6-5265-FBE7-8C5B-3B59F69C5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7F3345F-15CB-1F86-E8CC-C9E468CBEC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4D34C5C-203F-2811-52FA-2D7561618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09D85-8452-4871-9CA9-7CA4445F191F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9C4C99A-F9CC-B635-9863-5C42CD935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5F461F9-B9EB-F348-187B-DD4CBF66D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A0B0F-31C0-4818-B466-ED921EFEC1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2981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B9BDB26-A0B8-87F7-1BC9-6BB1FC4C6E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98D4370-D8FB-10E2-C49C-898D047847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1ED462-8F8F-9106-71BC-914619929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09D85-8452-4871-9CA9-7CA4445F191F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ADE75CB-BA4A-8D35-1E77-E43CD36F9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5479139-1DAD-695F-2DA4-4FA1A27DF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A0B0F-31C0-4818-B466-ED921EFEC1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154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0C4DA32-C876-184F-C0D0-AE9C40197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0B63F92-1812-A8C3-A9F9-2087C34A2B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13E1009-FBF3-BD5F-000E-14A05B4839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309D85-8452-4871-9CA9-7CA4445F191F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783B83-E127-F698-7847-83B83B8F6D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B9EA46-DB81-0C72-8B1B-E784152069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5A0B0F-31C0-4818-B466-ED921EFEC1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2915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7" Type="http://schemas.openxmlformats.org/officeDocument/2006/relationships/chart" Target="../charts/chart6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Relationship Id="rId6" Type="http://schemas.openxmlformats.org/officeDocument/2006/relationships/chart" Target="../charts/chart5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8A69F581-F4BF-6E6B-79C2-920CA7B0F8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24795122"/>
              </p:ext>
            </p:extLst>
          </p:nvPr>
        </p:nvGraphicFramePr>
        <p:xfrm>
          <a:off x="127000" y="127000"/>
          <a:ext cx="3810000" cy="317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4FC849E1-3558-1366-5F5C-00CBCE4F9AD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71128666"/>
              </p:ext>
            </p:extLst>
          </p:nvPr>
        </p:nvGraphicFramePr>
        <p:xfrm>
          <a:off x="4127500" y="127000"/>
          <a:ext cx="3810000" cy="317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图表 3">
            <a:extLst>
              <a:ext uri="{FF2B5EF4-FFF2-40B4-BE49-F238E27FC236}">
                <a16:creationId xmlns:a16="http://schemas.microsoft.com/office/drawing/2014/main" id="{DAEB0B5D-6414-1C66-BE03-B72D792F4F6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20208093"/>
              </p:ext>
            </p:extLst>
          </p:nvPr>
        </p:nvGraphicFramePr>
        <p:xfrm>
          <a:off x="8128000" y="127000"/>
          <a:ext cx="3810000" cy="317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" name="图表 4">
            <a:extLst>
              <a:ext uri="{FF2B5EF4-FFF2-40B4-BE49-F238E27FC236}">
                <a16:creationId xmlns:a16="http://schemas.microsoft.com/office/drawing/2014/main" id="{6058F0A2-B4B3-F065-DB71-9F9B5BB9EE4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76702391"/>
              </p:ext>
            </p:extLst>
          </p:nvPr>
        </p:nvGraphicFramePr>
        <p:xfrm>
          <a:off x="127000" y="3492500"/>
          <a:ext cx="3810000" cy="317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6" name="图表 5">
            <a:extLst>
              <a:ext uri="{FF2B5EF4-FFF2-40B4-BE49-F238E27FC236}">
                <a16:creationId xmlns:a16="http://schemas.microsoft.com/office/drawing/2014/main" id="{2A85E4D2-3879-B47F-41C5-6E9BFB109F6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15407428"/>
              </p:ext>
            </p:extLst>
          </p:nvPr>
        </p:nvGraphicFramePr>
        <p:xfrm>
          <a:off x="4127500" y="3492500"/>
          <a:ext cx="3810000" cy="317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7" name="图表 6">
            <a:extLst>
              <a:ext uri="{FF2B5EF4-FFF2-40B4-BE49-F238E27FC236}">
                <a16:creationId xmlns:a16="http://schemas.microsoft.com/office/drawing/2014/main" id="{D4EDD6C7-4F28-53B8-4003-BE17E39CD53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81853444"/>
              </p:ext>
            </p:extLst>
          </p:nvPr>
        </p:nvGraphicFramePr>
        <p:xfrm>
          <a:off x="8128000" y="3492500"/>
          <a:ext cx="3810000" cy="317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extLst>
      <p:ext uri="{BB962C8B-B14F-4D97-AF65-F5344CB8AC3E}">
        <p14:creationId xmlns:p14="http://schemas.microsoft.com/office/powerpoint/2010/main" val="41001067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</Words>
  <Application>Microsoft Office PowerPoint</Application>
  <PresentationFormat>自定义</PresentationFormat>
  <Paragraphs>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2026-10-19T02:01:51Z</dcterms:created>
  <dcterms:modified xsi:type="dcterms:W3CDTF">2026-10-19T02:01:51Z</dcterms:modified>
</cp:coreProperties>
</file>