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20A78-2F22-E0D7-12A4-635D04383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BC4BDD-CD8F-DD93-F4BB-7DD747DE5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EB03D-F358-2994-A897-D7C129B5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D5BE4D-4B22-DD89-6BE0-6D0A70DE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C5134-521E-EBCA-7808-9D69BC2C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39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77A8E-C693-BCA7-DCFE-CCC8D30F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A55A6-F806-2705-04FA-FF0110CAD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CC207-9D02-0EB7-FC0F-B5F15ABA9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79599-2E8B-C0C9-FA6B-CBD32366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1F5D38-65F0-7C4A-6833-F58B309F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47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1E985-F484-C5AC-85E7-1D4CFA30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6A477-CAE4-E8B0-6DEE-09049837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5E7502-03AF-6033-8B30-762C224F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1B59F-ECD3-6ECE-6F6A-DB966306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DDFB1-684A-EDC3-F5A1-F4343119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10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4EC04-499F-6AA9-4BDC-94D4F19A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C41DE-8371-DD14-C55F-ADF65417C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51A1DE-2AFB-1BBD-B925-9E5D3D524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A62367-E07C-A3DB-83BA-48B60548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9B4756-FDDF-4F68-BF47-704DB868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BAEE45-F5D3-3B25-64CF-F9413689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11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08D66-B7B1-709C-CFB8-443B0D8C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0C2C8B-9E52-D9FF-7F6D-015FBA86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8C2F3D-03DE-F0F0-3B78-D6F1327F9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2644EC-793F-CDB6-CB13-EFED3C6AD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FFFE9E-D265-A532-2C79-C8E4443E0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BD85E5-30EA-C643-DFE8-70CE0480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CE398B-10EE-A044-75B8-F555C3FE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AC1EB5-0B54-72B0-F01C-27861790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9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71C38-16FD-7EE6-8087-8B926AD58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7C7A6B-BAFB-093F-D6CC-3709C179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4961D1-80E3-094A-5AE6-93FDD5A6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3F7DA5-F1D8-6119-4DF8-CF85D26D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14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1EC1A2-6ACE-24E8-E604-EC01C61A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3F429-C9AC-7C33-73F4-5FC9F521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2153D4-0256-513E-4DDF-8BBAA5CB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18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C7266-425B-77A1-E8FC-24953E0F0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071BA8-4976-E56E-79CE-17F29E7E7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D27D58-B769-A604-329D-EC186AE79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936BF6-D880-B14A-B037-92221DA2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E527E-721B-B186-1665-65AAE50F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4E9C4E-FC60-1A2C-0D92-03753F0A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5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74AA0-CD74-68B9-987B-1582BD11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99832D-92A0-F898-3C7F-E57E521B7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415219-F169-377F-DC1C-ACE02ECD6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84BC35-FC69-6B89-2843-E6B43E2F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739770-6F6D-2417-C7DB-B82D7964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649E2A-8309-91AC-228A-C655B194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19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07AD3-9935-97B5-919A-8ADEF5BE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D6FA3-1755-E3A3-1333-DC4820535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EA5065-0FE4-14F5-B402-B023B2F0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6F146-0DAB-2632-970F-E7696159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F3DBED-581F-EAAD-F840-5B9954A4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55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3CD99B-1306-398E-7E71-E9BD54447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550789-1FA6-E324-2A57-0EF770282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C1882-634B-899C-A0AB-978C1197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AFD5C3-AAEF-E984-BCF2-B5D7B280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B28D5-18B3-9729-D872-0D29C2E7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82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160A8-D686-6F9B-44B3-846BE8E5D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05EA8E-0CA0-FE11-7543-1138FFF8F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B174A4-60FC-F076-6F51-346E4427D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5BFB9-4D69-44EA-823E-67802C4DE859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5BB82-851F-3BB4-77E2-82F2D8FCA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15CE91-9A27-E61D-E9CC-667847859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58EE7-4128-4C07-98C5-52DA004AB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37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040A8C-60A0-3340-B9D7-A83CF01A7DA0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524000"/>
            <a:ext cx="5715000" cy="32131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4A933E-93A4-2F31-32B1-4E6728F65CCD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524000"/>
            <a:ext cx="5715000" cy="32131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105066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2026-10-12T14:23:38Z</dcterms:created>
  <dcterms:modified xsi:type="dcterms:W3CDTF">2026-10-12T14:23:38Z</dcterms:modified>
</cp:coreProperties>
</file>