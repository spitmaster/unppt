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94DB6-F439-ADFB-18AF-BF68FEAE6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1AE978-D215-9F1D-342D-EE2F369BF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65DAA-CF7B-F654-6426-0B7E9F62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A9DCF-026F-9189-7031-291B98EE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5A3C6-CB85-5AD5-9CE2-4F640124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06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62E43-CA7B-B84B-ADFC-A0FE4359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7C5F3-F25E-D87F-17F3-61A519FDD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CBE0E3-7DF2-EAC1-3046-52BF301A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988526-46B1-6F14-46F5-1C8320B5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78A60E-ECB0-FE0E-2277-FC75C39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4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71CC0-AF03-E3D0-0BDA-C3E778AD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89F4E-817B-AAA5-6660-D6F919F9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60666-EB0D-6BC7-02E8-9CA48420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5EF79-7D20-D9CC-8179-3C55C76A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E8610-5012-9F39-A0F5-368EA686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66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64DBF-F1BA-7E77-0442-60C7858D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7C1EC-0EAF-E30B-F9BD-84417D7E0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F43876-A9BE-5E5A-FD75-112688D81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45C5D8-6AED-3C01-13EF-6DE79739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AB419E-10FC-B59A-F3E9-CF86F6DD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926609-BEFA-C6C9-1D3A-D0A5A105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0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47E08-C4C8-E772-408E-D2927675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E53895-F2DE-275B-0691-FE5BCB267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CF3D07-AC8D-969F-B8DF-FB68E8414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99B839-A333-079A-D0E7-0F8708A17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E3713A-E5AB-5ADC-9EA1-4298A197C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C266BE-6641-D89E-1245-F4FAB051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EFBF9B-F61F-1191-05B6-EE1EF30B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E68761-2CEA-0CD0-830E-C2923BA8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40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E7927-482F-772B-AC27-C51E8674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C7F045-8C8E-7749-2762-7E332B1D5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032BD9-28CE-3BD0-B045-E7E02FCD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A9CB29-EC13-8867-FE62-88420E3F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50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0CE859-EBE8-B58B-1C4D-68131E94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606309-D690-2539-6C6E-E19A7110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DD8C0-6832-25B3-4AD0-A912FCDA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24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0F4A9-2D49-707F-A42C-56DBD111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7AAB6-8686-C9AB-A8B4-70BF91831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E628FB-C676-C9A2-6B0B-590EBAEC2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9DB635-D46E-5DE8-BAE9-5A18F3C2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A24786-DC9B-5394-93E9-C6644BD3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D430BE-94C7-AA43-8C8A-9CE21B97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00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E8855-FB54-4A78-2EE7-9BB39B5D4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A41A7C-6652-70DD-E3F8-0B14CA0DE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AFF2B0-1D98-C491-EDF2-5AD44EC83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702C0E-6283-F9D4-0FE7-A6238F9E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1C3BB0-C2EB-7691-7E1F-2438A0D9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51019B-3157-BE79-64D3-8BC86DCF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21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0FE6D-7E10-2C34-F19A-24FA688A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75CB41-3008-C9C8-467F-2FA93F87B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1E67A-A3C4-D4E5-0604-B5958C7A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B68630-86F2-B1F5-4BA1-E23ACFCB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D1252-8A77-FF15-A3A3-F767055C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83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F91086-C87B-0B9E-7171-A88124027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75225D-C58B-EDE5-2F74-E17DE3EA4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FEF24-F82C-6081-CC9C-613B24D9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FA37A-6221-EDE6-EAF7-4B790501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8426BC-553F-44C9-5712-2028FF2F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04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644AD6-0A3A-876A-3A8B-C51B61C4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9E6542-0058-42D8-49F7-382B8B68B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E72CA-4961-843E-51B8-3B31301BC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AB731-0908-47A5-984B-388A0973908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5189F-666C-86B9-1609-9637FE463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08967A-A550-4989-A6CC-16ED3A160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51AD8-6AE0-424D-8BCB-2D29A0506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29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79F1C09-DD07-2C40-D9F1-BC44BAF5A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244178"/>
              </p:ext>
            </p:extLst>
          </p:nvPr>
        </p:nvGraphicFramePr>
        <p:xfrm>
          <a:off x="1016000" y="1016000"/>
          <a:ext cx="790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790514" imgH="533464" progId="Package">
                  <p:embed/>
                </p:oleObj>
              </mc:Choice>
              <mc:Fallback>
                <p:oleObj name="包装程序外壳对象" showAsIcon="1" r:id="rId2" imgW="790514" imgH="533464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6000" y="1016000"/>
                        <a:ext cx="790575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866A3B3-08A2-36A1-B054-D7B2518DC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590685"/>
              </p:ext>
            </p:extLst>
          </p:nvPr>
        </p:nvGraphicFramePr>
        <p:xfrm>
          <a:off x="5638800" y="3013075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914400" imgH="828521" progId="Package">
                  <p:embed/>
                </p:oleObj>
              </mc:Choice>
              <mc:Fallback>
                <p:oleObj name="包装程序外壳对象" showAsIcon="1" r:id="rId4" imgW="914400" imgH="82852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38800" y="3013075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C49D1A3-009D-8DFD-3696-B1319DD660B0}"/>
              </a:ext>
            </a:extLst>
          </p:cNvPr>
          <p:cNvSpPr txBox="1"/>
          <p:nvPr/>
        </p:nvSpPr>
        <p:spPr>
          <a:xfrm>
            <a:off x="1016000" y="5080000"/>
            <a:ext cx="1016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嵌入对象：左边按内容显示，右边显示成图标</a:t>
            </a:r>
          </a:p>
        </p:txBody>
      </p:sp>
    </p:spTree>
    <p:extLst>
      <p:ext uri="{BB962C8B-B14F-4D97-AF65-F5344CB8AC3E}">
        <p14:creationId xmlns:p14="http://schemas.microsoft.com/office/powerpoint/2010/main" val="373233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程序包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2026-10-15T06:26:51Z</dcterms:created>
  <dcterms:modified xsi:type="dcterms:W3CDTF">2026-10-15T06:26:51Z</dcterms:modified>
</cp:coreProperties>
</file>