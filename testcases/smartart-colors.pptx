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423643-22B6-4729-A3B3-D4A5332E652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B41CEACE-C1AE-4269-B533-5CC0C80A373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8E2AC572-7F92-4C71-AF26-0D973DA927FF}" type="parTrans" cxnId="{A1D3F9C8-E7FC-4F8D-B77D-AFDEE7E34D3B}">
      <dgm:prSet/>
      <dgm:spPr/>
      <dgm:t>
        <a:bodyPr/>
        <a:lstStyle/>
        <a:p>
          <a:endParaRPr lang="zh-CN" altLang="en-US"/>
        </a:p>
      </dgm:t>
    </dgm:pt>
    <dgm:pt modelId="{49F60C23-8BC3-4F98-9B8D-39AFD3E44B53}" type="sibTrans" cxnId="{A1D3F9C8-E7FC-4F8D-B77D-AFDEE7E34D3B}">
      <dgm:prSet/>
      <dgm:spPr/>
      <dgm:t>
        <a:bodyPr/>
        <a:lstStyle/>
        <a:p>
          <a:endParaRPr lang="zh-CN" altLang="en-US"/>
        </a:p>
      </dgm:t>
    </dgm:pt>
    <dgm:pt modelId="{D5FCD4EE-AE43-4B8D-9AEC-7BE3C4DAF6FD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5C98AB2C-E8BE-449E-9347-7B99FF1587C2}" type="parTrans" cxnId="{2085C36F-961F-4D3F-AFFF-7E4FC48BD8C3}">
      <dgm:prSet/>
      <dgm:spPr/>
      <dgm:t>
        <a:bodyPr/>
        <a:lstStyle/>
        <a:p>
          <a:endParaRPr lang="zh-CN" altLang="en-US"/>
        </a:p>
      </dgm:t>
    </dgm:pt>
    <dgm:pt modelId="{29242C86-B0FC-4F0C-ADF3-27A45751F756}" type="sibTrans" cxnId="{2085C36F-961F-4D3F-AFFF-7E4FC48BD8C3}">
      <dgm:prSet/>
      <dgm:spPr/>
      <dgm:t>
        <a:bodyPr/>
        <a:lstStyle/>
        <a:p>
          <a:endParaRPr lang="zh-CN" altLang="en-US"/>
        </a:p>
      </dgm:t>
    </dgm:pt>
    <dgm:pt modelId="{7D082F37-BF9E-4A17-8752-717694B10D16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F934A835-36BD-4813-A5F1-854663BA0EAE}" type="parTrans" cxnId="{B55CB64F-8982-4BCE-9FA5-FB25047E1E1D}">
      <dgm:prSet/>
      <dgm:spPr/>
      <dgm:t>
        <a:bodyPr/>
        <a:lstStyle/>
        <a:p>
          <a:endParaRPr lang="zh-CN" altLang="en-US"/>
        </a:p>
      </dgm:t>
    </dgm:pt>
    <dgm:pt modelId="{3F12B659-5F6A-416C-BCB1-BE495798532C}" type="sibTrans" cxnId="{B55CB64F-8982-4BCE-9FA5-FB25047E1E1D}">
      <dgm:prSet/>
      <dgm:spPr/>
      <dgm:t>
        <a:bodyPr/>
        <a:lstStyle/>
        <a:p>
          <a:endParaRPr lang="zh-CN" altLang="en-US"/>
        </a:p>
      </dgm:t>
    </dgm:pt>
    <dgm:pt modelId="{CB5CCBE6-E23B-4157-9EC6-4D327CED981F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8A5E80D4-4B22-44F4-AC43-44766CEE89C6}" type="parTrans" cxnId="{8DDC0712-A595-4406-A317-9C40FD14DD83}">
      <dgm:prSet/>
      <dgm:spPr/>
      <dgm:t>
        <a:bodyPr/>
        <a:lstStyle/>
        <a:p>
          <a:endParaRPr lang="zh-CN" altLang="en-US"/>
        </a:p>
      </dgm:t>
    </dgm:pt>
    <dgm:pt modelId="{4668C3A3-11A6-40A5-86CC-87B07D22C2B6}" type="sibTrans" cxnId="{8DDC0712-A595-4406-A317-9C40FD14DD83}">
      <dgm:prSet/>
      <dgm:spPr/>
      <dgm:t>
        <a:bodyPr/>
        <a:lstStyle/>
        <a:p>
          <a:endParaRPr lang="zh-CN" altLang="en-US"/>
        </a:p>
      </dgm:t>
    </dgm:pt>
    <dgm:pt modelId="{AEC90508-68BF-45C9-AB89-3448D26035A4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EF6F1D3C-00D2-47DC-86CA-CA849B0FDEBB}" type="parTrans" cxnId="{B48BD295-9EDB-4100-B100-89C96F1C008D}">
      <dgm:prSet/>
      <dgm:spPr/>
      <dgm:t>
        <a:bodyPr/>
        <a:lstStyle/>
        <a:p>
          <a:endParaRPr lang="zh-CN" altLang="en-US"/>
        </a:p>
      </dgm:t>
    </dgm:pt>
    <dgm:pt modelId="{3B4016CD-EBBB-4009-9595-D5C7B8B4A3BF}" type="sibTrans" cxnId="{B48BD295-9EDB-4100-B100-89C96F1C008D}">
      <dgm:prSet/>
      <dgm:spPr/>
      <dgm:t>
        <a:bodyPr/>
        <a:lstStyle/>
        <a:p>
          <a:endParaRPr lang="zh-CN" altLang="en-US"/>
        </a:p>
      </dgm:t>
    </dgm:pt>
    <dgm:pt modelId="{039B7106-5CE6-46E7-BF22-90A6A04DE7AC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540A80CE-B84B-48ED-B040-74F6C47828DB}" type="parTrans" cxnId="{20826200-C75C-405E-9C5B-68F1E8888663}">
      <dgm:prSet/>
      <dgm:spPr/>
    </dgm:pt>
    <dgm:pt modelId="{7640E794-E83D-40D8-88B3-B27133E3659A}" type="sibTrans" cxnId="{20826200-C75C-405E-9C5B-68F1E8888663}">
      <dgm:prSet/>
      <dgm:spPr/>
    </dgm:pt>
    <dgm:pt modelId="{CDAC5909-C2B7-4AB8-A0A1-4B5A0374C2B0}" type="pres">
      <dgm:prSet presAssocID="{47423643-22B6-4729-A3B3-D4A5332E6522}" presName="diagram" presStyleCnt="0">
        <dgm:presLayoutVars>
          <dgm:dir/>
          <dgm:resizeHandles val="exact"/>
        </dgm:presLayoutVars>
      </dgm:prSet>
      <dgm:spPr/>
    </dgm:pt>
    <dgm:pt modelId="{D7B8A651-BEF4-4BC8-991B-DA9F3E244335}" type="pres">
      <dgm:prSet presAssocID="{B41CEACE-C1AE-4269-B533-5CC0C80A373E}" presName="node" presStyleLbl="node1" presStyleIdx="0" presStyleCnt="6">
        <dgm:presLayoutVars>
          <dgm:bulletEnabled val="1"/>
        </dgm:presLayoutVars>
      </dgm:prSet>
      <dgm:spPr/>
    </dgm:pt>
    <dgm:pt modelId="{7D3EFABF-4254-483F-8F39-07A8BDC8260E}" type="pres">
      <dgm:prSet presAssocID="{49F60C23-8BC3-4F98-9B8D-39AFD3E44B53}" presName="sibTrans" presStyleCnt="0"/>
      <dgm:spPr/>
    </dgm:pt>
    <dgm:pt modelId="{A72CE1EF-248E-4E9C-8364-3B4C7E9CA139}" type="pres">
      <dgm:prSet presAssocID="{D5FCD4EE-AE43-4B8D-9AEC-7BE3C4DAF6FD}" presName="node" presStyleLbl="node1" presStyleIdx="1" presStyleCnt="6">
        <dgm:presLayoutVars>
          <dgm:bulletEnabled val="1"/>
        </dgm:presLayoutVars>
      </dgm:prSet>
      <dgm:spPr/>
    </dgm:pt>
    <dgm:pt modelId="{0313C258-FF53-45FF-ABA2-21101926A55E}" type="pres">
      <dgm:prSet presAssocID="{29242C86-B0FC-4F0C-ADF3-27A45751F756}" presName="sibTrans" presStyleCnt="0"/>
      <dgm:spPr/>
    </dgm:pt>
    <dgm:pt modelId="{3993B58B-53EB-4A7B-A2B4-5BC99AA58CC3}" type="pres">
      <dgm:prSet presAssocID="{7D082F37-BF9E-4A17-8752-717694B10D16}" presName="node" presStyleLbl="node1" presStyleIdx="2" presStyleCnt="6">
        <dgm:presLayoutVars>
          <dgm:bulletEnabled val="1"/>
        </dgm:presLayoutVars>
      </dgm:prSet>
      <dgm:spPr/>
    </dgm:pt>
    <dgm:pt modelId="{4CD5908F-B907-4E79-B08F-D17C9C0E91AC}" type="pres">
      <dgm:prSet presAssocID="{3F12B659-5F6A-416C-BCB1-BE495798532C}" presName="sibTrans" presStyleCnt="0"/>
      <dgm:spPr/>
    </dgm:pt>
    <dgm:pt modelId="{A51E1DB9-479A-488E-B4AE-26549A52E04A}" type="pres">
      <dgm:prSet presAssocID="{CB5CCBE6-E23B-4157-9EC6-4D327CED981F}" presName="node" presStyleLbl="node1" presStyleIdx="3" presStyleCnt="6">
        <dgm:presLayoutVars>
          <dgm:bulletEnabled val="1"/>
        </dgm:presLayoutVars>
      </dgm:prSet>
      <dgm:spPr/>
    </dgm:pt>
    <dgm:pt modelId="{615116AF-4FC8-45A4-90FD-28F624DEBCCB}" type="pres">
      <dgm:prSet presAssocID="{4668C3A3-11A6-40A5-86CC-87B07D22C2B6}" presName="sibTrans" presStyleCnt="0"/>
      <dgm:spPr/>
    </dgm:pt>
    <dgm:pt modelId="{9C90F47D-94C3-4817-A749-3D920C463C5D}" type="pres">
      <dgm:prSet presAssocID="{AEC90508-68BF-45C9-AB89-3448D26035A4}" presName="node" presStyleLbl="node1" presStyleIdx="4" presStyleCnt="6">
        <dgm:presLayoutVars>
          <dgm:bulletEnabled val="1"/>
        </dgm:presLayoutVars>
      </dgm:prSet>
      <dgm:spPr/>
    </dgm:pt>
    <dgm:pt modelId="{3BC63E1B-4A90-46AF-B623-8BF4DC6024B3}" type="pres">
      <dgm:prSet presAssocID="{3B4016CD-EBBB-4009-9595-D5C7B8B4A3BF}" presName="sibTrans" presStyleCnt="0"/>
      <dgm:spPr/>
    </dgm:pt>
    <dgm:pt modelId="{8B5BB6C4-DEEE-4485-9EAF-D054CA63795B}" type="pres">
      <dgm:prSet presAssocID="{039B7106-5CE6-46E7-BF22-90A6A04DE7AC}" presName="node" presStyleLbl="node1" presStyleIdx="5" presStyleCnt="6">
        <dgm:presLayoutVars>
          <dgm:bulletEnabled val="1"/>
        </dgm:presLayoutVars>
      </dgm:prSet>
      <dgm:spPr/>
    </dgm:pt>
  </dgm:ptLst>
  <dgm:cxnLst>
    <dgm:cxn modelId="{20826200-C75C-405E-9C5B-68F1E8888663}" srcId="{47423643-22B6-4729-A3B3-D4A5332E6522}" destId="{039B7106-5CE6-46E7-BF22-90A6A04DE7AC}" srcOrd="5" destOrd="0" parTransId="{540A80CE-B84B-48ED-B040-74F6C47828DB}" sibTransId="{7640E794-E83D-40D8-88B3-B27133E3659A}"/>
    <dgm:cxn modelId="{8DDC0712-A595-4406-A317-9C40FD14DD83}" srcId="{47423643-22B6-4729-A3B3-D4A5332E6522}" destId="{CB5CCBE6-E23B-4157-9EC6-4D327CED981F}" srcOrd="3" destOrd="0" parTransId="{8A5E80D4-4B22-44F4-AC43-44766CEE89C6}" sibTransId="{4668C3A3-11A6-40A5-86CC-87B07D22C2B6}"/>
    <dgm:cxn modelId="{835C5F35-4DB9-431D-BBAF-CB05D8A66FED}" type="presOf" srcId="{7D082F37-BF9E-4A17-8752-717694B10D16}" destId="{3993B58B-53EB-4A7B-A2B4-5BC99AA58CC3}" srcOrd="0" destOrd="0" presId="urn:microsoft.com/office/officeart/2005/8/layout/default"/>
    <dgm:cxn modelId="{A369186C-5DD1-4E26-BB41-8DA8D12DC543}" type="presOf" srcId="{47423643-22B6-4729-A3B3-D4A5332E6522}" destId="{CDAC5909-C2B7-4AB8-A0A1-4B5A0374C2B0}" srcOrd="0" destOrd="0" presId="urn:microsoft.com/office/officeart/2005/8/layout/default"/>
    <dgm:cxn modelId="{5B577A6E-2E12-44FE-8E7C-3B39FFC8D69C}" type="presOf" srcId="{039B7106-5CE6-46E7-BF22-90A6A04DE7AC}" destId="{8B5BB6C4-DEEE-4485-9EAF-D054CA63795B}" srcOrd="0" destOrd="0" presId="urn:microsoft.com/office/officeart/2005/8/layout/default"/>
    <dgm:cxn modelId="{B55CB64F-8982-4BCE-9FA5-FB25047E1E1D}" srcId="{47423643-22B6-4729-A3B3-D4A5332E6522}" destId="{7D082F37-BF9E-4A17-8752-717694B10D16}" srcOrd="2" destOrd="0" parTransId="{F934A835-36BD-4813-A5F1-854663BA0EAE}" sibTransId="{3F12B659-5F6A-416C-BCB1-BE495798532C}"/>
    <dgm:cxn modelId="{2085C36F-961F-4D3F-AFFF-7E4FC48BD8C3}" srcId="{47423643-22B6-4729-A3B3-D4A5332E6522}" destId="{D5FCD4EE-AE43-4B8D-9AEC-7BE3C4DAF6FD}" srcOrd="1" destOrd="0" parTransId="{5C98AB2C-E8BE-449E-9347-7B99FF1587C2}" sibTransId="{29242C86-B0FC-4F0C-ADF3-27A45751F756}"/>
    <dgm:cxn modelId="{B48BD295-9EDB-4100-B100-89C96F1C008D}" srcId="{47423643-22B6-4729-A3B3-D4A5332E6522}" destId="{AEC90508-68BF-45C9-AB89-3448D26035A4}" srcOrd="4" destOrd="0" parTransId="{EF6F1D3C-00D2-47DC-86CA-CA849B0FDEBB}" sibTransId="{3B4016CD-EBBB-4009-9595-D5C7B8B4A3BF}"/>
    <dgm:cxn modelId="{76FB899F-F729-4BE8-AF17-8CCBA3633E39}" type="presOf" srcId="{D5FCD4EE-AE43-4B8D-9AEC-7BE3C4DAF6FD}" destId="{A72CE1EF-248E-4E9C-8364-3B4C7E9CA139}" srcOrd="0" destOrd="0" presId="urn:microsoft.com/office/officeart/2005/8/layout/default"/>
    <dgm:cxn modelId="{EE8010A8-B1A0-499E-ACA5-CFB63A73C1AA}" type="presOf" srcId="{B41CEACE-C1AE-4269-B533-5CC0C80A373E}" destId="{D7B8A651-BEF4-4BC8-991B-DA9F3E244335}" srcOrd="0" destOrd="0" presId="urn:microsoft.com/office/officeart/2005/8/layout/default"/>
    <dgm:cxn modelId="{7EC85AC5-F83F-49CE-859E-86C8E72DE532}" type="presOf" srcId="{AEC90508-68BF-45C9-AB89-3448D26035A4}" destId="{9C90F47D-94C3-4817-A749-3D920C463C5D}" srcOrd="0" destOrd="0" presId="urn:microsoft.com/office/officeart/2005/8/layout/default"/>
    <dgm:cxn modelId="{A1D3F9C8-E7FC-4F8D-B77D-AFDEE7E34D3B}" srcId="{47423643-22B6-4729-A3B3-D4A5332E6522}" destId="{B41CEACE-C1AE-4269-B533-5CC0C80A373E}" srcOrd="0" destOrd="0" parTransId="{8E2AC572-7F92-4C71-AF26-0D973DA927FF}" sibTransId="{49F60C23-8BC3-4F98-9B8D-39AFD3E44B53}"/>
    <dgm:cxn modelId="{E68A78EB-BBEC-4696-A46C-839BF2A9B3A8}" type="presOf" srcId="{CB5CCBE6-E23B-4157-9EC6-4D327CED981F}" destId="{A51E1DB9-479A-488E-B4AE-26549A52E04A}" srcOrd="0" destOrd="0" presId="urn:microsoft.com/office/officeart/2005/8/layout/default"/>
    <dgm:cxn modelId="{D8B05E19-353E-48F1-B4F4-AF5848D560E1}" type="presParOf" srcId="{CDAC5909-C2B7-4AB8-A0A1-4B5A0374C2B0}" destId="{D7B8A651-BEF4-4BC8-991B-DA9F3E244335}" srcOrd="0" destOrd="0" presId="urn:microsoft.com/office/officeart/2005/8/layout/default"/>
    <dgm:cxn modelId="{E26413EF-BDC9-4C6D-AAB2-F590A99BD6C4}" type="presParOf" srcId="{CDAC5909-C2B7-4AB8-A0A1-4B5A0374C2B0}" destId="{7D3EFABF-4254-483F-8F39-07A8BDC8260E}" srcOrd="1" destOrd="0" presId="urn:microsoft.com/office/officeart/2005/8/layout/default"/>
    <dgm:cxn modelId="{50DCBAE6-5110-4DA6-88A4-D00FE1186C1A}" type="presParOf" srcId="{CDAC5909-C2B7-4AB8-A0A1-4B5A0374C2B0}" destId="{A72CE1EF-248E-4E9C-8364-3B4C7E9CA139}" srcOrd="2" destOrd="0" presId="urn:microsoft.com/office/officeart/2005/8/layout/default"/>
    <dgm:cxn modelId="{73E8D842-C756-49BD-BA6B-D6BA1E3B8DDB}" type="presParOf" srcId="{CDAC5909-C2B7-4AB8-A0A1-4B5A0374C2B0}" destId="{0313C258-FF53-45FF-ABA2-21101926A55E}" srcOrd="3" destOrd="0" presId="urn:microsoft.com/office/officeart/2005/8/layout/default"/>
    <dgm:cxn modelId="{195707E7-AFE0-4A90-A7CD-F0382D611B61}" type="presParOf" srcId="{CDAC5909-C2B7-4AB8-A0A1-4B5A0374C2B0}" destId="{3993B58B-53EB-4A7B-A2B4-5BC99AA58CC3}" srcOrd="4" destOrd="0" presId="urn:microsoft.com/office/officeart/2005/8/layout/default"/>
    <dgm:cxn modelId="{D905E197-1575-4203-AA81-0C9D55DAF35A}" type="presParOf" srcId="{CDAC5909-C2B7-4AB8-A0A1-4B5A0374C2B0}" destId="{4CD5908F-B907-4E79-B08F-D17C9C0E91AC}" srcOrd="5" destOrd="0" presId="urn:microsoft.com/office/officeart/2005/8/layout/default"/>
    <dgm:cxn modelId="{50EF0DA7-66F4-4C90-8634-76C954A888A0}" type="presParOf" srcId="{CDAC5909-C2B7-4AB8-A0A1-4B5A0374C2B0}" destId="{A51E1DB9-479A-488E-B4AE-26549A52E04A}" srcOrd="6" destOrd="0" presId="urn:microsoft.com/office/officeart/2005/8/layout/default"/>
    <dgm:cxn modelId="{8EAC5D47-0346-4775-89E3-4F1D1A8568E8}" type="presParOf" srcId="{CDAC5909-C2B7-4AB8-A0A1-4B5A0374C2B0}" destId="{615116AF-4FC8-45A4-90FD-28F624DEBCCB}" srcOrd="7" destOrd="0" presId="urn:microsoft.com/office/officeart/2005/8/layout/default"/>
    <dgm:cxn modelId="{74A69E6A-6830-48AA-89E6-C8CD78476031}" type="presParOf" srcId="{CDAC5909-C2B7-4AB8-A0A1-4B5A0374C2B0}" destId="{9C90F47D-94C3-4817-A749-3D920C463C5D}" srcOrd="8" destOrd="0" presId="urn:microsoft.com/office/officeart/2005/8/layout/default"/>
    <dgm:cxn modelId="{C5ED1C6B-871F-44BC-9094-5FE2ABAA194F}" type="presParOf" srcId="{CDAC5909-C2B7-4AB8-A0A1-4B5A0374C2B0}" destId="{3BC63E1B-4A90-46AF-B623-8BF4DC6024B3}" srcOrd="9" destOrd="0" presId="urn:microsoft.com/office/officeart/2005/8/layout/default"/>
    <dgm:cxn modelId="{6BAAAA46-9626-443C-AC1D-B17929492FBD}" type="presParOf" srcId="{CDAC5909-C2B7-4AB8-A0A1-4B5A0374C2B0}" destId="{8B5BB6C4-DEEE-4485-9EAF-D054CA63795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B4D996-AF95-4A2D-B810-54036E597B9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1711DC53-33DA-4CAF-8BAA-5E8D5DBF7EC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4AC338FA-39ED-458F-8E12-E6767714E4F6}" type="parTrans" cxnId="{67ACE322-3288-4CF5-8788-8DBBF305CAAB}">
      <dgm:prSet/>
      <dgm:spPr/>
      <dgm:t>
        <a:bodyPr/>
        <a:lstStyle/>
        <a:p>
          <a:endParaRPr lang="zh-CN" altLang="en-US"/>
        </a:p>
      </dgm:t>
    </dgm:pt>
    <dgm:pt modelId="{DB2338F5-8346-4D65-86EB-ADD3C6C69FC9}" type="sibTrans" cxnId="{67ACE322-3288-4CF5-8788-8DBBF305CAAB}">
      <dgm:prSet/>
      <dgm:spPr/>
      <dgm:t>
        <a:bodyPr/>
        <a:lstStyle/>
        <a:p>
          <a:endParaRPr lang="zh-CN" altLang="en-US"/>
        </a:p>
      </dgm:t>
    </dgm:pt>
    <dgm:pt modelId="{8B1D8599-1CE9-4D13-90AE-4FE209E95B7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D918848C-17EE-46C7-9862-53B0EF44A6CD}" type="parTrans" cxnId="{05A1070C-ED42-45DE-AC8C-80B6D83F2CEC}">
      <dgm:prSet/>
      <dgm:spPr/>
      <dgm:t>
        <a:bodyPr/>
        <a:lstStyle/>
        <a:p>
          <a:endParaRPr lang="zh-CN" altLang="en-US"/>
        </a:p>
      </dgm:t>
    </dgm:pt>
    <dgm:pt modelId="{D0632DBE-A998-4826-A889-EF0C0A22911C}" type="sibTrans" cxnId="{05A1070C-ED42-45DE-AC8C-80B6D83F2CEC}">
      <dgm:prSet/>
      <dgm:spPr/>
      <dgm:t>
        <a:bodyPr/>
        <a:lstStyle/>
        <a:p>
          <a:endParaRPr lang="zh-CN" altLang="en-US"/>
        </a:p>
      </dgm:t>
    </dgm:pt>
    <dgm:pt modelId="{1FDE7A9B-02D4-4B0F-8805-F9178103C95A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A488FC1D-12E0-4988-ACE4-A71ED14F0757}" type="parTrans" cxnId="{BBC33BCE-E436-41A6-86F7-6B28A0539BFC}">
      <dgm:prSet/>
      <dgm:spPr/>
      <dgm:t>
        <a:bodyPr/>
        <a:lstStyle/>
        <a:p>
          <a:endParaRPr lang="zh-CN" altLang="en-US"/>
        </a:p>
      </dgm:t>
    </dgm:pt>
    <dgm:pt modelId="{873343A8-06DD-4B9A-9951-AE0B6DE6106B}" type="sibTrans" cxnId="{BBC33BCE-E436-41A6-86F7-6B28A0539BFC}">
      <dgm:prSet/>
      <dgm:spPr/>
      <dgm:t>
        <a:bodyPr/>
        <a:lstStyle/>
        <a:p>
          <a:endParaRPr lang="zh-CN" altLang="en-US"/>
        </a:p>
      </dgm:t>
    </dgm:pt>
    <dgm:pt modelId="{6135EA0B-B1B5-4388-9C58-4C27B69E0FF8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D41B9552-FECF-4804-9582-377575BDDBD7}" type="parTrans" cxnId="{8DDA9A3D-5695-4AC6-A79C-CA99FC47BD24}">
      <dgm:prSet/>
      <dgm:spPr/>
      <dgm:t>
        <a:bodyPr/>
        <a:lstStyle/>
        <a:p>
          <a:endParaRPr lang="zh-CN" altLang="en-US"/>
        </a:p>
      </dgm:t>
    </dgm:pt>
    <dgm:pt modelId="{85A5F1B2-17B8-41DE-A8EE-7F76C86621C4}" type="sibTrans" cxnId="{8DDA9A3D-5695-4AC6-A79C-CA99FC47BD24}">
      <dgm:prSet/>
      <dgm:spPr/>
      <dgm:t>
        <a:bodyPr/>
        <a:lstStyle/>
        <a:p>
          <a:endParaRPr lang="zh-CN" altLang="en-US"/>
        </a:p>
      </dgm:t>
    </dgm:pt>
    <dgm:pt modelId="{0F87F021-8EE6-469B-A21E-B17F7A687C38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34D1F261-7439-4AEA-AD1B-F1615C1824F3}" type="parTrans" cxnId="{32A079B7-0D09-47D3-9393-D699E9127DBE}">
      <dgm:prSet/>
      <dgm:spPr/>
      <dgm:t>
        <a:bodyPr/>
        <a:lstStyle/>
        <a:p>
          <a:endParaRPr lang="zh-CN" altLang="en-US"/>
        </a:p>
      </dgm:t>
    </dgm:pt>
    <dgm:pt modelId="{69AD5F07-5325-40E4-80A9-22894B949302}" type="sibTrans" cxnId="{32A079B7-0D09-47D3-9393-D699E9127DBE}">
      <dgm:prSet/>
      <dgm:spPr/>
      <dgm:t>
        <a:bodyPr/>
        <a:lstStyle/>
        <a:p>
          <a:endParaRPr lang="zh-CN" altLang="en-US"/>
        </a:p>
      </dgm:t>
    </dgm:pt>
    <dgm:pt modelId="{A1369B1D-7A1F-42A6-AEB2-4B8AB8363956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E8E241EE-7E3C-4CFE-9C0E-708CB90D00BE}" type="parTrans" cxnId="{AEB6BB83-FE79-4862-A0D3-77508E04C5CE}">
      <dgm:prSet/>
      <dgm:spPr/>
    </dgm:pt>
    <dgm:pt modelId="{A072D7A3-5F2B-419F-BD65-DA02F35CF5E9}" type="sibTrans" cxnId="{AEB6BB83-FE79-4862-A0D3-77508E04C5CE}">
      <dgm:prSet/>
      <dgm:spPr/>
    </dgm:pt>
    <dgm:pt modelId="{00168430-844F-4C93-BB01-0AB6C18D6F7B}" type="pres">
      <dgm:prSet presAssocID="{66B4D996-AF95-4A2D-B810-54036E597B93}" presName="diagram" presStyleCnt="0">
        <dgm:presLayoutVars>
          <dgm:dir/>
          <dgm:resizeHandles val="exact"/>
        </dgm:presLayoutVars>
      </dgm:prSet>
      <dgm:spPr/>
    </dgm:pt>
    <dgm:pt modelId="{A98EDBF4-F8A0-42B0-8ED7-E2330A4A8FA0}" type="pres">
      <dgm:prSet presAssocID="{1711DC53-33DA-4CAF-8BAA-5E8D5DBF7ECC}" presName="node" presStyleLbl="node1" presStyleIdx="0" presStyleCnt="6">
        <dgm:presLayoutVars>
          <dgm:bulletEnabled val="1"/>
        </dgm:presLayoutVars>
      </dgm:prSet>
      <dgm:spPr/>
    </dgm:pt>
    <dgm:pt modelId="{A9D0F62E-728F-4480-8BA5-F10962123282}" type="pres">
      <dgm:prSet presAssocID="{DB2338F5-8346-4D65-86EB-ADD3C6C69FC9}" presName="sibTrans" presStyleCnt="0"/>
      <dgm:spPr/>
    </dgm:pt>
    <dgm:pt modelId="{625027EF-F386-4395-967D-897040896E73}" type="pres">
      <dgm:prSet presAssocID="{8B1D8599-1CE9-4D13-90AE-4FE209E95B7C}" presName="node" presStyleLbl="node1" presStyleIdx="1" presStyleCnt="6">
        <dgm:presLayoutVars>
          <dgm:bulletEnabled val="1"/>
        </dgm:presLayoutVars>
      </dgm:prSet>
      <dgm:spPr/>
    </dgm:pt>
    <dgm:pt modelId="{225656A4-9E69-4B54-BE0E-17B75B223539}" type="pres">
      <dgm:prSet presAssocID="{D0632DBE-A998-4826-A889-EF0C0A22911C}" presName="sibTrans" presStyleCnt="0"/>
      <dgm:spPr/>
    </dgm:pt>
    <dgm:pt modelId="{653B9CC5-1802-4A46-878F-D9668BFB647E}" type="pres">
      <dgm:prSet presAssocID="{1FDE7A9B-02D4-4B0F-8805-F9178103C95A}" presName="node" presStyleLbl="node1" presStyleIdx="2" presStyleCnt="6">
        <dgm:presLayoutVars>
          <dgm:bulletEnabled val="1"/>
        </dgm:presLayoutVars>
      </dgm:prSet>
      <dgm:spPr/>
    </dgm:pt>
    <dgm:pt modelId="{7F115C53-C4C5-4833-AA49-96AE36B09775}" type="pres">
      <dgm:prSet presAssocID="{873343A8-06DD-4B9A-9951-AE0B6DE6106B}" presName="sibTrans" presStyleCnt="0"/>
      <dgm:spPr/>
    </dgm:pt>
    <dgm:pt modelId="{B5514651-59F4-414D-833A-3087EF5B9FC9}" type="pres">
      <dgm:prSet presAssocID="{6135EA0B-B1B5-4388-9C58-4C27B69E0FF8}" presName="node" presStyleLbl="node1" presStyleIdx="3" presStyleCnt="6">
        <dgm:presLayoutVars>
          <dgm:bulletEnabled val="1"/>
        </dgm:presLayoutVars>
      </dgm:prSet>
      <dgm:spPr/>
    </dgm:pt>
    <dgm:pt modelId="{F6A3ECEC-08F7-4487-A7D8-1E2034CFBCD8}" type="pres">
      <dgm:prSet presAssocID="{85A5F1B2-17B8-41DE-A8EE-7F76C86621C4}" presName="sibTrans" presStyleCnt="0"/>
      <dgm:spPr/>
    </dgm:pt>
    <dgm:pt modelId="{3EE0AB3B-C7FF-4837-93EF-9E5AF74724AB}" type="pres">
      <dgm:prSet presAssocID="{0F87F021-8EE6-469B-A21E-B17F7A687C38}" presName="node" presStyleLbl="node1" presStyleIdx="4" presStyleCnt="6">
        <dgm:presLayoutVars>
          <dgm:bulletEnabled val="1"/>
        </dgm:presLayoutVars>
      </dgm:prSet>
      <dgm:spPr/>
    </dgm:pt>
    <dgm:pt modelId="{FDAA1BA0-7B52-4B6E-B041-AF9D88C39D5A}" type="pres">
      <dgm:prSet presAssocID="{69AD5F07-5325-40E4-80A9-22894B949302}" presName="sibTrans" presStyleCnt="0"/>
      <dgm:spPr/>
    </dgm:pt>
    <dgm:pt modelId="{4663FFA8-A61D-42DB-9EAD-4A8A8B35232F}" type="pres">
      <dgm:prSet presAssocID="{A1369B1D-7A1F-42A6-AEB2-4B8AB8363956}" presName="node" presStyleLbl="node1" presStyleIdx="5" presStyleCnt="6">
        <dgm:presLayoutVars>
          <dgm:bulletEnabled val="1"/>
        </dgm:presLayoutVars>
      </dgm:prSet>
      <dgm:spPr/>
    </dgm:pt>
  </dgm:ptLst>
  <dgm:cxnLst>
    <dgm:cxn modelId="{05A1070C-ED42-45DE-AC8C-80B6D83F2CEC}" srcId="{66B4D996-AF95-4A2D-B810-54036E597B93}" destId="{8B1D8599-1CE9-4D13-90AE-4FE209E95B7C}" srcOrd="1" destOrd="0" parTransId="{D918848C-17EE-46C7-9862-53B0EF44A6CD}" sibTransId="{D0632DBE-A998-4826-A889-EF0C0A22911C}"/>
    <dgm:cxn modelId="{67ACE322-3288-4CF5-8788-8DBBF305CAAB}" srcId="{66B4D996-AF95-4A2D-B810-54036E597B93}" destId="{1711DC53-33DA-4CAF-8BAA-5E8D5DBF7ECC}" srcOrd="0" destOrd="0" parTransId="{4AC338FA-39ED-458F-8E12-E6767714E4F6}" sibTransId="{DB2338F5-8346-4D65-86EB-ADD3C6C69FC9}"/>
    <dgm:cxn modelId="{CB181728-DEC2-42F4-B9ED-4D52D7950F9E}" type="presOf" srcId="{A1369B1D-7A1F-42A6-AEB2-4B8AB8363956}" destId="{4663FFA8-A61D-42DB-9EAD-4A8A8B35232F}" srcOrd="0" destOrd="0" presId="urn:microsoft.com/office/officeart/2005/8/layout/default"/>
    <dgm:cxn modelId="{8DDA9A3D-5695-4AC6-A79C-CA99FC47BD24}" srcId="{66B4D996-AF95-4A2D-B810-54036E597B93}" destId="{6135EA0B-B1B5-4388-9C58-4C27B69E0FF8}" srcOrd="3" destOrd="0" parTransId="{D41B9552-FECF-4804-9582-377575BDDBD7}" sibTransId="{85A5F1B2-17B8-41DE-A8EE-7F76C86621C4}"/>
    <dgm:cxn modelId="{08DC7775-EA16-4935-A3A4-D5247204FDDE}" type="presOf" srcId="{8B1D8599-1CE9-4D13-90AE-4FE209E95B7C}" destId="{625027EF-F386-4395-967D-897040896E73}" srcOrd="0" destOrd="0" presId="urn:microsoft.com/office/officeart/2005/8/layout/default"/>
    <dgm:cxn modelId="{AEB6BB83-FE79-4862-A0D3-77508E04C5CE}" srcId="{66B4D996-AF95-4A2D-B810-54036E597B93}" destId="{A1369B1D-7A1F-42A6-AEB2-4B8AB8363956}" srcOrd="5" destOrd="0" parTransId="{E8E241EE-7E3C-4CFE-9C0E-708CB90D00BE}" sibTransId="{A072D7A3-5F2B-419F-BD65-DA02F35CF5E9}"/>
    <dgm:cxn modelId="{1F09198C-CEF5-4688-A381-9F858C999540}" type="presOf" srcId="{66B4D996-AF95-4A2D-B810-54036E597B93}" destId="{00168430-844F-4C93-BB01-0AB6C18D6F7B}" srcOrd="0" destOrd="0" presId="urn:microsoft.com/office/officeart/2005/8/layout/default"/>
    <dgm:cxn modelId="{89972499-9E81-420B-8DC4-69BDCA5766B6}" type="presOf" srcId="{0F87F021-8EE6-469B-A21E-B17F7A687C38}" destId="{3EE0AB3B-C7FF-4837-93EF-9E5AF74724AB}" srcOrd="0" destOrd="0" presId="urn:microsoft.com/office/officeart/2005/8/layout/default"/>
    <dgm:cxn modelId="{6480DFB0-05CE-41C8-BA3F-608701A5EF23}" type="presOf" srcId="{1FDE7A9B-02D4-4B0F-8805-F9178103C95A}" destId="{653B9CC5-1802-4A46-878F-D9668BFB647E}" srcOrd="0" destOrd="0" presId="urn:microsoft.com/office/officeart/2005/8/layout/default"/>
    <dgm:cxn modelId="{32A079B7-0D09-47D3-9393-D699E9127DBE}" srcId="{66B4D996-AF95-4A2D-B810-54036E597B93}" destId="{0F87F021-8EE6-469B-A21E-B17F7A687C38}" srcOrd="4" destOrd="0" parTransId="{34D1F261-7439-4AEA-AD1B-F1615C1824F3}" sibTransId="{69AD5F07-5325-40E4-80A9-22894B949302}"/>
    <dgm:cxn modelId="{FFB5DBC5-65DC-4FFB-A1BE-9512AB586B0F}" type="presOf" srcId="{1711DC53-33DA-4CAF-8BAA-5E8D5DBF7ECC}" destId="{A98EDBF4-F8A0-42B0-8ED7-E2330A4A8FA0}" srcOrd="0" destOrd="0" presId="urn:microsoft.com/office/officeart/2005/8/layout/default"/>
    <dgm:cxn modelId="{BBC33BCE-E436-41A6-86F7-6B28A0539BFC}" srcId="{66B4D996-AF95-4A2D-B810-54036E597B93}" destId="{1FDE7A9B-02D4-4B0F-8805-F9178103C95A}" srcOrd="2" destOrd="0" parTransId="{A488FC1D-12E0-4988-ACE4-A71ED14F0757}" sibTransId="{873343A8-06DD-4B9A-9951-AE0B6DE6106B}"/>
    <dgm:cxn modelId="{708F0BDD-5A4D-4F4B-8BE4-CAB23395DEBD}" type="presOf" srcId="{6135EA0B-B1B5-4388-9C58-4C27B69E0FF8}" destId="{B5514651-59F4-414D-833A-3087EF5B9FC9}" srcOrd="0" destOrd="0" presId="urn:microsoft.com/office/officeart/2005/8/layout/default"/>
    <dgm:cxn modelId="{791B5A43-9613-4F28-BF23-ACF35BAFA008}" type="presParOf" srcId="{00168430-844F-4C93-BB01-0AB6C18D6F7B}" destId="{A98EDBF4-F8A0-42B0-8ED7-E2330A4A8FA0}" srcOrd="0" destOrd="0" presId="urn:microsoft.com/office/officeart/2005/8/layout/default"/>
    <dgm:cxn modelId="{D8CDA7E7-8D1B-4859-A90E-8BDD72F59429}" type="presParOf" srcId="{00168430-844F-4C93-BB01-0AB6C18D6F7B}" destId="{A9D0F62E-728F-4480-8BA5-F10962123282}" srcOrd="1" destOrd="0" presId="urn:microsoft.com/office/officeart/2005/8/layout/default"/>
    <dgm:cxn modelId="{E7E66557-6E43-4C8F-8E41-E4932FF8CDE8}" type="presParOf" srcId="{00168430-844F-4C93-BB01-0AB6C18D6F7B}" destId="{625027EF-F386-4395-967D-897040896E73}" srcOrd="2" destOrd="0" presId="urn:microsoft.com/office/officeart/2005/8/layout/default"/>
    <dgm:cxn modelId="{CD3EF6E2-5CA8-4724-B4D7-9B84592F283F}" type="presParOf" srcId="{00168430-844F-4C93-BB01-0AB6C18D6F7B}" destId="{225656A4-9E69-4B54-BE0E-17B75B223539}" srcOrd="3" destOrd="0" presId="urn:microsoft.com/office/officeart/2005/8/layout/default"/>
    <dgm:cxn modelId="{1E216BBB-52F3-4533-875C-EEC8FD71D9E5}" type="presParOf" srcId="{00168430-844F-4C93-BB01-0AB6C18D6F7B}" destId="{653B9CC5-1802-4A46-878F-D9668BFB647E}" srcOrd="4" destOrd="0" presId="urn:microsoft.com/office/officeart/2005/8/layout/default"/>
    <dgm:cxn modelId="{9257D03C-7310-4917-B0B7-D06D3EB61641}" type="presParOf" srcId="{00168430-844F-4C93-BB01-0AB6C18D6F7B}" destId="{7F115C53-C4C5-4833-AA49-96AE36B09775}" srcOrd="5" destOrd="0" presId="urn:microsoft.com/office/officeart/2005/8/layout/default"/>
    <dgm:cxn modelId="{7F3D7F4F-6E5F-42B7-97C4-5BC1D0A818C0}" type="presParOf" srcId="{00168430-844F-4C93-BB01-0AB6C18D6F7B}" destId="{B5514651-59F4-414D-833A-3087EF5B9FC9}" srcOrd="6" destOrd="0" presId="urn:microsoft.com/office/officeart/2005/8/layout/default"/>
    <dgm:cxn modelId="{FFBE39F6-086B-463F-8232-B824A452916F}" type="presParOf" srcId="{00168430-844F-4C93-BB01-0AB6C18D6F7B}" destId="{F6A3ECEC-08F7-4487-A7D8-1E2034CFBCD8}" srcOrd="7" destOrd="0" presId="urn:microsoft.com/office/officeart/2005/8/layout/default"/>
    <dgm:cxn modelId="{DEC14CEA-7903-4BFE-95A1-07CCF54BD657}" type="presParOf" srcId="{00168430-844F-4C93-BB01-0AB6C18D6F7B}" destId="{3EE0AB3B-C7FF-4837-93EF-9E5AF74724AB}" srcOrd="8" destOrd="0" presId="urn:microsoft.com/office/officeart/2005/8/layout/default"/>
    <dgm:cxn modelId="{A929EBE1-2F84-4D37-B382-CAE2A8707293}" type="presParOf" srcId="{00168430-844F-4C93-BB01-0AB6C18D6F7B}" destId="{FDAA1BA0-7B52-4B6E-B041-AF9D88C39D5A}" srcOrd="9" destOrd="0" presId="urn:microsoft.com/office/officeart/2005/8/layout/default"/>
    <dgm:cxn modelId="{ADD54B16-54D5-4455-88CF-09727E8CD8BE}" type="presParOf" srcId="{00168430-844F-4C93-BB01-0AB6C18D6F7B}" destId="{4663FFA8-A61D-42DB-9EAD-4A8A8B35232F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62CEE0-FEAA-46A6-89EF-A91FB30A8935}" type="doc">
      <dgm:prSet loTypeId="urn:microsoft.com/office/officeart/2005/8/layout/defaul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C137A50C-B43B-4BD0-AD12-8C6DD25B4CE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25072B51-93C3-4B78-889F-31693E6C5C31}" type="parTrans" cxnId="{2BCBB5D6-D27F-49FB-A660-D5F9D32EDC24}">
      <dgm:prSet/>
      <dgm:spPr/>
      <dgm:t>
        <a:bodyPr/>
        <a:lstStyle/>
        <a:p>
          <a:endParaRPr lang="zh-CN" altLang="en-US"/>
        </a:p>
      </dgm:t>
    </dgm:pt>
    <dgm:pt modelId="{5C5D516B-EDC5-4900-89CC-27493ADADE28}" type="sibTrans" cxnId="{2BCBB5D6-D27F-49FB-A660-D5F9D32EDC24}">
      <dgm:prSet/>
      <dgm:spPr/>
      <dgm:t>
        <a:bodyPr/>
        <a:lstStyle/>
        <a:p>
          <a:endParaRPr lang="zh-CN" altLang="en-US"/>
        </a:p>
      </dgm:t>
    </dgm:pt>
    <dgm:pt modelId="{941D8087-2D70-493D-99DB-7B2B23FBE6F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854469B3-019F-4ECD-A77F-AD2A694CE3E3}" type="parTrans" cxnId="{DC5DFF80-54E9-4DD7-9D8B-A961E00C4FBA}">
      <dgm:prSet/>
      <dgm:spPr/>
      <dgm:t>
        <a:bodyPr/>
        <a:lstStyle/>
        <a:p>
          <a:endParaRPr lang="zh-CN" altLang="en-US"/>
        </a:p>
      </dgm:t>
    </dgm:pt>
    <dgm:pt modelId="{17FE7669-7D0E-481E-811B-A525D8E8D95A}" type="sibTrans" cxnId="{DC5DFF80-54E9-4DD7-9D8B-A961E00C4FBA}">
      <dgm:prSet/>
      <dgm:spPr/>
      <dgm:t>
        <a:bodyPr/>
        <a:lstStyle/>
        <a:p>
          <a:endParaRPr lang="zh-CN" altLang="en-US"/>
        </a:p>
      </dgm:t>
    </dgm:pt>
    <dgm:pt modelId="{3C384029-B868-4F87-B80F-3F48C0445F1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396DE00C-CB17-499E-ADA9-42512ED02AB5}" type="parTrans" cxnId="{18E3E338-A45B-483B-840E-E8A6D1D17A8F}">
      <dgm:prSet/>
      <dgm:spPr/>
      <dgm:t>
        <a:bodyPr/>
        <a:lstStyle/>
        <a:p>
          <a:endParaRPr lang="zh-CN" altLang="en-US"/>
        </a:p>
      </dgm:t>
    </dgm:pt>
    <dgm:pt modelId="{77A61C56-0B0A-4EEF-A712-3BFA9B508DA8}" type="sibTrans" cxnId="{18E3E338-A45B-483B-840E-E8A6D1D17A8F}">
      <dgm:prSet/>
      <dgm:spPr/>
      <dgm:t>
        <a:bodyPr/>
        <a:lstStyle/>
        <a:p>
          <a:endParaRPr lang="zh-CN" altLang="en-US"/>
        </a:p>
      </dgm:t>
    </dgm:pt>
    <dgm:pt modelId="{FAEA176E-1801-4956-996F-03A22A689D0D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A150E278-D701-4F38-AAE4-A2212C667E59}" type="parTrans" cxnId="{0EA4DA9A-2A9A-45DE-AA78-9A4C446DEA41}">
      <dgm:prSet/>
      <dgm:spPr/>
      <dgm:t>
        <a:bodyPr/>
        <a:lstStyle/>
        <a:p>
          <a:endParaRPr lang="zh-CN" altLang="en-US"/>
        </a:p>
      </dgm:t>
    </dgm:pt>
    <dgm:pt modelId="{AE3B5842-06EA-4929-83BD-2BBCA43F4D92}" type="sibTrans" cxnId="{0EA4DA9A-2A9A-45DE-AA78-9A4C446DEA41}">
      <dgm:prSet/>
      <dgm:spPr/>
      <dgm:t>
        <a:bodyPr/>
        <a:lstStyle/>
        <a:p>
          <a:endParaRPr lang="zh-CN" altLang="en-US"/>
        </a:p>
      </dgm:t>
    </dgm:pt>
    <dgm:pt modelId="{70A2D99D-C096-4E96-BA6C-C84FF3364E3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B7D80EB4-2EF2-43AA-AAA6-FBB73FB6D5F0}" type="parTrans" cxnId="{D345C479-FD22-4051-829D-C8E1EA48D900}">
      <dgm:prSet/>
      <dgm:spPr/>
      <dgm:t>
        <a:bodyPr/>
        <a:lstStyle/>
        <a:p>
          <a:endParaRPr lang="zh-CN" altLang="en-US"/>
        </a:p>
      </dgm:t>
    </dgm:pt>
    <dgm:pt modelId="{0C1F53FC-3FAF-4994-A270-0DAD989049F0}" type="sibTrans" cxnId="{D345C479-FD22-4051-829D-C8E1EA48D900}">
      <dgm:prSet/>
      <dgm:spPr/>
      <dgm:t>
        <a:bodyPr/>
        <a:lstStyle/>
        <a:p>
          <a:endParaRPr lang="zh-CN" altLang="en-US"/>
        </a:p>
      </dgm:t>
    </dgm:pt>
    <dgm:pt modelId="{9116F8D6-D997-405D-B252-2827008B3104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3CA0A83A-E1C6-44BC-93B8-24CF22CAA260}" type="parTrans" cxnId="{C712D754-CF91-4F03-ACCC-6FDDC417BADD}">
      <dgm:prSet/>
      <dgm:spPr/>
    </dgm:pt>
    <dgm:pt modelId="{74C0C57E-396A-4370-A23C-474C8B7F08A5}" type="sibTrans" cxnId="{C712D754-CF91-4F03-ACCC-6FDDC417BADD}">
      <dgm:prSet/>
      <dgm:spPr/>
    </dgm:pt>
    <dgm:pt modelId="{B251ECD9-ABCD-48D5-A5F8-9072D2B3155A}" type="pres">
      <dgm:prSet presAssocID="{7D62CEE0-FEAA-46A6-89EF-A91FB30A8935}" presName="diagram" presStyleCnt="0">
        <dgm:presLayoutVars>
          <dgm:dir/>
          <dgm:resizeHandles val="exact"/>
        </dgm:presLayoutVars>
      </dgm:prSet>
      <dgm:spPr/>
    </dgm:pt>
    <dgm:pt modelId="{69D9F7E8-8781-4CA2-9821-79033EB08DA1}" type="pres">
      <dgm:prSet presAssocID="{C137A50C-B43B-4BD0-AD12-8C6DD25B4CEC}" presName="node" presStyleLbl="node1" presStyleIdx="0" presStyleCnt="6">
        <dgm:presLayoutVars>
          <dgm:bulletEnabled val="1"/>
        </dgm:presLayoutVars>
      </dgm:prSet>
      <dgm:spPr/>
    </dgm:pt>
    <dgm:pt modelId="{96E95713-F6C6-4F11-88D3-7619D1BEB8FA}" type="pres">
      <dgm:prSet presAssocID="{5C5D516B-EDC5-4900-89CC-27493ADADE28}" presName="sibTrans" presStyleCnt="0"/>
      <dgm:spPr/>
    </dgm:pt>
    <dgm:pt modelId="{43B769A6-9276-44EE-976F-C24AAFD60F36}" type="pres">
      <dgm:prSet presAssocID="{941D8087-2D70-493D-99DB-7B2B23FBE6FB}" presName="node" presStyleLbl="node1" presStyleIdx="1" presStyleCnt="6">
        <dgm:presLayoutVars>
          <dgm:bulletEnabled val="1"/>
        </dgm:presLayoutVars>
      </dgm:prSet>
      <dgm:spPr/>
    </dgm:pt>
    <dgm:pt modelId="{1AC4BA5B-431C-4F63-9404-C042B9E3E347}" type="pres">
      <dgm:prSet presAssocID="{17FE7669-7D0E-481E-811B-A525D8E8D95A}" presName="sibTrans" presStyleCnt="0"/>
      <dgm:spPr/>
    </dgm:pt>
    <dgm:pt modelId="{6D3C073D-6D52-46A5-8502-6DF5002D1877}" type="pres">
      <dgm:prSet presAssocID="{3C384029-B868-4F87-B80F-3F48C0445F1B}" presName="node" presStyleLbl="node1" presStyleIdx="2" presStyleCnt="6">
        <dgm:presLayoutVars>
          <dgm:bulletEnabled val="1"/>
        </dgm:presLayoutVars>
      </dgm:prSet>
      <dgm:spPr/>
    </dgm:pt>
    <dgm:pt modelId="{6DF2C106-EE61-44A7-9253-BDB22F240838}" type="pres">
      <dgm:prSet presAssocID="{77A61C56-0B0A-4EEF-A712-3BFA9B508DA8}" presName="sibTrans" presStyleCnt="0"/>
      <dgm:spPr/>
    </dgm:pt>
    <dgm:pt modelId="{AE871CB5-5409-4C1A-A86D-D3533768F0E8}" type="pres">
      <dgm:prSet presAssocID="{FAEA176E-1801-4956-996F-03A22A689D0D}" presName="node" presStyleLbl="node1" presStyleIdx="3" presStyleCnt="6">
        <dgm:presLayoutVars>
          <dgm:bulletEnabled val="1"/>
        </dgm:presLayoutVars>
      </dgm:prSet>
      <dgm:spPr/>
    </dgm:pt>
    <dgm:pt modelId="{CB8037A6-4AD1-4A53-B396-A5865BD38345}" type="pres">
      <dgm:prSet presAssocID="{AE3B5842-06EA-4929-83BD-2BBCA43F4D92}" presName="sibTrans" presStyleCnt="0"/>
      <dgm:spPr/>
    </dgm:pt>
    <dgm:pt modelId="{C8003047-6576-4823-8A8D-F1FB2174515B}" type="pres">
      <dgm:prSet presAssocID="{70A2D99D-C096-4E96-BA6C-C84FF3364E3B}" presName="node" presStyleLbl="node1" presStyleIdx="4" presStyleCnt="6">
        <dgm:presLayoutVars>
          <dgm:bulletEnabled val="1"/>
        </dgm:presLayoutVars>
      </dgm:prSet>
      <dgm:spPr/>
    </dgm:pt>
    <dgm:pt modelId="{5EC5E83C-E6B5-4286-AA7C-B52A342F4E3D}" type="pres">
      <dgm:prSet presAssocID="{0C1F53FC-3FAF-4994-A270-0DAD989049F0}" presName="sibTrans" presStyleCnt="0"/>
      <dgm:spPr/>
    </dgm:pt>
    <dgm:pt modelId="{D2986B8F-1E07-433D-8AEE-7F70E1E66DED}" type="pres">
      <dgm:prSet presAssocID="{9116F8D6-D997-405D-B252-2827008B3104}" presName="node" presStyleLbl="node1" presStyleIdx="5" presStyleCnt="6">
        <dgm:presLayoutVars>
          <dgm:bulletEnabled val="1"/>
        </dgm:presLayoutVars>
      </dgm:prSet>
      <dgm:spPr/>
    </dgm:pt>
  </dgm:ptLst>
  <dgm:cxnLst>
    <dgm:cxn modelId="{1C1AD502-2542-432C-B9E5-32D8ABF3B3AC}" type="presOf" srcId="{C137A50C-B43B-4BD0-AD12-8C6DD25B4CEC}" destId="{69D9F7E8-8781-4CA2-9821-79033EB08DA1}" srcOrd="0" destOrd="0" presId="urn:microsoft.com/office/officeart/2005/8/layout/default"/>
    <dgm:cxn modelId="{EA0BAA25-4E3B-474C-A93D-5F196EE85FB9}" type="presOf" srcId="{9116F8D6-D997-405D-B252-2827008B3104}" destId="{D2986B8F-1E07-433D-8AEE-7F70E1E66DED}" srcOrd="0" destOrd="0" presId="urn:microsoft.com/office/officeart/2005/8/layout/default"/>
    <dgm:cxn modelId="{18E3E338-A45B-483B-840E-E8A6D1D17A8F}" srcId="{7D62CEE0-FEAA-46A6-89EF-A91FB30A8935}" destId="{3C384029-B868-4F87-B80F-3F48C0445F1B}" srcOrd="2" destOrd="0" parTransId="{396DE00C-CB17-499E-ADA9-42512ED02AB5}" sibTransId="{77A61C56-0B0A-4EEF-A712-3BFA9B508DA8}"/>
    <dgm:cxn modelId="{C712D754-CF91-4F03-ACCC-6FDDC417BADD}" srcId="{7D62CEE0-FEAA-46A6-89EF-A91FB30A8935}" destId="{9116F8D6-D997-405D-B252-2827008B3104}" srcOrd="5" destOrd="0" parTransId="{3CA0A83A-E1C6-44BC-93B8-24CF22CAA260}" sibTransId="{74C0C57E-396A-4370-A23C-474C8B7F08A5}"/>
    <dgm:cxn modelId="{D345C479-FD22-4051-829D-C8E1EA48D900}" srcId="{7D62CEE0-FEAA-46A6-89EF-A91FB30A8935}" destId="{70A2D99D-C096-4E96-BA6C-C84FF3364E3B}" srcOrd="4" destOrd="0" parTransId="{B7D80EB4-2EF2-43AA-AAA6-FBB73FB6D5F0}" sibTransId="{0C1F53FC-3FAF-4994-A270-0DAD989049F0}"/>
    <dgm:cxn modelId="{DC5DFF80-54E9-4DD7-9D8B-A961E00C4FBA}" srcId="{7D62CEE0-FEAA-46A6-89EF-A91FB30A8935}" destId="{941D8087-2D70-493D-99DB-7B2B23FBE6FB}" srcOrd="1" destOrd="0" parTransId="{854469B3-019F-4ECD-A77F-AD2A694CE3E3}" sibTransId="{17FE7669-7D0E-481E-811B-A525D8E8D95A}"/>
    <dgm:cxn modelId="{9475F188-1173-495F-904B-0BD8D840EAF6}" type="presOf" srcId="{FAEA176E-1801-4956-996F-03A22A689D0D}" destId="{AE871CB5-5409-4C1A-A86D-D3533768F0E8}" srcOrd="0" destOrd="0" presId="urn:microsoft.com/office/officeart/2005/8/layout/default"/>
    <dgm:cxn modelId="{85A90A8E-6841-4777-8E25-EBD279B522AF}" type="presOf" srcId="{7D62CEE0-FEAA-46A6-89EF-A91FB30A8935}" destId="{B251ECD9-ABCD-48D5-A5F8-9072D2B3155A}" srcOrd="0" destOrd="0" presId="urn:microsoft.com/office/officeart/2005/8/layout/default"/>
    <dgm:cxn modelId="{3AB86298-0F6D-4409-A8D4-A1FC08E77218}" type="presOf" srcId="{70A2D99D-C096-4E96-BA6C-C84FF3364E3B}" destId="{C8003047-6576-4823-8A8D-F1FB2174515B}" srcOrd="0" destOrd="0" presId="urn:microsoft.com/office/officeart/2005/8/layout/default"/>
    <dgm:cxn modelId="{0EA4DA9A-2A9A-45DE-AA78-9A4C446DEA41}" srcId="{7D62CEE0-FEAA-46A6-89EF-A91FB30A8935}" destId="{FAEA176E-1801-4956-996F-03A22A689D0D}" srcOrd="3" destOrd="0" parTransId="{A150E278-D701-4F38-AAE4-A2212C667E59}" sibTransId="{AE3B5842-06EA-4929-83BD-2BBCA43F4D92}"/>
    <dgm:cxn modelId="{E0E0C9A9-3F75-4C81-9B02-FF5668381B36}" type="presOf" srcId="{3C384029-B868-4F87-B80F-3F48C0445F1B}" destId="{6D3C073D-6D52-46A5-8502-6DF5002D1877}" srcOrd="0" destOrd="0" presId="urn:microsoft.com/office/officeart/2005/8/layout/default"/>
    <dgm:cxn modelId="{93BE60AE-7583-45CD-AAB9-323CB901795F}" type="presOf" srcId="{941D8087-2D70-493D-99DB-7B2B23FBE6FB}" destId="{43B769A6-9276-44EE-976F-C24AAFD60F36}" srcOrd="0" destOrd="0" presId="urn:microsoft.com/office/officeart/2005/8/layout/default"/>
    <dgm:cxn modelId="{2BCBB5D6-D27F-49FB-A660-D5F9D32EDC24}" srcId="{7D62CEE0-FEAA-46A6-89EF-A91FB30A8935}" destId="{C137A50C-B43B-4BD0-AD12-8C6DD25B4CEC}" srcOrd="0" destOrd="0" parTransId="{25072B51-93C3-4B78-889F-31693E6C5C31}" sibTransId="{5C5D516B-EDC5-4900-89CC-27493ADADE28}"/>
    <dgm:cxn modelId="{80B8403F-64CF-4E21-8A90-533ED5DB7826}" type="presParOf" srcId="{B251ECD9-ABCD-48D5-A5F8-9072D2B3155A}" destId="{69D9F7E8-8781-4CA2-9821-79033EB08DA1}" srcOrd="0" destOrd="0" presId="urn:microsoft.com/office/officeart/2005/8/layout/default"/>
    <dgm:cxn modelId="{CCEB12A0-155E-4D1A-9CBB-2F26BEA92F6A}" type="presParOf" srcId="{B251ECD9-ABCD-48D5-A5F8-9072D2B3155A}" destId="{96E95713-F6C6-4F11-88D3-7619D1BEB8FA}" srcOrd="1" destOrd="0" presId="urn:microsoft.com/office/officeart/2005/8/layout/default"/>
    <dgm:cxn modelId="{879A2B1A-78CC-4C5C-8BC5-A21B3E81A05B}" type="presParOf" srcId="{B251ECD9-ABCD-48D5-A5F8-9072D2B3155A}" destId="{43B769A6-9276-44EE-976F-C24AAFD60F36}" srcOrd="2" destOrd="0" presId="urn:microsoft.com/office/officeart/2005/8/layout/default"/>
    <dgm:cxn modelId="{84F025A2-F7AA-4B7B-A988-518F5157EC82}" type="presParOf" srcId="{B251ECD9-ABCD-48D5-A5F8-9072D2B3155A}" destId="{1AC4BA5B-431C-4F63-9404-C042B9E3E347}" srcOrd="3" destOrd="0" presId="urn:microsoft.com/office/officeart/2005/8/layout/default"/>
    <dgm:cxn modelId="{39670356-030D-45B5-89AA-AF4347963482}" type="presParOf" srcId="{B251ECD9-ABCD-48D5-A5F8-9072D2B3155A}" destId="{6D3C073D-6D52-46A5-8502-6DF5002D1877}" srcOrd="4" destOrd="0" presId="urn:microsoft.com/office/officeart/2005/8/layout/default"/>
    <dgm:cxn modelId="{F8E8662D-2114-4A0D-81CA-7A7FAF6BEEC1}" type="presParOf" srcId="{B251ECD9-ABCD-48D5-A5F8-9072D2B3155A}" destId="{6DF2C106-EE61-44A7-9253-BDB22F240838}" srcOrd="5" destOrd="0" presId="urn:microsoft.com/office/officeart/2005/8/layout/default"/>
    <dgm:cxn modelId="{9836A959-94B9-4ACF-B35C-CBF09E0E62E1}" type="presParOf" srcId="{B251ECD9-ABCD-48D5-A5F8-9072D2B3155A}" destId="{AE871CB5-5409-4C1A-A86D-D3533768F0E8}" srcOrd="6" destOrd="0" presId="urn:microsoft.com/office/officeart/2005/8/layout/default"/>
    <dgm:cxn modelId="{5D77D8A3-0E96-4926-8574-C6A37C215719}" type="presParOf" srcId="{B251ECD9-ABCD-48D5-A5F8-9072D2B3155A}" destId="{CB8037A6-4AD1-4A53-B396-A5865BD38345}" srcOrd="7" destOrd="0" presId="urn:microsoft.com/office/officeart/2005/8/layout/default"/>
    <dgm:cxn modelId="{45D68CA5-A1DE-4C7C-8D26-C09975661946}" type="presParOf" srcId="{B251ECD9-ABCD-48D5-A5F8-9072D2B3155A}" destId="{C8003047-6576-4823-8A8D-F1FB2174515B}" srcOrd="8" destOrd="0" presId="urn:microsoft.com/office/officeart/2005/8/layout/default"/>
    <dgm:cxn modelId="{62C6758E-BC17-47CC-9987-EAE0FB390DE8}" type="presParOf" srcId="{B251ECD9-ABCD-48D5-A5F8-9072D2B3155A}" destId="{5EC5E83C-E6B5-4286-AA7C-B52A342F4E3D}" srcOrd="9" destOrd="0" presId="urn:microsoft.com/office/officeart/2005/8/layout/default"/>
    <dgm:cxn modelId="{7244B30D-481E-4B93-B351-DA4B31CB9F22}" type="presParOf" srcId="{B251ECD9-ABCD-48D5-A5F8-9072D2B3155A}" destId="{D2986B8F-1E07-433D-8AEE-7F70E1E66DE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F41FFB-AD4B-4C17-8876-31F6609B3884}" type="doc">
      <dgm:prSet loTypeId="urn:microsoft.com/office/officeart/2005/8/layout/default" loCatId="list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zh-CN" altLang="en-US"/>
        </a:p>
      </dgm:t>
    </dgm:pt>
    <dgm:pt modelId="{AFF98A4A-435C-49E4-9F01-FD24EFF6F97B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FF3E9F2B-07DA-4AC2-893F-F8C2D7184DF3}" type="parTrans" cxnId="{85BD85C2-82F2-42F4-AD37-D29F4689F55B}">
      <dgm:prSet/>
      <dgm:spPr/>
      <dgm:t>
        <a:bodyPr/>
        <a:lstStyle/>
        <a:p>
          <a:endParaRPr lang="zh-CN" altLang="en-US"/>
        </a:p>
      </dgm:t>
    </dgm:pt>
    <dgm:pt modelId="{EE5B5CB6-9E3E-4337-B5E2-507977E8B837}" type="sibTrans" cxnId="{85BD85C2-82F2-42F4-AD37-D29F4689F55B}">
      <dgm:prSet/>
      <dgm:spPr/>
      <dgm:t>
        <a:bodyPr/>
        <a:lstStyle/>
        <a:p>
          <a:endParaRPr lang="zh-CN" altLang="en-US"/>
        </a:p>
      </dgm:t>
    </dgm:pt>
    <dgm:pt modelId="{7121FB8D-E418-408B-B04E-87011DC3927C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21156D3C-D461-4917-ADFB-F0D13141B9BD}" type="parTrans" cxnId="{55B88A76-85D1-420C-B3E7-E70506B90FBA}">
      <dgm:prSet/>
      <dgm:spPr/>
      <dgm:t>
        <a:bodyPr/>
        <a:lstStyle/>
        <a:p>
          <a:endParaRPr lang="zh-CN" altLang="en-US"/>
        </a:p>
      </dgm:t>
    </dgm:pt>
    <dgm:pt modelId="{E0FFB363-0AC8-4A9F-8418-3062E8FDCF01}" type="sibTrans" cxnId="{55B88A76-85D1-420C-B3E7-E70506B90FBA}">
      <dgm:prSet/>
      <dgm:spPr/>
      <dgm:t>
        <a:bodyPr/>
        <a:lstStyle/>
        <a:p>
          <a:endParaRPr lang="zh-CN" altLang="en-US"/>
        </a:p>
      </dgm:t>
    </dgm:pt>
    <dgm:pt modelId="{690B2006-CBA2-477F-B2FC-C4F5E41407D4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F5A7BC42-77C4-4AB5-A698-17432935D7D4}" type="parTrans" cxnId="{3EE2347F-1C8E-4966-AB7E-9F6D3FA82227}">
      <dgm:prSet/>
      <dgm:spPr/>
      <dgm:t>
        <a:bodyPr/>
        <a:lstStyle/>
        <a:p>
          <a:endParaRPr lang="zh-CN" altLang="en-US"/>
        </a:p>
      </dgm:t>
    </dgm:pt>
    <dgm:pt modelId="{D70B6947-7F7C-4DBB-A1D0-6FEB55D4383E}" type="sibTrans" cxnId="{3EE2347F-1C8E-4966-AB7E-9F6D3FA82227}">
      <dgm:prSet/>
      <dgm:spPr/>
      <dgm:t>
        <a:bodyPr/>
        <a:lstStyle/>
        <a:p>
          <a:endParaRPr lang="zh-CN" altLang="en-US"/>
        </a:p>
      </dgm:t>
    </dgm:pt>
    <dgm:pt modelId="{8779D113-9383-467D-B250-D0CBA1359536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E27A8538-2C31-40F7-B8A8-F14B967518A5}" type="parTrans" cxnId="{A1C43D1A-6489-4503-9AAC-F610F8AB8925}">
      <dgm:prSet/>
      <dgm:spPr/>
      <dgm:t>
        <a:bodyPr/>
        <a:lstStyle/>
        <a:p>
          <a:endParaRPr lang="zh-CN" altLang="en-US"/>
        </a:p>
      </dgm:t>
    </dgm:pt>
    <dgm:pt modelId="{F41111DC-46DE-4146-AA0A-5A9E9CCD1A07}" type="sibTrans" cxnId="{A1C43D1A-6489-4503-9AAC-F610F8AB8925}">
      <dgm:prSet/>
      <dgm:spPr/>
      <dgm:t>
        <a:bodyPr/>
        <a:lstStyle/>
        <a:p>
          <a:endParaRPr lang="zh-CN" altLang="en-US"/>
        </a:p>
      </dgm:t>
    </dgm:pt>
    <dgm:pt modelId="{9D8594F9-C92F-4311-99BB-EA43C7A29B79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30765073-D82F-45BD-9B1F-3FAF876B978D}" type="parTrans" cxnId="{7563C97A-C96F-4107-83F9-5C6BFBE84C84}">
      <dgm:prSet/>
      <dgm:spPr/>
      <dgm:t>
        <a:bodyPr/>
        <a:lstStyle/>
        <a:p>
          <a:endParaRPr lang="zh-CN" altLang="en-US"/>
        </a:p>
      </dgm:t>
    </dgm:pt>
    <dgm:pt modelId="{303F3E37-0407-41D5-A005-2940EABC6371}" type="sibTrans" cxnId="{7563C97A-C96F-4107-83F9-5C6BFBE84C84}">
      <dgm:prSet/>
      <dgm:spPr/>
      <dgm:t>
        <a:bodyPr/>
        <a:lstStyle/>
        <a:p>
          <a:endParaRPr lang="zh-CN" altLang="en-US"/>
        </a:p>
      </dgm:t>
    </dgm:pt>
    <dgm:pt modelId="{97E3EDBA-54EA-4723-AACE-36C433311504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4915B9BF-5950-4D05-8D9F-7AAB09B0191E}" type="parTrans" cxnId="{F71827C4-919A-432E-8A50-155A036ACD48}">
      <dgm:prSet/>
      <dgm:spPr/>
    </dgm:pt>
    <dgm:pt modelId="{928785A7-93F3-4073-A689-D00689FBB192}" type="sibTrans" cxnId="{F71827C4-919A-432E-8A50-155A036ACD48}">
      <dgm:prSet/>
      <dgm:spPr/>
    </dgm:pt>
    <dgm:pt modelId="{50B6679F-D60A-446D-B04B-83C7F314843A}" type="pres">
      <dgm:prSet presAssocID="{44F41FFB-AD4B-4C17-8876-31F6609B3884}" presName="diagram" presStyleCnt="0">
        <dgm:presLayoutVars>
          <dgm:dir/>
          <dgm:resizeHandles val="exact"/>
        </dgm:presLayoutVars>
      </dgm:prSet>
      <dgm:spPr/>
    </dgm:pt>
    <dgm:pt modelId="{000174FB-4BF9-491D-9B3B-FC61BB66F683}" type="pres">
      <dgm:prSet presAssocID="{AFF98A4A-435C-49E4-9F01-FD24EFF6F97B}" presName="node" presStyleLbl="node1" presStyleIdx="0" presStyleCnt="6">
        <dgm:presLayoutVars>
          <dgm:bulletEnabled val="1"/>
        </dgm:presLayoutVars>
      </dgm:prSet>
      <dgm:spPr/>
    </dgm:pt>
    <dgm:pt modelId="{65131D74-A266-48CB-B7ED-85FD5E6DE02A}" type="pres">
      <dgm:prSet presAssocID="{EE5B5CB6-9E3E-4337-B5E2-507977E8B837}" presName="sibTrans" presStyleCnt="0"/>
      <dgm:spPr/>
    </dgm:pt>
    <dgm:pt modelId="{CA02501F-359E-4633-A3B2-F00ACAD04864}" type="pres">
      <dgm:prSet presAssocID="{7121FB8D-E418-408B-B04E-87011DC3927C}" presName="node" presStyleLbl="node1" presStyleIdx="1" presStyleCnt="6">
        <dgm:presLayoutVars>
          <dgm:bulletEnabled val="1"/>
        </dgm:presLayoutVars>
      </dgm:prSet>
      <dgm:spPr/>
    </dgm:pt>
    <dgm:pt modelId="{9D399376-17CC-46FE-AE31-8F0DB79EAE43}" type="pres">
      <dgm:prSet presAssocID="{E0FFB363-0AC8-4A9F-8418-3062E8FDCF01}" presName="sibTrans" presStyleCnt="0"/>
      <dgm:spPr/>
    </dgm:pt>
    <dgm:pt modelId="{2A81D390-B6D6-4531-AD87-1FBA88244C0A}" type="pres">
      <dgm:prSet presAssocID="{690B2006-CBA2-477F-B2FC-C4F5E41407D4}" presName="node" presStyleLbl="node1" presStyleIdx="2" presStyleCnt="6">
        <dgm:presLayoutVars>
          <dgm:bulletEnabled val="1"/>
        </dgm:presLayoutVars>
      </dgm:prSet>
      <dgm:spPr/>
    </dgm:pt>
    <dgm:pt modelId="{F64AD5DA-3274-41D2-9807-D737804DE2F1}" type="pres">
      <dgm:prSet presAssocID="{D70B6947-7F7C-4DBB-A1D0-6FEB55D4383E}" presName="sibTrans" presStyleCnt="0"/>
      <dgm:spPr/>
    </dgm:pt>
    <dgm:pt modelId="{AB0EF733-08F5-4143-B0A2-8C23CEFC0EE0}" type="pres">
      <dgm:prSet presAssocID="{8779D113-9383-467D-B250-D0CBA1359536}" presName="node" presStyleLbl="node1" presStyleIdx="3" presStyleCnt="6">
        <dgm:presLayoutVars>
          <dgm:bulletEnabled val="1"/>
        </dgm:presLayoutVars>
      </dgm:prSet>
      <dgm:spPr/>
    </dgm:pt>
    <dgm:pt modelId="{91E038CD-BA6A-4894-8499-9AC6EB89D89B}" type="pres">
      <dgm:prSet presAssocID="{F41111DC-46DE-4146-AA0A-5A9E9CCD1A07}" presName="sibTrans" presStyleCnt="0"/>
      <dgm:spPr/>
    </dgm:pt>
    <dgm:pt modelId="{B0279306-08B4-4434-95BC-858493DBCAC0}" type="pres">
      <dgm:prSet presAssocID="{9D8594F9-C92F-4311-99BB-EA43C7A29B79}" presName="node" presStyleLbl="node1" presStyleIdx="4" presStyleCnt="6">
        <dgm:presLayoutVars>
          <dgm:bulletEnabled val="1"/>
        </dgm:presLayoutVars>
      </dgm:prSet>
      <dgm:spPr/>
    </dgm:pt>
    <dgm:pt modelId="{780FFA14-4A22-459B-ADD5-60FF1038BC63}" type="pres">
      <dgm:prSet presAssocID="{303F3E37-0407-41D5-A005-2940EABC6371}" presName="sibTrans" presStyleCnt="0"/>
      <dgm:spPr/>
    </dgm:pt>
    <dgm:pt modelId="{901400D6-36CA-45A9-90CD-89EAF29F3987}" type="pres">
      <dgm:prSet presAssocID="{97E3EDBA-54EA-4723-AACE-36C433311504}" presName="node" presStyleLbl="node1" presStyleIdx="5" presStyleCnt="6">
        <dgm:presLayoutVars>
          <dgm:bulletEnabled val="1"/>
        </dgm:presLayoutVars>
      </dgm:prSet>
      <dgm:spPr/>
    </dgm:pt>
  </dgm:ptLst>
  <dgm:cxnLst>
    <dgm:cxn modelId="{A1C43D1A-6489-4503-9AAC-F610F8AB8925}" srcId="{44F41FFB-AD4B-4C17-8876-31F6609B3884}" destId="{8779D113-9383-467D-B250-D0CBA1359536}" srcOrd="3" destOrd="0" parTransId="{E27A8538-2C31-40F7-B8A8-F14B967518A5}" sibTransId="{F41111DC-46DE-4146-AA0A-5A9E9CCD1A07}"/>
    <dgm:cxn modelId="{8C8CF865-E41D-43FE-A5F9-B54001BFE060}" type="presOf" srcId="{44F41FFB-AD4B-4C17-8876-31F6609B3884}" destId="{50B6679F-D60A-446D-B04B-83C7F314843A}" srcOrd="0" destOrd="0" presId="urn:microsoft.com/office/officeart/2005/8/layout/default"/>
    <dgm:cxn modelId="{CC7F396B-88FE-4294-902B-66A5123ED81D}" type="presOf" srcId="{7121FB8D-E418-408B-B04E-87011DC3927C}" destId="{CA02501F-359E-4633-A3B2-F00ACAD04864}" srcOrd="0" destOrd="0" presId="urn:microsoft.com/office/officeart/2005/8/layout/default"/>
    <dgm:cxn modelId="{DA647955-2EF5-4467-81A7-E6438FF0B581}" type="presOf" srcId="{8779D113-9383-467D-B250-D0CBA1359536}" destId="{AB0EF733-08F5-4143-B0A2-8C23CEFC0EE0}" srcOrd="0" destOrd="0" presId="urn:microsoft.com/office/officeart/2005/8/layout/default"/>
    <dgm:cxn modelId="{55B88A76-85D1-420C-B3E7-E70506B90FBA}" srcId="{44F41FFB-AD4B-4C17-8876-31F6609B3884}" destId="{7121FB8D-E418-408B-B04E-87011DC3927C}" srcOrd="1" destOrd="0" parTransId="{21156D3C-D461-4917-ADFB-F0D13141B9BD}" sibTransId="{E0FFB363-0AC8-4A9F-8418-3062E8FDCF01}"/>
    <dgm:cxn modelId="{7563C97A-C96F-4107-83F9-5C6BFBE84C84}" srcId="{44F41FFB-AD4B-4C17-8876-31F6609B3884}" destId="{9D8594F9-C92F-4311-99BB-EA43C7A29B79}" srcOrd="4" destOrd="0" parTransId="{30765073-D82F-45BD-9B1F-3FAF876B978D}" sibTransId="{303F3E37-0407-41D5-A005-2940EABC6371}"/>
    <dgm:cxn modelId="{F8E38D7E-6E09-4D4E-92E2-6A578E41427A}" type="presOf" srcId="{97E3EDBA-54EA-4723-AACE-36C433311504}" destId="{901400D6-36CA-45A9-90CD-89EAF29F3987}" srcOrd="0" destOrd="0" presId="urn:microsoft.com/office/officeart/2005/8/layout/default"/>
    <dgm:cxn modelId="{3EE2347F-1C8E-4966-AB7E-9F6D3FA82227}" srcId="{44F41FFB-AD4B-4C17-8876-31F6609B3884}" destId="{690B2006-CBA2-477F-B2FC-C4F5E41407D4}" srcOrd="2" destOrd="0" parTransId="{F5A7BC42-77C4-4AB5-A698-17432935D7D4}" sibTransId="{D70B6947-7F7C-4DBB-A1D0-6FEB55D4383E}"/>
    <dgm:cxn modelId="{E8E2CE8E-A8BE-4EE0-836D-31036D1ADC24}" type="presOf" srcId="{AFF98A4A-435C-49E4-9F01-FD24EFF6F97B}" destId="{000174FB-4BF9-491D-9B3B-FC61BB66F683}" srcOrd="0" destOrd="0" presId="urn:microsoft.com/office/officeart/2005/8/layout/default"/>
    <dgm:cxn modelId="{85BD85C2-82F2-42F4-AD37-D29F4689F55B}" srcId="{44F41FFB-AD4B-4C17-8876-31F6609B3884}" destId="{AFF98A4A-435C-49E4-9F01-FD24EFF6F97B}" srcOrd="0" destOrd="0" parTransId="{FF3E9F2B-07DA-4AC2-893F-F8C2D7184DF3}" sibTransId="{EE5B5CB6-9E3E-4337-B5E2-507977E8B837}"/>
    <dgm:cxn modelId="{F71827C4-919A-432E-8A50-155A036ACD48}" srcId="{44F41FFB-AD4B-4C17-8876-31F6609B3884}" destId="{97E3EDBA-54EA-4723-AACE-36C433311504}" srcOrd="5" destOrd="0" parTransId="{4915B9BF-5950-4D05-8D9F-7AAB09B0191E}" sibTransId="{928785A7-93F3-4073-A689-D00689FBB192}"/>
    <dgm:cxn modelId="{B36029EA-9D5D-4585-A486-B5C2EACC9544}" type="presOf" srcId="{9D8594F9-C92F-4311-99BB-EA43C7A29B79}" destId="{B0279306-08B4-4434-95BC-858493DBCAC0}" srcOrd="0" destOrd="0" presId="urn:microsoft.com/office/officeart/2005/8/layout/default"/>
    <dgm:cxn modelId="{687C2AEE-0A28-4C3F-8A66-639E057D7EAD}" type="presOf" srcId="{690B2006-CBA2-477F-B2FC-C4F5E41407D4}" destId="{2A81D390-B6D6-4531-AD87-1FBA88244C0A}" srcOrd="0" destOrd="0" presId="urn:microsoft.com/office/officeart/2005/8/layout/default"/>
    <dgm:cxn modelId="{2738B851-A2CE-4BBC-BB92-96BB43BFD1E7}" type="presParOf" srcId="{50B6679F-D60A-446D-B04B-83C7F314843A}" destId="{000174FB-4BF9-491D-9B3B-FC61BB66F683}" srcOrd="0" destOrd="0" presId="urn:microsoft.com/office/officeart/2005/8/layout/default"/>
    <dgm:cxn modelId="{5AC4DA3B-CA0B-409E-BAD4-7D4C59B12CD1}" type="presParOf" srcId="{50B6679F-D60A-446D-B04B-83C7F314843A}" destId="{65131D74-A266-48CB-B7ED-85FD5E6DE02A}" srcOrd="1" destOrd="0" presId="urn:microsoft.com/office/officeart/2005/8/layout/default"/>
    <dgm:cxn modelId="{6B220905-7584-4778-8DF6-81E51AE1EAE0}" type="presParOf" srcId="{50B6679F-D60A-446D-B04B-83C7F314843A}" destId="{CA02501F-359E-4633-A3B2-F00ACAD04864}" srcOrd="2" destOrd="0" presId="urn:microsoft.com/office/officeart/2005/8/layout/default"/>
    <dgm:cxn modelId="{7AB8680F-73DF-4BA9-95E8-CF18F059C9A7}" type="presParOf" srcId="{50B6679F-D60A-446D-B04B-83C7F314843A}" destId="{9D399376-17CC-46FE-AE31-8F0DB79EAE43}" srcOrd="3" destOrd="0" presId="urn:microsoft.com/office/officeart/2005/8/layout/default"/>
    <dgm:cxn modelId="{CC6577EB-12A5-49CD-A024-87679DFFDD5A}" type="presParOf" srcId="{50B6679F-D60A-446D-B04B-83C7F314843A}" destId="{2A81D390-B6D6-4531-AD87-1FBA88244C0A}" srcOrd="4" destOrd="0" presId="urn:microsoft.com/office/officeart/2005/8/layout/default"/>
    <dgm:cxn modelId="{E4B62983-9FEA-4776-AB67-A7C29CAD8D98}" type="presParOf" srcId="{50B6679F-D60A-446D-B04B-83C7F314843A}" destId="{F64AD5DA-3274-41D2-9807-D737804DE2F1}" srcOrd="5" destOrd="0" presId="urn:microsoft.com/office/officeart/2005/8/layout/default"/>
    <dgm:cxn modelId="{5079C82E-D52A-49CF-84BF-0D5B767D52B4}" type="presParOf" srcId="{50B6679F-D60A-446D-B04B-83C7F314843A}" destId="{AB0EF733-08F5-4143-B0A2-8C23CEFC0EE0}" srcOrd="6" destOrd="0" presId="urn:microsoft.com/office/officeart/2005/8/layout/default"/>
    <dgm:cxn modelId="{74464FB6-2562-4B30-98B2-4CD81CF87A6D}" type="presParOf" srcId="{50B6679F-D60A-446D-B04B-83C7F314843A}" destId="{91E038CD-BA6A-4894-8499-9AC6EB89D89B}" srcOrd="7" destOrd="0" presId="urn:microsoft.com/office/officeart/2005/8/layout/default"/>
    <dgm:cxn modelId="{F99A9439-D8C1-4C24-AC2D-921E2ACF55C7}" type="presParOf" srcId="{50B6679F-D60A-446D-B04B-83C7F314843A}" destId="{B0279306-08B4-4434-95BC-858493DBCAC0}" srcOrd="8" destOrd="0" presId="urn:microsoft.com/office/officeart/2005/8/layout/default"/>
    <dgm:cxn modelId="{E44FF9F5-62EB-4955-9333-6188301943FB}" type="presParOf" srcId="{50B6679F-D60A-446D-B04B-83C7F314843A}" destId="{780FFA14-4A22-459B-ADD5-60FF1038BC63}" srcOrd="9" destOrd="0" presId="urn:microsoft.com/office/officeart/2005/8/layout/default"/>
    <dgm:cxn modelId="{C3B0031F-2E65-4A31-8A48-F126A5C576BD}" type="presParOf" srcId="{50B6679F-D60A-446D-B04B-83C7F314843A}" destId="{901400D6-36CA-45A9-90CD-89EAF29F398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B246BB9-B57A-46E6-9AB3-625DA3AAC22E}" type="doc">
      <dgm:prSet loTypeId="urn:microsoft.com/office/officeart/2005/8/layout/default" loCatId="list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zh-CN" altLang="en-US"/>
        </a:p>
      </dgm:t>
    </dgm:pt>
    <dgm:pt modelId="{36114420-F0AF-421E-9066-C26B2E341828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A238A1D1-F855-4071-8FDB-800384DA20DD}" type="parTrans" cxnId="{00382D9E-5059-43DA-9449-1DBD0B423A85}">
      <dgm:prSet/>
      <dgm:spPr/>
      <dgm:t>
        <a:bodyPr/>
        <a:lstStyle/>
        <a:p>
          <a:endParaRPr lang="zh-CN" altLang="en-US"/>
        </a:p>
      </dgm:t>
    </dgm:pt>
    <dgm:pt modelId="{3B89C8FF-C1CA-4E90-AA6E-9BF023730E18}" type="sibTrans" cxnId="{00382D9E-5059-43DA-9449-1DBD0B423A85}">
      <dgm:prSet/>
      <dgm:spPr/>
      <dgm:t>
        <a:bodyPr/>
        <a:lstStyle/>
        <a:p>
          <a:endParaRPr lang="zh-CN" altLang="en-US"/>
        </a:p>
      </dgm:t>
    </dgm:pt>
    <dgm:pt modelId="{80017475-ED3B-4035-8398-4A43B5728EB6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81C78493-8637-47C2-88ED-F0FAADA70127}" type="parTrans" cxnId="{D8996F8B-17B3-4392-AAF1-B435018A3D9F}">
      <dgm:prSet/>
      <dgm:spPr/>
      <dgm:t>
        <a:bodyPr/>
        <a:lstStyle/>
        <a:p>
          <a:endParaRPr lang="zh-CN" altLang="en-US"/>
        </a:p>
      </dgm:t>
    </dgm:pt>
    <dgm:pt modelId="{1A9AA1B4-7EC5-406E-90F4-4B6E60EA839B}" type="sibTrans" cxnId="{D8996F8B-17B3-4392-AAF1-B435018A3D9F}">
      <dgm:prSet/>
      <dgm:spPr/>
      <dgm:t>
        <a:bodyPr/>
        <a:lstStyle/>
        <a:p>
          <a:endParaRPr lang="zh-CN" altLang="en-US"/>
        </a:p>
      </dgm:t>
    </dgm:pt>
    <dgm:pt modelId="{5BCAEE36-2C9D-4916-A3B3-36D6D7AF114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7F302073-E116-4DC1-BB51-81882CEA0AED}" type="parTrans" cxnId="{DD49F69C-0C3E-4CF6-BDD3-98E4400EC993}">
      <dgm:prSet/>
      <dgm:spPr/>
      <dgm:t>
        <a:bodyPr/>
        <a:lstStyle/>
        <a:p>
          <a:endParaRPr lang="zh-CN" altLang="en-US"/>
        </a:p>
      </dgm:t>
    </dgm:pt>
    <dgm:pt modelId="{6487831C-992C-489D-B103-3F441A389509}" type="sibTrans" cxnId="{DD49F69C-0C3E-4CF6-BDD3-98E4400EC993}">
      <dgm:prSet/>
      <dgm:spPr/>
      <dgm:t>
        <a:bodyPr/>
        <a:lstStyle/>
        <a:p>
          <a:endParaRPr lang="zh-CN" altLang="en-US"/>
        </a:p>
      </dgm:t>
    </dgm:pt>
    <dgm:pt modelId="{89728CF6-37B7-4557-AB2C-F4CBE596EC3F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F5953B1D-A2F8-44B4-8CE6-346047820E11}" type="parTrans" cxnId="{9491C165-3D89-4C43-97B4-E963CB8ACC48}">
      <dgm:prSet/>
      <dgm:spPr/>
      <dgm:t>
        <a:bodyPr/>
        <a:lstStyle/>
        <a:p>
          <a:endParaRPr lang="zh-CN" altLang="en-US"/>
        </a:p>
      </dgm:t>
    </dgm:pt>
    <dgm:pt modelId="{4189EE1F-AB81-44B4-9459-DC04C919F0F4}" type="sibTrans" cxnId="{9491C165-3D89-4C43-97B4-E963CB8ACC48}">
      <dgm:prSet/>
      <dgm:spPr/>
      <dgm:t>
        <a:bodyPr/>
        <a:lstStyle/>
        <a:p>
          <a:endParaRPr lang="zh-CN" altLang="en-US"/>
        </a:p>
      </dgm:t>
    </dgm:pt>
    <dgm:pt modelId="{32CEAFA0-9E28-41A3-89BA-CFA101F132F1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EB945641-D405-473E-9202-C3EF030040B5}" type="parTrans" cxnId="{402242EA-DD26-456B-8E36-F5702A1FDA1B}">
      <dgm:prSet/>
      <dgm:spPr/>
      <dgm:t>
        <a:bodyPr/>
        <a:lstStyle/>
        <a:p>
          <a:endParaRPr lang="zh-CN" altLang="en-US"/>
        </a:p>
      </dgm:t>
    </dgm:pt>
    <dgm:pt modelId="{BB01C25D-7DE6-480A-94FA-4B076B1D42A7}" type="sibTrans" cxnId="{402242EA-DD26-456B-8E36-F5702A1FDA1B}">
      <dgm:prSet/>
      <dgm:spPr/>
      <dgm:t>
        <a:bodyPr/>
        <a:lstStyle/>
        <a:p>
          <a:endParaRPr lang="zh-CN" altLang="en-US"/>
        </a:p>
      </dgm:t>
    </dgm:pt>
    <dgm:pt modelId="{A238D5B4-9D88-45F3-ADED-E9DF72ABAD31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B2DEB7E5-02AF-4C7D-B9EA-64ED460704BB}" type="parTrans" cxnId="{AE9C2187-EFA0-4CED-AC0D-B59D4A832F70}">
      <dgm:prSet/>
      <dgm:spPr/>
    </dgm:pt>
    <dgm:pt modelId="{7AABA937-2853-48D1-9B84-3A995272C0A9}" type="sibTrans" cxnId="{AE9C2187-EFA0-4CED-AC0D-B59D4A832F70}">
      <dgm:prSet/>
      <dgm:spPr/>
    </dgm:pt>
    <dgm:pt modelId="{BBAADE96-DDAE-4959-9116-1D06E015224F}" type="pres">
      <dgm:prSet presAssocID="{0B246BB9-B57A-46E6-9AB3-625DA3AAC22E}" presName="diagram" presStyleCnt="0">
        <dgm:presLayoutVars>
          <dgm:dir/>
          <dgm:resizeHandles val="exact"/>
        </dgm:presLayoutVars>
      </dgm:prSet>
      <dgm:spPr/>
    </dgm:pt>
    <dgm:pt modelId="{7F9259B5-1E49-47A2-AC61-0CB113FA801B}" type="pres">
      <dgm:prSet presAssocID="{36114420-F0AF-421E-9066-C26B2E341828}" presName="node" presStyleLbl="node1" presStyleIdx="0" presStyleCnt="6">
        <dgm:presLayoutVars>
          <dgm:bulletEnabled val="1"/>
        </dgm:presLayoutVars>
      </dgm:prSet>
      <dgm:spPr/>
    </dgm:pt>
    <dgm:pt modelId="{B10EB960-A6AE-4659-87DC-5CAD62AAC7F6}" type="pres">
      <dgm:prSet presAssocID="{3B89C8FF-C1CA-4E90-AA6E-9BF023730E18}" presName="sibTrans" presStyleCnt="0"/>
      <dgm:spPr/>
    </dgm:pt>
    <dgm:pt modelId="{AC559952-BDD8-4204-9534-A2C2F245AA62}" type="pres">
      <dgm:prSet presAssocID="{80017475-ED3B-4035-8398-4A43B5728EB6}" presName="node" presStyleLbl="node1" presStyleIdx="1" presStyleCnt="6">
        <dgm:presLayoutVars>
          <dgm:bulletEnabled val="1"/>
        </dgm:presLayoutVars>
      </dgm:prSet>
      <dgm:spPr/>
    </dgm:pt>
    <dgm:pt modelId="{F54C8AC8-2A77-4132-A5AF-F71F5406540F}" type="pres">
      <dgm:prSet presAssocID="{1A9AA1B4-7EC5-406E-90F4-4B6E60EA839B}" presName="sibTrans" presStyleCnt="0"/>
      <dgm:spPr/>
    </dgm:pt>
    <dgm:pt modelId="{11D7303E-EF39-4599-B271-434D47CAC7E8}" type="pres">
      <dgm:prSet presAssocID="{5BCAEE36-2C9D-4916-A3B3-36D6D7AF114E}" presName="node" presStyleLbl="node1" presStyleIdx="2" presStyleCnt="6">
        <dgm:presLayoutVars>
          <dgm:bulletEnabled val="1"/>
        </dgm:presLayoutVars>
      </dgm:prSet>
      <dgm:spPr/>
    </dgm:pt>
    <dgm:pt modelId="{4AC47826-1C72-4081-928F-9A4F24AC797D}" type="pres">
      <dgm:prSet presAssocID="{6487831C-992C-489D-B103-3F441A389509}" presName="sibTrans" presStyleCnt="0"/>
      <dgm:spPr/>
    </dgm:pt>
    <dgm:pt modelId="{F0910E5B-F88C-44A5-B8B6-E7BC89D6B955}" type="pres">
      <dgm:prSet presAssocID="{89728CF6-37B7-4557-AB2C-F4CBE596EC3F}" presName="node" presStyleLbl="node1" presStyleIdx="3" presStyleCnt="6">
        <dgm:presLayoutVars>
          <dgm:bulletEnabled val="1"/>
        </dgm:presLayoutVars>
      </dgm:prSet>
      <dgm:spPr/>
    </dgm:pt>
    <dgm:pt modelId="{9EB64FBE-62CF-4275-A42E-19024AFDB28E}" type="pres">
      <dgm:prSet presAssocID="{4189EE1F-AB81-44B4-9459-DC04C919F0F4}" presName="sibTrans" presStyleCnt="0"/>
      <dgm:spPr/>
    </dgm:pt>
    <dgm:pt modelId="{F0C5FD4E-91ED-4BA3-8328-C2EE656DE6BA}" type="pres">
      <dgm:prSet presAssocID="{32CEAFA0-9E28-41A3-89BA-CFA101F132F1}" presName="node" presStyleLbl="node1" presStyleIdx="4" presStyleCnt="6">
        <dgm:presLayoutVars>
          <dgm:bulletEnabled val="1"/>
        </dgm:presLayoutVars>
      </dgm:prSet>
      <dgm:spPr/>
    </dgm:pt>
    <dgm:pt modelId="{040F58D3-5B26-4E9B-98C8-8E9614825589}" type="pres">
      <dgm:prSet presAssocID="{BB01C25D-7DE6-480A-94FA-4B076B1D42A7}" presName="sibTrans" presStyleCnt="0"/>
      <dgm:spPr/>
    </dgm:pt>
    <dgm:pt modelId="{3FB51C88-CEB7-486E-9942-A78017CD478B}" type="pres">
      <dgm:prSet presAssocID="{A238D5B4-9D88-45F3-ADED-E9DF72ABAD31}" presName="node" presStyleLbl="node1" presStyleIdx="5" presStyleCnt="6">
        <dgm:presLayoutVars>
          <dgm:bulletEnabled val="1"/>
        </dgm:presLayoutVars>
      </dgm:prSet>
      <dgm:spPr/>
    </dgm:pt>
  </dgm:ptLst>
  <dgm:cxnLst>
    <dgm:cxn modelId="{6B50C403-94AF-4C9B-A324-4FC912A02608}" type="presOf" srcId="{A238D5B4-9D88-45F3-ADED-E9DF72ABAD31}" destId="{3FB51C88-CEB7-486E-9942-A78017CD478B}" srcOrd="0" destOrd="0" presId="urn:microsoft.com/office/officeart/2005/8/layout/default"/>
    <dgm:cxn modelId="{0F460D12-77E3-4557-AEB4-59F9894EE371}" type="presOf" srcId="{5BCAEE36-2C9D-4916-A3B3-36D6D7AF114E}" destId="{11D7303E-EF39-4599-B271-434D47CAC7E8}" srcOrd="0" destOrd="0" presId="urn:microsoft.com/office/officeart/2005/8/layout/default"/>
    <dgm:cxn modelId="{9491C165-3D89-4C43-97B4-E963CB8ACC48}" srcId="{0B246BB9-B57A-46E6-9AB3-625DA3AAC22E}" destId="{89728CF6-37B7-4557-AB2C-F4CBE596EC3F}" srcOrd="3" destOrd="0" parTransId="{F5953B1D-A2F8-44B4-8CE6-346047820E11}" sibTransId="{4189EE1F-AB81-44B4-9459-DC04C919F0F4}"/>
    <dgm:cxn modelId="{1B3FDD4A-647D-4B67-9F8D-902C19525CB8}" type="presOf" srcId="{36114420-F0AF-421E-9066-C26B2E341828}" destId="{7F9259B5-1E49-47A2-AC61-0CB113FA801B}" srcOrd="0" destOrd="0" presId="urn:microsoft.com/office/officeart/2005/8/layout/default"/>
    <dgm:cxn modelId="{06813F7A-8ED2-47BF-B46E-15B5F08A563D}" type="presOf" srcId="{32CEAFA0-9E28-41A3-89BA-CFA101F132F1}" destId="{F0C5FD4E-91ED-4BA3-8328-C2EE656DE6BA}" srcOrd="0" destOrd="0" presId="urn:microsoft.com/office/officeart/2005/8/layout/default"/>
    <dgm:cxn modelId="{AE9C2187-EFA0-4CED-AC0D-B59D4A832F70}" srcId="{0B246BB9-B57A-46E6-9AB3-625DA3AAC22E}" destId="{A238D5B4-9D88-45F3-ADED-E9DF72ABAD31}" srcOrd="5" destOrd="0" parTransId="{B2DEB7E5-02AF-4C7D-B9EA-64ED460704BB}" sibTransId="{7AABA937-2853-48D1-9B84-3A995272C0A9}"/>
    <dgm:cxn modelId="{D8996F8B-17B3-4392-AAF1-B435018A3D9F}" srcId="{0B246BB9-B57A-46E6-9AB3-625DA3AAC22E}" destId="{80017475-ED3B-4035-8398-4A43B5728EB6}" srcOrd="1" destOrd="0" parTransId="{81C78493-8637-47C2-88ED-F0FAADA70127}" sibTransId="{1A9AA1B4-7EC5-406E-90F4-4B6E60EA839B}"/>
    <dgm:cxn modelId="{33ACA58E-B434-49FD-81C5-16CCA8769DB6}" type="presOf" srcId="{89728CF6-37B7-4557-AB2C-F4CBE596EC3F}" destId="{F0910E5B-F88C-44A5-B8B6-E7BC89D6B955}" srcOrd="0" destOrd="0" presId="urn:microsoft.com/office/officeart/2005/8/layout/default"/>
    <dgm:cxn modelId="{DD49F69C-0C3E-4CF6-BDD3-98E4400EC993}" srcId="{0B246BB9-B57A-46E6-9AB3-625DA3AAC22E}" destId="{5BCAEE36-2C9D-4916-A3B3-36D6D7AF114E}" srcOrd="2" destOrd="0" parTransId="{7F302073-E116-4DC1-BB51-81882CEA0AED}" sibTransId="{6487831C-992C-489D-B103-3F441A389509}"/>
    <dgm:cxn modelId="{00382D9E-5059-43DA-9449-1DBD0B423A85}" srcId="{0B246BB9-B57A-46E6-9AB3-625DA3AAC22E}" destId="{36114420-F0AF-421E-9066-C26B2E341828}" srcOrd="0" destOrd="0" parTransId="{A238A1D1-F855-4071-8FDB-800384DA20DD}" sibTransId="{3B89C8FF-C1CA-4E90-AA6E-9BF023730E18}"/>
    <dgm:cxn modelId="{4595C59E-FF92-44CA-AED6-D472559B4093}" type="presOf" srcId="{0B246BB9-B57A-46E6-9AB3-625DA3AAC22E}" destId="{BBAADE96-DDAE-4959-9116-1D06E015224F}" srcOrd="0" destOrd="0" presId="urn:microsoft.com/office/officeart/2005/8/layout/default"/>
    <dgm:cxn modelId="{402242EA-DD26-456B-8E36-F5702A1FDA1B}" srcId="{0B246BB9-B57A-46E6-9AB3-625DA3AAC22E}" destId="{32CEAFA0-9E28-41A3-89BA-CFA101F132F1}" srcOrd="4" destOrd="0" parTransId="{EB945641-D405-473E-9202-C3EF030040B5}" sibTransId="{BB01C25D-7DE6-480A-94FA-4B076B1D42A7}"/>
    <dgm:cxn modelId="{9FFEB7F8-8B4A-4A71-8804-670A940A47D2}" type="presOf" srcId="{80017475-ED3B-4035-8398-4A43B5728EB6}" destId="{AC559952-BDD8-4204-9534-A2C2F245AA62}" srcOrd="0" destOrd="0" presId="urn:microsoft.com/office/officeart/2005/8/layout/default"/>
    <dgm:cxn modelId="{48DEFEBB-7648-4735-ABB6-4CE51EB1DD50}" type="presParOf" srcId="{BBAADE96-DDAE-4959-9116-1D06E015224F}" destId="{7F9259B5-1E49-47A2-AC61-0CB113FA801B}" srcOrd="0" destOrd="0" presId="urn:microsoft.com/office/officeart/2005/8/layout/default"/>
    <dgm:cxn modelId="{9DB33E33-97FB-4AEC-AE5F-52CBF68060F4}" type="presParOf" srcId="{BBAADE96-DDAE-4959-9116-1D06E015224F}" destId="{B10EB960-A6AE-4659-87DC-5CAD62AAC7F6}" srcOrd="1" destOrd="0" presId="urn:microsoft.com/office/officeart/2005/8/layout/default"/>
    <dgm:cxn modelId="{225CB504-89C7-4656-807D-D650E661C07C}" type="presParOf" srcId="{BBAADE96-DDAE-4959-9116-1D06E015224F}" destId="{AC559952-BDD8-4204-9534-A2C2F245AA62}" srcOrd="2" destOrd="0" presId="urn:microsoft.com/office/officeart/2005/8/layout/default"/>
    <dgm:cxn modelId="{3D81C40D-A849-4923-81CD-E5961A0E142C}" type="presParOf" srcId="{BBAADE96-DDAE-4959-9116-1D06E015224F}" destId="{F54C8AC8-2A77-4132-A5AF-F71F5406540F}" srcOrd="3" destOrd="0" presId="urn:microsoft.com/office/officeart/2005/8/layout/default"/>
    <dgm:cxn modelId="{594288F5-C234-4359-9402-2499E255C6B6}" type="presParOf" srcId="{BBAADE96-DDAE-4959-9116-1D06E015224F}" destId="{11D7303E-EF39-4599-B271-434D47CAC7E8}" srcOrd="4" destOrd="0" presId="urn:microsoft.com/office/officeart/2005/8/layout/default"/>
    <dgm:cxn modelId="{4AAEE8F9-41C5-4334-A1A3-657AEB989F2C}" type="presParOf" srcId="{BBAADE96-DDAE-4959-9116-1D06E015224F}" destId="{4AC47826-1C72-4081-928F-9A4F24AC797D}" srcOrd="5" destOrd="0" presId="urn:microsoft.com/office/officeart/2005/8/layout/default"/>
    <dgm:cxn modelId="{964B9292-3950-4D59-BBD5-098D47026BF9}" type="presParOf" srcId="{BBAADE96-DDAE-4959-9116-1D06E015224F}" destId="{F0910E5B-F88C-44A5-B8B6-E7BC89D6B955}" srcOrd="6" destOrd="0" presId="urn:microsoft.com/office/officeart/2005/8/layout/default"/>
    <dgm:cxn modelId="{A3A348F1-C0E5-406D-AB2F-6DDD0D365EDA}" type="presParOf" srcId="{BBAADE96-DDAE-4959-9116-1D06E015224F}" destId="{9EB64FBE-62CF-4275-A42E-19024AFDB28E}" srcOrd="7" destOrd="0" presId="urn:microsoft.com/office/officeart/2005/8/layout/default"/>
    <dgm:cxn modelId="{D822BB8C-34FE-4437-ACB8-ADA4EDA76080}" type="presParOf" srcId="{BBAADE96-DDAE-4959-9116-1D06E015224F}" destId="{F0C5FD4E-91ED-4BA3-8328-C2EE656DE6BA}" srcOrd="8" destOrd="0" presId="urn:microsoft.com/office/officeart/2005/8/layout/default"/>
    <dgm:cxn modelId="{0B0F07E4-1608-4FF3-85D6-DFA43119084D}" type="presParOf" srcId="{BBAADE96-DDAE-4959-9116-1D06E015224F}" destId="{040F58D3-5B26-4E9B-98C8-8E9614825589}" srcOrd="9" destOrd="0" presId="urn:microsoft.com/office/officeart/2005/8/layout/default"/>
    <dgm:cxn modelId="{3772DAB2-35CC-4884-80AC-3B00FA344A5E}" type="presParOf" srcId="{BBAADE96-DDAE-4959-9116-1D06E015224F}" destId="{3FB51C88-CEB7-486E-9942-A78017CD478B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4B3265-F028-48C9-9F1C-D823186D7EEA}" type="doc">
      <dgm:prSet loTypeId="urn:microsoft.com/office/officeart/2005/8/layout/default" loCatId="list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zh-CN" altLang="en-US"/>
        </a:p>
      </dgm:t>
    </dgm:pt>
    <dgm:pt modelId="{B8C52685-A442-4C01-A94B-07A06A2E00A5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1</a:t>
          </a:r>
          <a:endParaRPr lang="zh-CN" altLang="en-US"/>
        </a:p>
      </dgm:t>
    </dgm:pt>
    <dgm:pt modelId="{F707E6FC-C00D-4F49-8737-68D1162C6888}" type="parTrans" cxnId="{CF98B22A-B1AD-441F-8124-5D475097F383}">
      <dgm:prSet/>
      <dgm:spPr/>
      <dgm:t>
        <a:bodyPr/>
        <a:lstStyle/>
        <a:p>
          <a:endParaRPr lang="zh-CN" altLang="en-US"/>
        </a:p>
      </dgm:t>
    </dgm:pt>
    <dgm:pt modelId="{937CB4A5-3C1F-40D5-B64A-4F764AE5E25D}" type="sibTrans" cxnId="{CF98B22A-B1AD-441F-8124-5D475097F383}">
      <dgm:prSet/>
      <dgm:spPr/>
      <dgm:t>
        <a:bodyPr/>
        <a:lstStyle/>
        <a:p>
          <a:endParaRPr lang="zh-CN" altLang="en-US"/>
        </a:p>
      </dgm:t>
    </dgm:pt>
    <dgm:pt modelId="{4E360AA0-B37C-485A-B08A-BB659F133A79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2</a:t>
          </a:r>
          <a:endParaRPr lang="zh-CN" altLang="en-US"/>
        </a:p>
      </dgm:t>
    </dgm:pt>
    <dgm:pt modelId="{8D2E4A72-0B7C-495F-8EBD-BB1974A1F38F}" type="parTrans" cxnId="{864F075D-9D4B-4826-A5E5-DF868EEFA025}">
      <dgm:prSet/>
      <dgm:spPr/>
      <dgm:t>
        <a:bodyPr/>
        <a:lstStyle/>
        <a:p>
          <a:endParaRPr lang="zh-CN" altLang="en-US"/>
        </a:p>
      </dgm:t>
    </dgm:pt>
    <dgm:pt modelId="{8FF1D755-F1ED-4CA8-9C4C-78143DA11D5F}" type="sibTrans" cxnId="{864F075D-9D4B-4826-A5E5-DF868EEFA025}">
      <dgm:prSet/>
      <dgm:spPr/>
      <dgm:t>
        <a:bodyPr/>
        <a:lstStyle/>
        <a:p>
          <a:endParaRPr lang="zh-CN" altLang="en-US"/>
        </a:p>
      </dgm:t>
    </dgm:pt>
    <dgm:pt modelId="{B5724F48-E6C8-4589-80E5-6AA534448FD6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3</a:t>
          </a:r>
          <a:endParaRPr lang="zh-CN" altLang="en-US"/>
        </a:p>
      </dgm:t>
    </dgm:pt>
    <dgm:pt modelId="{70350C6A-D919-46DC-ADBB-CA9760AC48B5}" type="parTrans" cxnId="{711620F3-98B8-4241-887E-B3279E193A2C}">
      <dgm:prSet/>
      <dgm:spPr/>
      <dgm:t>
        <a:bodyPr/>
        <a:lstStyle/>
        <a:p>
          <a:endParaRPr lang="zh-CN" altLang="en-US"/>
        </a:p>
      </dgm:t>
    </dgm:pt>
    <dgm:pt modelId="{0A2E9BBF-2D61-400E-99BE-C66F55C64462}" type="sibTrans" cxnId="{711620F3-98B8-4241-887E-B3279E193A2C}">
      <dgm:prSet/>
      <dgm:spPr/>
      <dgm:t>
        <a:bodyPr/>
        <a:lstStyle/>
        <a:p>
          <a:endParaRPr lang="zh-CN" altLang="en-US"/>
        </a:p>
      </dgm:t>
    </dgm:pt>
    <dgm:pt modelId="{BF92FD82-F4DE-44DF-9136-73C65AF3E06E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4</a:t>
          </a:r>
          <a:endParaRPr lang="zh-CN" altLang="en-US"/>
        </a:p>
      </dgm:t>
    </dgm:pt>
    <dgm:pt modelId="{6B6B4AEE-6BD0-49B6-887C-0C0676CA93E8}" type="parTrans" cxnId="{7C513870-6040-455D-90D1-39D2A23D3E33}">
      <dgm:prSet/>
      <dgm:spPr/>
      <dgm:t>
        <a:bodyPr/>
        <a:lstStyle/>
        <a:p>
          <a:endParaRPr lang="zh-CN" altLang="en-US"/>
        </a:p>
      </dgm:t>
    </dgm:pt>
    <dgm:pt modelId="{8F90A513-4C89-4152-AB3C-AD6E8E722A3B}" type="sibTrans" cxnId="{7C513870-6040-455D-90D1-39D2A23D3E33}">
      <dgm:prSet/>
      <dgm:spPr/>
      <dgm:t>
        <a:bodyPr/>
        <a:lstStyle/>
        <a:p>
          <a:endParaRPr lang="zh-CN" altLang="en-US"/>
        </a:p>
      </dgm:t>
    </dgm:pt>
    <dgm:pt modelId="{2E63F45A-DEBE-4D68-BA4A-7361BA3E1F95}">
      <dgm:prSet phldrT="[文本]"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5</a:t>
          </a:r>
          <a:endParaRPr lang="zh-CN" altLang="en-US"/>
        </a:p>
      </dgm:t>
    </dgm:pt>
    <dgm:pt modelId="{B5BBE199-E9FA-48E7-8AAE-167C8776CFA0}" type="parTrans" cxnId="{0E8D3945-6322-408A-A235-831140406393}">
      <dgm:prSet/>
      <dgm:spPr/>
      <dgm:t>
        <a:bodyPr/>
        <a:lstStyle/>
        <a:p>
          <a:endParaRPr lang="zh-CN" altLang="en-US"/>
        </a:p>
      </dgm:t>
    </dgm:pt>
    <dgm:pt modelId="{BBAC0D97-496D-4816-8BF3-5E142227DF7A}" type="sibTrans" cxnId="{0E8D3945-6322-408A-A235-831140406393}">
      <dgm:prSet/>
      <dgm:spPr/>
      <dgm:t>
        <a:bodyPr/>
        <a:lstStyle/>
        <a:p>
          <a:endParaRPr lang="zh-CN" altLang="en-US"/>
        </a:p>
      </dgm:t>
    </dgm:pt>
    <dgm:pt modelId="{0839E28B-8B69-4E88-8CCA-E39AFFA2CF19}">
      <dgm:prSet/>
      <dgm:spPr/>
      <dgm:t>
        <a:bodyPr/>
        <a:lstStyle/>
        <a:p>
          <a:r>
            <a:rPr lang="zh-CN" altLang="en-US"/>
            <a:t>项目 </a:t>
          </a:r>
          <a:r>
            <a:rPr lang="en-US" altLang="zh-CN"/>
            <a:t>6</a:t>
          </a:r>
          <a:endParaRPr lang="zh-CN" altLang="en-US"/>
        </a:p>
      </dgm:t>
    </dgm:pt>
    <dgm:pt modelId="{80E374EC-07D9-4276-B746-71A0FB13CFF7}" type="parTrans" cxnId="{E2FBCAFD-548E-425D-9BCE-8EAB0AD1ED66}">
      <dgm:prSet/>
      <dgm:spPr/>
    </dgm:pt>
    <dgm:pt modelId="{C282EA3E-7FD7-4CD1-A193-1CFA3E6BBD06}" type="sibTrans" cxnId="{E2FBCAFD-548E-425D-9BCE-8EAB0AD1ED66}">
      <dgm:prSet/>
      <dgm:spPr/>
    </dgm:pt>
    <dgm:pt modelId="{0ED13E83-DC19-4D5E-BF66-4BF36D49B37C}" type="pres">
      <dgm:prSet presAssocID="{084B3265-F028-48C9-9F1C-D823186D7EEA}" presName="diagram" presStyleCnt="0">
        <dgm:presLayoutVars>
          <dgm:dir/>
          <dgm:resizeHandles val="exact"/>
        </dgm:presLayoutVars>
      </dgm:prSet>
      <dgm:spPr/>
    </dgm:pt>
    <dgm:pt modelId="{77436753-E7D7-4DE6-AA55-17DEC6004748}" type="pres">
      <dgm:prSet presAssocID="{B8C52685-A442-4C01-A94B-07A06A2E00A5}" presName="node" presStyleLbl="node1" presStyleIdx="0" presStyleCnt="6">
        <dgm:presLayoutVars>
          <dgm:bulletEnabled val="1"/>
        </dgm:presLayoutVars>
      </dgm:prSet>
      <dgm:spPr/>
    </dgm:pt>
    <dgm:pt modelId="{8B4E718A-4E39-4D20-AC3C-D409F87B96E0}" type="pres">
      <dgm:prSet presAssocID="{937CB4A5-3C1F-40D5-B64A-4F764AE5E25D}" presName="sibTrans" presStyleCnt="0"/>
      <dgm:spPr/>
    </dgm:pt>
    <dgm:pt modelId="{840E5EFB-7AAB-4A75-B871-5EAF833A1463}" type="pres">
      <dgm:prSet presAssocID="{4E360AA0-B37C-485A-B08A-BB659F133A79}" presName="node" presStyleLbl="node1" presStyleIdx="1" presStyleCnt="6">
        <dgm:presLayoutVars>
          <dgm:bulletEnabled val="1"/>
        </dgm:presLayoutVars>
      </dgm:prSet>
      <dgm:spPr/>
    </dgm:pt>
    <dgm:pt modelId="{92EBACAC-0BBA-481A-8833-36C797A4B05B}" type="pres">
      <dgm:prSet presAssocID="{8FF1D755-F1ED-4CA8-9C4C-78143DA11D5F}" presName="sibTrans" presStyleCnt="0"/>
      <dgm:spPr/>
    </dgm:pt>
    <dgm:pt modelId="{404422DA-79F5-4E7A-8094-3BEEE6F82A18}" type="pres">
      <dgm:prSet presAssocID="{B5724F48-E6C8-4589-80E5-6AA534448FD6}" presName="node" presStyleLbl="node1" presStyleIdx="2" presStyleCnt="6">
        <dgm:presLayoutVars>
          <dgm:bulletEnabled val="1"/>
        </dgm:presLayoutVars>
      </dgm:prSet>
      <dgm:spPr/>
    </dgm:pt>
    <dgm:pt modelId="{48ABCB61-BE68-4D56-A5BB-B86E2CE1A3C8}" type="pres">
      <dgm:prSet presAssocID="{0A2E9BBF-2D61-400E-99BE-C66F55C64462}" presName="sibTrans" presStyleCnt="0"/>
      <dgm:spPr/>
    </dgm:pt>
    <dgm:pt modelId="{771AFBCB-0F23-4BBB-92A0-ECA17836BFB9}" type="pres">
      <dgm:prSet presAssocID="{BF92FD82-F4DE-44DF-9136-73C65AF3E06E}" presName="node" presStyleLbl="node1" presStyleIdx="3" presStyleCnt="6">
        <dgm:presLayoutVars>
          <dgm:bulletEnabled val="1"/>
        </dgm:presLayoutVars>
      </dgm:prSet>
      <dgm:spPr/>
    </dgm:pt>
    <dgm:pt modelId="{CAD88198-EBD0-4FE3-A43B-E00CD18BD74C}" type="pres">
      <dgm:prSet presAssocID="{8F90A513-4C89-4152-AB3C-AD6E8E722A3B}" presName="sibTrans" presStyleCnt="0"/>
      <dgm:spPr/>
    </dgm:pt>
    <dgm:pt modelId="{CDF9FFF9-C79D-4C3F-8EDE-1C685F023548}" type="pres">
      <dgm:prSet presAssocID="{2E63F45A-DEBE-4D68-BA4A-7361BA3E1F95}" presName="node" presStyleLbl="node1" presStyleIdx="4" presStyleCnt="6">
        <dgm:presLayoutVars>
          <dgm:bulletEnabled val="1"/>
        </dgm:presLayoutVars>
      </dgm:prSet>
      <dgm:spPr/>
    </dgm:pt>
    <dgm:pt modelId="{C7B1DF52-B7A3-4DAC-A6A3-1E6122F366E3}" type="pres">
      <dgm:prSet presAssocID="{BBAC0D97-496D-4816-8BF3-5E142227DF7A}" presName="sibTrans" presStyleCnt="0"/>
      <dgm:spPr/>
    </dgm:pt>
    <dgm:pt modelId="{03ECD99B-0366-4527-979C-A5E6D34A355E}" type="pres">
      <dgm:prSet presAssocID="{0839E28B-8B69-4E88-8CCA-E39AFFA2CF19}" presName="node" presStyleLbl="node1" presStyleIdx="5" presStyleCnt="6">
        <dgm:presLayoutVars>
          <dgm:bulletEnabled val="1"/>
        </dgm:presLayoutVars>
      </dgm:prSet>
      <dgm:spPr/>
    </dgm:pt>
  </dgm:ptLst>
  <dgm:cxnLst>
    <dgm:cxn modelId="{CADB4C22-94B9-4B34-8929-80C206404F87}" type="presOf" srcId="{084B3265-F028-48C9-9F1C-D823186D7EEA}" destId="{0ED13E83-DC19-4D5E-BF66-4BF36D49B37C}" srcOrd="0" destOrd="0" presId="urn:microsoft.com/office/officeart/2005/8/layout/default"/>
    <dgm:cxn modelId="{CF98B22A-B1AD-441F-8124-5D475097F383}" srcId="{084B3265-F028-48C9-9F1C-D823186D7EEA}" destId="{B8C52685-A442-4C01-A94B-07A06A2E00A5}" srcOrd="0" destOrd="0" parTransId="{F707E6FC-C00D-4F49-8737-68D1162C6888}" sibTransId="{937CB4A5-3C1F-40D5-B64A-4F764AE5E25D}"/>
    <dgm:cxn modelId="{864F075D-9D4B-4826-A5E5-DF868EEFA025}" srcId="{084B3265-F028-48C9-9F1C-D823186D7EEA}" destId="{4E360AA0-B37C-485A-B08A-BB659F133A79}" srcOrd="1" destOrd="0" parTransId="{8D2E4A72-0B7C-495F-8EBD-BB1974A1F38F}" sibTransId="{8FF1D755-F1ED-4CA8-9C4C-78143DA11D5F}"/>
    <dgm:cxn modelId="{68F1E743-81DC-4914-BFAF-0C014CE8AC80}" type="presOf" srcId="{B8C52685-A442-4C01-A94B-07A06A2E00A5}" destId="{77436753-E7D7-4DE6-AA55-17DEC6004748}" srcOrd="0" destOrd="0" presId="urn:microsoft.com/office/officeart/2005/8/layout/default"/>
    <dgm:cxn modelId="{89F01544-DEF7-493B-BA10-F91897EDC48E}" type="presOf" srcId="{4E360AA0-B37C-485A-B08A-BB659F133A79}" destId="{840E5EFB-7AAB-4A75-B871-5EAF833A1463}" srcOrd="0" destOrd="0" presId="urn:microsoft.com/office/officeart/2005/8/layout/default"/>
    <dgm:cxn modelId="{0E8D3945-6322-408A-A235-831140406393}" srcId="{084B3265-F028-48C9-9F1C-D823186D7EEA}" destId="{2E63F45A-DEBE-4D68-BA4A-7361BA3E1F95}" srcOrd="4" destOrd="0" parTransId="{B5BBE199-E9FA-48E7-8AAE-167C8776CFA0}" sibTransId="{BBAC0D97-496D-4816-8BF3-5E142227DF7A}"/>
    <dgm:cxn modelId="{7C513870-6040-455D-90D1-39D2A23D3E33}" srcId="{084B3265-F028-48C9-9F1C-D823186D7EEA}" destId="{BF92FD82-F4DE-44DF-9136-73C65AF3E06E}" srcOrd="3" destOrd="0" parTransId="{6B6B4AEE-6BD0-49B6-887C-0C0676CA93E8}" sibTransId="{8F90A513-4C89-4152-AB3C-AD6E8E722A3B}"/>
    <dgm:cxn modelId="{F99732B3-954F-4DA8-ACCC-A28281984F0C}" type="presOf" srcId="{0839E28B-8B69-4E88-8CCA-E39AFFA2CF19}" destId="{03ECD99B-0366-4527-979C-A5E6D34A355E}" srcOrd="0" destOrd="0" presId="urn:microsoft.com/office/officeart/2005/8/layout/default"/>
    <dgm:cxn modelId="{E31336B5-C5FA-41E3-9ED3-4F0DF25386A1}" type="presOf" srcId="{2E63F45A-DEBE-4D68-BA4A-7361BA3E1F95}" destId="{CDF9FFF9-C79D-4C3F-8EDE-1C685F023548}" srcOrd="0" destOrd="0" presId="urn:microsoft.com/office/officeart/2005/8/layout/default"/>
    <dgm:cxn modelId="{6AEF70D4-CB89-4F0F-B67D-A57855DBBF8C}" type="presOf" srcId="{BF92FD82-F4DE-44DF-9136-73C65AF3E06E}" destId="{771AFBCB-0F23-4BBB-92A0-ECA17836BFB9}" srcOrd="0" destOrd="0" presId="urn:microsoft.com/office/officeart/2005/8/layout/default"/>
    <dgm:cxn modelId="{B7E7A3EC-72A9-4EA3-A0A8-E4BC75A83A12}" type="presOf" srcId="{B5724F48-E6C8-4589-80E5-6AA534448FD6}" destId="{404422DA-79F5-4E7A-8094-3BEEE6F82A18}" srcOrd="0" destOrd="0" presId="urn:microsoft.com/office/officeart/2005/8/layout/default"/>
    <dgm:cxn modelId="{711620F3-98B8-4241-887E-B3279E193A2C}" srcId="{084B3265-F028-48C9-9F1C-D823186D7EEA}" destId="{B5724F48-E6C8-4589-80E5-6AA534448FD6}" srcOrd="2" destOrd="0" parTransId="{70350C6A-D919-46DC-ADBB-CA9760AC48B5}" sibTransId="{0A2E9BBF-2D61-400E-99BE-C66F55C64462}"/>
    <dgm:cxn modelId="{E2FBCAFD-548E-425D-9BCE-8EAB0AD1ED66}" srcId="{084B3265-F028-48C9-9F1C-D823186D7EEA}" destId="{0839E28B-8B69-4E88-8CCA-E39AFFA2CF19}" srcOrd="5" destOrd="0" parTransId="{80E374EC-07D9-4276-B746-71A0FB13CFF7}" sibTransId="{C282EA3E-7FD7-4CD1-A193-1CFA3E6BBD06}"/>
    <dgm:cxn modelId="{A955518D-1A2B-44AD-BE2A-751A7FE22F59}" type="presParOf" srcId="{0ED13E83-DC19-4D5E-BF66-4BF36D49B37C}" destId="{77436753-E7D7-4DE6-AA55-17DEC6004748}" srcOrd="0" destOrd="0" presId="urn:microsoft.com/office/officeart/2005/8/layout/default"/>
    <dgm:cxn modelId="{A42D5A3A-0EC0-40C9-8735-DAB24F534D72}" type="presParOf" srcId="{0ED13E83-DC19-4D5E-BF66-4BF36D49B37C}" destId="{8B4E718A-4E39-4D20-AC3C-D409F87B96E0}" srcOrd="1" destOrd="0" presId="urn:microsoft.com/office/officeart/2005/8/layout/default"/>
    <dgm:cxn modelId="{1D9EC259-E588-47B5-967A-EBCAE568EC4E}" type="presParOf" srcId="{0ED13E83-DC19-4D5E-BF66-4BF36D49B37C}" destId="{840E5EFB-7AAB-4A75-B871-5EAF833A1463}" srcOrd="2" destOrd="0" presId="urn:microsoft.com/office/officeart/2005/8/layout/default"/>
    <dgm:cxn modelId="{BA0C7CE5-4EB2-4AC5-8FB4-D9FFA339F37E}" type="presParOf" srcId="{0ED13E83-DC19-4D5E-BF66-4BF36D49B37C}" destId="{92EBACAC-0BBA-481A-8833-36C797A4B05B}" srcOrd="3" destOrd="0" presId="urn:microsoft.com/office/officeart/2005/8/layout/default"/>
    <dgm:cxn modelId="{F6B003C0-8F1F-457D-BB10-7C910FA9C739}" type="presParOf" srcId="{0ED13E83-DC19-4D5E-BF66-4BF36D49B37C}" destId="{404422DA-79F5-4E7A-8094-3BEEE6F82A18}" srcOrd="4" destOrd="0" presId="urn:microsoft.com/office/officeart/2005/8/layout/default"/>
    <dgm:cxn modelId="{0B6E2DDB-57F0-471C-809E-DEC135E421C1}" type="presParOf" srcId="{0ED13E83-DC19-4D5E-BF66-4BF36D49B37C}" destId="{48ABCB61-BE68-4D56-A5BB-B86E2CE1A3C8}" srcOrd="5" destOrd="0" presId="urn:microsoft.com/office/officeart/2005/8/layout/default"/>
    <dgm:cxn modelId="{A297D0F3-19F9-479F-A99B-48F1C55FC139}" type="presParOf" srcId="{0ED13E83-DC19-4D5E-BF66-4BF36D49B37C}" destId="{771AFBCB-0F23-4BBB-92A0-ECA17836BFB9}" srcOrd="6" destOrd="0" presId="urn:microsoft.com/office/officeart/2005/8/layout/default"/>
    <dgm:cxn modelId="{DA478D5B-0D98-43BE-84E7-9904EC042CC7}" type="presParOf" srcId="{0ED13E83-DC19-4D5E-BF66-4BF36D49B37C}" destId="{CAD88198-EBD0-4FE3-A43B-E00CD18BD74C}" srcOrd="7" destOrd="0" presId="urn:microsoft.com/office/officeart/2005/8/layout/default"/>
    <dgm:cxn modelId="{19EC68B9-1CD9-40B2-A2E6-33BCB451E834}" type="presParOf" srcId="{0ED13E83-DC19-4D5E-BF66-4BF36D49B37C}" destId="{CDF9FFF9-C79D-4C3F-8EDE-1C685F023548}" srcOrd="8" destOrd="0" presId="urn:microsoft.com/office/officeart/2005/8/layout/default"/>
    <dgm:cxn modelId="{106D5CEE-B503-472C-91E4-AAF9FE656C63}" type="presParOf" srcId="{0ED13E83-DC19-4D5E-BF66-4BF36D49B37C}" destId="{C7B1DF52-B7A3-4DAC-A6A3-1E6122F366E3}" srcOrd="9" destOrd="0" presId="urn:microsoft.com/office/officeart/2005/8/layout/default"/>
    <dgm:cxn modelId="{94E8F7E9-53A3-4C57-B355-5FBCA8CD75B4}" type="presParOf" srcId="{0ED13E83-DC19-4D5E-BF66-4BF36D49B37C}" destId="{03ECD99B-0366-4527-979C-A5E6D34A355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8A651-BEF4-4BC8-991B-DA9F3E244335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A72CE1EF-248E-4E9C-8364-3B4C7E9CA139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3993B58B-53EB-4A7B-A2B4-5BC99AA58CC3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A51E1DB9-479A-488E-B4AE-26549A52E04A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9C90F47D-94C3-4817-A749-3D920C463C5D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8B5BB6C4-DEEE-4485-9EAF-D054CA63795B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8EDBF4-F8A0-42B0-8ED7-E2330A4A8FA0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625027EF-F386-4395-967D-897040896E73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653B9CC5-1802-4A46-878F-D9668BFB647E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B5514651-59F4-414D-833A-3087EF5B9FC9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3EE0AB3B-C7FF-4837-93EF-9E5AF74724AB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4663FFA8-A61D-42DB-9EAD-4A8A8B35232F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9F7E8-8781-4CA2-9821-79033EB08DA1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43B769A6-9276-44EE-976F-C24AAFD60F36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3">
            <a:hueOff val="823433"/>
            <a:satOff val="4942"/>
            <a:lumOff val="3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6D3C073D-6D52-46A5-8502-6DF5002D1877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3">
            <a:hueOff val="1646865"/>
            <a:satOff val="9885"/>
            <a:lumOff val="7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AE871CB5-5409-4C1A-A86D-D3533768F0E8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3">
            <a:hueOff val="2470298"/>
            <a:satOff val="14827"/>
            <a:lumOff val="1129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C8003047-6576-4823-8A8D-F1FB2174515B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3">
            <a:hueOff val="3293730"/>
            <a:satOff val="19770"/>
            <a:lumOff val="150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D2986B8F-1E07-433D-8AEE-7F70E1E66DED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174FB-4BF9-491D-9B3B-FC61BB66F683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CA02501F-359E-4633-A3B2-F00ACAD04864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2">
            <a:shade val="80000"/>
            <a:hueOff val="-91001"/>
            <a:satOff val="1702"/>
            <a:lumOff val="542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2A81D390-B6D6-4531-AD87-1FBA88244C0A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2">
            <a:shade val="80000"/>
            <a:hueOff val="-182002"/>
            <a:satOff val="3404"/>
            <a:lumOff val="1084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AB0EF733-08F5-4143-B0A2-8C23CEFC0EE0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2">
            <a:shade val="80000"/>
            <a:hueOff val="-273002"/>
            <a:satOff val="5106"/>
            <a:lumOff val="162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B0279306-08B4-4434-95BC-858493DBCAC0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2">
            <a:shade val="80000"/>
            <a:hueOff val="-364003"/>
            <a:satOff val="6808"/>
            <a:lumOff val="2169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901400D6-36CA-45A9-90CD-89EAF29F3987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259B5-1E49-47A2-AC61-0CB113FA801B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AC559952-BDD8-4204-9534-A2C2F245AA62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11D7303E-EF39-4599-B271-434D47CAC7E8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2">
            <a:shade val="50000"/>
            <a:hueOff val="-365899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F0910E5B-F88C-44A5-B8B6-E7BC89D6B955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2">
            <a:shade val="50000"/>
            <a:hueOff val="-548849"/>
            <a:satOff val="4372"/>
            <a:lumOff val="467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F0C5FD4E-91ED-4BA3-8328-C2EE656DE6BA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2">
            <a:shade val="50000"/>
            <a:hueOff val="-365899"/>
            <a:satOff val="2915"/>
            <a:lumOff val="3116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3FB51C88-CEB7-486E-9942-A78017CD478B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2">
            <a:shade val="50000"/>
            <a:hueOff val="-182950"/>
            <a:satOff val="1457"/>
            <a:lumOff val="155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436753-E7D7-4DE6-AA55-17DEC6004748}">
      <dsp:nvSpPr>
        <dsp:cNvPr id="0" name=""/>
        <dsp:cNvSpPr/>
      </dsp:nvSpPr>
      <dsp:spPr>
        <a:xfrm>
          <a:off x="465" y="726157"/>
          <a:ext cx="1813842" cy="1088305"/>
        </a:xfrm>
        <a:prstGeom prst="rect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1</a:t>
          </a:r>
          <a:endParaRPr lang="zh-CN" altLang="en-US" sz="4100" kern="1200"/>
        </a:p>
      </dsp:txBody>
      <dsp:txXfrm>
        <a:off x="465" y="726157"/>
        <a:ext cx="1813842" cy="1088305"/>
      </dsp:txXfrm>
    </dsp:sp>
    <dsp:sp modelId="{840E5EFB-7AAB-4A75-B871-5EAF833A1463}">
      <dsp:nvSpPr>
        <dsp:cNvPr id="0" name=""/>
        <dsp:cNvSpPr/>
      </dsp:nvSpPr>
      <dsp:spPr>
        <a:xfrm>
          <a:off x="1995692" y="726157"/>
          <a:ext cx="1813842" cy="1088305"/>
        </a:xfrm>
        <a:prstGeom prst="rect">
          <a:avLst/>
        </a:prstGeom>
        <a:solidFill>
          <a:schemeClr val="accent4">
            <a:shade val="80000"/>
            <a:hueOff val="105649"/>
            <a:satOff val="-6052"/>
            <a:lumOff val="67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2</a:t>
          </a:r>
          <a:endParaRPr lang="zh-CN" altLang="en-US" sz="4100" kern="1200"/>
        </a:p>
      </dsp:txBody>
      <dsp:txXfrm>
        <a:off x="1995692" y="726157"/>
        <a:ext cx="1813842" cy="1088305"/>
      </dsp:txXfrm>
    </dsp:sp>
    <dsp:sp modelId="{404422DA-79F5-4E7A-8094-3BEEE6F82A18}">
      <dsp:nvSpPr>
        <dsp:cNvPr id="0" name=""/>
        <dsp:cNvSpPr/>
      </dsp:nvSpPr>
      <dsp:spPr>
        <a:xfrm>
          <a:off x="465" y="1995847"/>
          <a:ext cx="1813842" cy="1088305"/>
        </a:xfrm>
        <a:prstGeom prst="rect">
          <a:avLst/>
        </a:prstGeom>
        <a:solidFill>
          <a:schemeClr val="accent4">
            <a:shade val="80000"/>
            <a:hueOff val="211298"/>
            <a:satOff val="-12103"/>
            <a:lumOff val="134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3</a:t>
          </a:r>
          <a:endParaRPr lang="zh-CN" altLang="en-US" sz="4100" kern="1200"/>
        </a:p>
      </dsp:txBody>
      <dsp:txXfrm>
        <a:off x="465" y="1995847"/>
        <a:ext cx="1813842" cy="1088305"/>
      </dsp:txXfrm>
    </dsp:sp>
    <dsp:sp modelId="{771AFBCB-0F23-4BBB-92A0-ECA17836BFB9}">
      <dsp:nvSpPr>
        <dsp:cNvPr id="0" name=""/>
        <dsp:cNvSpPr/>
      </dsp:nvSpPr>
      <dsp:spPr>
        <a:xfrm>
          <a:off x="1995692" y="1995847"/>
          <a:ext cx="1813842" cy="1088305"/>
        </a:xfrm>
        <a:prstGeom prst="rect">
          <a:avLst/>
        </a:prstGeom>
        <a:solidFill>
          <a:schemeClr val="accent4">
            <a:shade val="80000"/>
            <a:hueOff val="316947"/>
            <a:satOff val="-18155"/>
            <a:lumOff val="201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4</a:t>
          </a:r>
          <a:endParaRPr lang="zh-CN" altLang="en-US" sz="4100" kern="1200"/>
        </a:p>
      </dsp:txBody>
      <dsp:txXfrm>
        <a:off x="1995692" y="1995847"/>
        <a:ext cx="1813842" cy="1088305"/>
      </dsp:txXfrm>
    </dsp:sp>
    <dsp:sp modelId="{CDF9FFF9-C79D-4C3F-8EDE-1C685F023548}">
      <dsp:nvSpPr>
        <dsp:cNvPr id="0" name=""/>
        <dsp:cNvSpPr/>
      </dsp:nvSpPr>
      <dsp:spPr>
        <a:xfrm>
          <a:off x="465" y="3265537"/>
          <a:ext cx="1813842" cy="1088305"/>
        </a:xfrm>
        <a:prstGeom prst="rect">
          <a:avLst/>
        </a:prstGeom>
        <a:solidFill>
          <a:schemeClr val="accent4">
            <a:shade val="80000"/>
            <a:hueOff val="422596"/>
            <a:satOff val="-24206"/>
            <a:lumOff val="2683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5</a:t>
          </a:r>
          <a:endParaRPr lang="zh-CN" altLang="en-US" sz="4100" kern="1200"/>
        </a:p>
      </dsp:txBody>
      <dsp:txXfrm>
        <a:off x="465" y="3265537"/>
        <a:ext cx="1813842" cy="1088305"/>
      </dsp:txXfrm>
    </dsp:sp>
    <dsp:sp modelId="{03ECD99B-0366-4527-979C-A5E6D34A355E}">
      <dsp:nvSpPr>
        <dsp:cNvPr id="0" name=""/>
        <dsp:cNvSpPr/>
      </dsp:nvSpPr>
      <dsp:spPr>
        <a:xfrm>
          <a:off x="1995692" y="3265537"/>
          <a:ext cx="1813842" cy="1088305"/>
        </a:xfrm>
        <a:prstGeom prst="rect">
          <a:avLst/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/>
            <a:t>项目 </a:t>
          </a:r>
          <a:r>
            <a:rPr lang="en-US" altLang="zh-CN" sz="4100" kern="1200"/>
            <a:t>6</a:t>
          </a:r>
          <a:endParaRPr lang="zh-CN" altLang="en-US" sz="4100" kern="1200"/>
        </a:p>
      </dsp:txBody>
      <dsp:txXfrm>
        <a:off x="1995692" y="3265537"/>
        <a:ext cx="1813842" cy="10883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41371-A540-AD20-1353-A679119E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54DC18-9E23-6D2A-7218-38BB99B18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692F6-C13F-3C43-7DA4-C30DB13A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A034D6-DA5B-BBD1-0576-C3BBF5D7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513B83-3F97-D7D2-07BA-9CBA0410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07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B37A-5860-36EC-3B8F-C3BEF39A0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6C8EFC-42C8-6858-EF7B-204289CB6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E876C-7AAA-0018-7428-4319DB5F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892AFF-D7AA-D9E3-C6B5-3291CB5EF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D606C-50D6-C6FD-154D-B96F05CC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410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FC38B-3000-ABFE-1A53-09A02DDB1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C065A-C4AA-8A41-CC1B-0F890356B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2C2B0-3D63-18DA-CEA0-43EA023D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40CC39-D154-A5C1-C804-8E4B03431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F5EE6E-0FB7-1811-99A2-BADC6FB9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76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95E0F-EFA4-0A51-90AA-B9BF1F06B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45480A-8BBE-C6D9-1126-ACFC31679F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E2406D-AA48-E2A9-6DCF-53396AA66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CF3E29-62E1-3663-74CD-CE346B69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8C6A0-1314-9DA8-C06A-98C8170F0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FB969-FC9E-5547-2870-23635BFB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173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8B9C8-C602-2858-FAF7-A694752F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5D9F98-F861-EC95-4A85-836932FBA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9583B6-4463-1A41-BDFD-600D26915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BA9BAEF-545C-40B7-350A-79EE5A834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06E456-1733-C8A3-86E1-E444921E0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A8C4F9-5BD4-7E64-1533-33ABBD43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B856D3-B789-AA4E-5CD5-C0FDDBD66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956DDE-6F57-D128-395D-1289AF2B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1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1E396-39F6-225C-940C-E00A1435F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4703F1-6342-35A5-E238-AFAED305F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7BED74-FF95-5BBA-16CB-72BAAF4C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BAE615-22F6-1508-6645-99519F00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85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8254A5-FBF7-C562-9B84-1BA1EE88F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A31F-514F-5EB1-F066-CC0DCE4E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E8A8D4-7AEF-AD34-6441-B89E34A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19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EE583E-A65D-FA2A-1178-98243EC9A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EB4169-FBD0-FB3C-BDA8-5D6F739EA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626F0D-D220-DBE1-D5B3-D52BE54D6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E3D078-BA7F-B92E-0B5A-5F4B62AD7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3D048F-905A-3680-7613-2BD4721F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E15481-4ADE-DE81-F132-29957133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43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11099-1BAA-C18F-B1A5-A84400E1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BF15A6-C5B8-2606-391A-18798FD73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741EF-49D8-3688-F7D4-7893486B3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4F8355-D117-003F-F91E-80138ACDE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75F0E7-A006-B200-80EB-4FCB76DBC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9AC708-5D21-5B2C-96D4-7261BAF5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57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33535-BDD6-0599-1990-3B5F073C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E4ED6-04DC-FD8A-34AD-0885DBBC6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54EF18-EA3F-3872-5DF6-855BD07FF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E5CA13-2C9B-BE96-F996-677F6CB0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57AAC3-392F-D95C-0C87-B1956971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1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4F394D-3145-E223-DB4F-B69FFAB26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6897F7-650F-CEC8-7D25-F9F4DBD0F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46BE1-CD5D-011B-22A2-DCF52F89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6C0490-0F30-6082-833E-246865DB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C2BC48-80FA-5AE1-8025-063EF1F4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96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9E39310-EA4C-20DA-A612-4C6A3EE59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05A8FA-96CA-7777-4CB1-6AD7D2FCE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1E004-A4E7-E045-6C67-903CA2298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DC3C6-CBBB-4135-8E72-D9A8E2D4F781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ED7722-4BC2-113C-93E9-7A9136A81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48E8D1-2607-7EFE-ADCC-B764815711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06271-AD64-49B6-8E6A-63ACC4976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69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2493207D-0DAC-19C3-AD43-EF43D57D78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402262"/>
              </p:ext>
            </p:extLst>
          </p:nvPr>
        </p:nvGraphicFramePr>
        <p:xfrm>
          <a:off x="2540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BC73BEFF-75BD-274E-2523-9150BE6058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864352"/>
              </p:ext>
            </p:extLst>
          </p:nvPr>
        </p:nvGraphicFramePr>
        <p:xfrm>
          <a:off x="42545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39C03139-0172-4675-76A2-0FF001C0B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2654200"/>
              </p:ext>
            </p:extLst>
          </p:nvPr>
        </p:nvGraphicFramePr>
        <p:xfrm>
          <a:off x="82550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21769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2D1823CE-22F1-8525-B15F-B47CA0122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2588860"/>
              </p:ext>
            </p:extLst>
          </p:nvPr>
        </p:nvGraphicFramePr>
        <p:xfrm>
          <a:off x="2540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9AFA4BA2-2DC9-6170-74AE-4647B903C8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534098"/>
              </p:ext>
            </p:extLst>
          </p:nvPr>
        </p:nvGraphicFramePr>
        <p:xfrm>
          <a:off x="42545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81773CED-A076-A231-621E-335D61CD2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8857025"/>
              </p:ext>
            </p:extLst>
          </p:nvPr>
        </p:nvGraphicFramePr>
        <p:xfrm>
          <a:off x="8255000" y="762000"/>
          <a:ext cx="3810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54830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自定义</PresentationFormat>
  <Paragraphs>36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2026-10-17T06:31:52Z</dcterms:created>
  <dcterms:modified xsi:type="dcterms:W3CDTF">2026-10-17T06:31:52Z</dcterms:modified>
</cp:coreProperties>
</file>