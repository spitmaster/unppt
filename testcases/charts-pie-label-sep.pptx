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E8-4511-ACC2-CA6CE0322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6-4668-9624-7E33D69F1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9-456B-8822-9A31BE2A2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D9-4CF5-A377-7295A32E6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3-42F9-80BF-C6B976690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A-459E-8C21-810E38CEB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8EB5D-1318-CE8B-3116-8A66A26C3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281D83-AC7D-6E9C-8F41-5A0316C60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4E220-C9EB-25A4-8666-A23B63F7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66A0E-70F8-32D1-782B-09D443E7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E127B9-429B-D5F5-B659-BC9D7FD1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28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DC7B5-D20D-671E-9273-39598981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C1874-69A3-5328-2788-15BE483A1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B1F62-6129-04DE-B2F3-1E3ADC7A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6F07F-AD29-9D03-B133-871494B4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5CD33D-3A88-FC02-9F8C-A0092DB7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83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D0DF9-BDB7-B978-B74E-07616F75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182F57-22A8-D896-A5EF-2A6A440A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1C9CC6-03BD-C7DA-EDE3-B81F155F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6B439-9853-4EB8-385C-1886352B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BF2FD-9AE3-9533-B6B3-EBBE90F2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07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343DD-1DB2-C16C-33C5-FF2EEDBA0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652DF9-C038-91D1-7B79-310146291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3FA5A7-02AF-21F7-3EDE-D0B9BEF26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FA79DB-C196-9B89-D2A4-C8414A219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513155-0038-C2B2-07E3-ABCD943F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B91BC4-A76A-6BE0-6B69-53A0D73F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08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AA617-1563-74D3-9467-F5D21E3AE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3CFE43-1FA0-56E5-357A-20A8D7D27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DC766B-9BDF-6821-48BF-C9A6A4907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655410-5C50-A281-F6F5-109CC7DFF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CBEED3-6678-58D2-5B28-56BDE7C90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FF5403-0041-12F5-3F8D-3436E786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397F70-3CF7-E787-B852-B133FAA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4ABEE3-664E-DD79-9B5E-B0D72BB4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38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6DD8D-8457-BFB1-EC25-856CDAFD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987D4A-A43C-3B32-96BB-940B1937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E36000-8D1A-3168-9D11-0A0C5530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2931FA-FD11-6F02-7BB9-508D1F0D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2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A61CEE-7810-9AB6-1D51-DEFDF0C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94D9A6-AEF5-45AC-DC02-AEC034B3B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BC24C3-33E7-C0D0-89B9-63FFC965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364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91994-1A17-74D0-8ECA-ACBC5BAD3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E0B60-ADB8-FE17-3166-9D5F4D106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57CFC0-14AF-7BFA-D5F0-1AC43586C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E7C6B4-498D-6D04-EC22-8F56AE49A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FDCD62-914C-D29C-3C40-2D417B48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AB520E-AFBB-0AED-2D51-694BBBD7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99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5DC00-FA42-BC13-6DA2-161E5381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D80283-6383-39ED-5C60-09D69FF7B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CDA3F9-A50A-F933-6A10-5AF242DE8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B157CB-D022-7E57-8A48-42FB7C58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2CC598-6FCA-E818-716F-E09D80A6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24EF28-BA79-2D58-B3F0-1148814C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90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99AE0-5EF5-320C-10CD-A4442245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4A23D7-8B5E-70A9-E94C-1596078B0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CECDF-B3B2-973B-BA1A-87E1E1AC7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658536-68AE-1332-3E5F-EEE272C2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7A1521-A1AF-F40F-A0FE-AFA1B22E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221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1204B6-BD29-3B3B-B7B6-FA1718725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0E9835-A89F-B7A4-7231-C9414FA8C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277C07-0D73-AEC5-0851-6EBB2285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4AF86B-C92D-F110-32DF-18DE9EF5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0B0455-ED3D-62A7-A558-3D712A28B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24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C1AFDA-FE35-8B64-90AC-ED57D23D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CFC442-F29D-1183-D431-7BFAF8D47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C74845-DDEA-941D-0AED-905603582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191E0-9C67-4A8A-BB43-0DDDC4BBE43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113F2-1D34-3E39-3ED7-FC10CB1E9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9455A7-D316-8B28-2792-FA1B04BDA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25817-6BB8-4DE5-8E41-41C5D5A826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0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A58FB6F-24CA-3945-13A8-E8BEB8AEA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9796155"/>
              </p:ext>
            </p:extLst>
          </p:nvPr>
        </p:nvGraphicFramePr>
        <p:xfrm>
          <a:off x="127000" y="508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A516497E-75E8-F676-A5C4-87562AF8AB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2601666"/>
              </p:ext>
            </p:extLst>
          </p:nvPr>
        </p:nvGraphicFramePr>
        <p:xfrm>
          <a:off x="4127500" y="508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CD416902-27B4-BD03-1D72-434D98275D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6764360"/>
              </p:ext>
            </p:extLst>
          </p:nvPr>
        </p:nvGraphicFramePr>
        <p:xfrm>
          <a:off x="8128000" y="508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6689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6DBF2D8-9A3B-FB0A-0AF4-1C2FE01531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763452"/>
              </p:ext>
            </p:extLst>
          </p:nvPr>
        </p:nvGraphicFramePr>
        <p:xfrm>
          <a:off x="127000" y="508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3B03962C-8E74-F0B4-428F-AA48B17B8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5549019"/>
              </p:ext>
            </p:extLst>
          </p:nvPr>
        </p:nvGraphicFramePr>
        <p:xfrm>
          <a:off x="4127500" y="508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C60D8B93-14D6-5AF3-CC68-EE26CCF63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3934855"/>
              </p:ext>
            </p:extLst>
          </p:nvPr>
        </p:nvGraphicFramePr>
        <p:xfrm>
          <a:off x="8128000" y="508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4608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2026-10-17T05:40:25Z</dcterms:created>
  <dcterms:modified xsi:type="dcterms:W3CDTF">2026-10-17T05:40:25Z</dcterms:modified>
</cp:coreProperties>
</file>