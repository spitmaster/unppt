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av" ContentType="audio/x-wav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4" d="100"/>
          <a:sy n="74" d="100"/>
        </p:scale>
        <p:origin x="426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D15E255-F797-A179-9468-AA1F065D224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6CD298E4-CB4D-845F-4760-B769F97969C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F4A5804-3A48-F984-29DE-14A56F7210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8499A3-C521-4E15-8ABE-5BBBD191BECB}" type="datetimeFigureOut">
              <a:rPr lang="zh-CN" altLang="en-US" smtClean="0"/>
              <a:t>2026/10/12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25EF660-B95A-4FE8-149F-0A3F7D9397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BD92A9D-B22D-3D0F-7473-F2D1A3988E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280E0C-08A7-453A-B2CB-CAFE1792A91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206577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5EAF577-E11E-095E-6653-54D84CA68C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5C63DB3-61D7-3804-035D-A837BCDBD7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3289285-3693-78B9-C0C2-CA0EC6D448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8499A3-C521-4E15-8ABE-5BBBD191BECB}" type="datetimeFigureOut">
              <a:rPr lang="zh-CN" altLang="en-US" smtClean="0"/>
              <a:t>2026/10/12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FCCBB2D-4C9D-E7B0-5E8F-4EA327A581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FE658A3-3AAE-0CF8-C4B7-91139159ED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280E0C-08A7-453A-B2CB-CAFE1792A91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02304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12F41D0-4BEA-5A0E-3EB7-FD781B7220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156A0A1F-E342-A165-A778-FC8175D1368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2AF4F9F-C673-0AC6-08AA-C44EA034F0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8499A3-C521-4E15-8ABE-5BBBD191BECB}" type="datetimeFigureOut">
              <a:rPr lang="zh-CN" altLang="en-US" smtClean="0"/>
              <a:t>2026/10/12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1A83952-ADD4-FD3D-4E38-6D4AE53F8C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88E5DC1-6ECC-D9AE-1012-DFF75E6CC9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280E0C-08A7-453A-B2CB-CAFE1792A91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883509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E2F9320-6C0E-8E6F-31D0-76139E3473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013218A-ECFA-7428-37CE-A5BA95442F3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23556F9E-AB6A-E03F-2328-2EE6B275717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8059BA4E-461F-20D3-8AD8-116CFC03B1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8499A3-C521-4E15-8ABE-5BBBD191BECB}" type="datetimeFigureOut">
              <a:rPr lang="zh-CN" altLang="en-US" smtClean="0"/>
              <a:t>2026/10/12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E89CAD1-EFD9-A4E3-F33B-B8372D533A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355BDFB-1DD6-74E7-1364-D2B1396605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280E0C-08A7-453A-B2CB-CAFE1792A91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142991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BFE4CEE-CF95-0F2B-FA86-B055937B69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1A38E41-9CE3-E861-4D56-BB6D1A5B5AC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0347EB23-3FA1-34DD-6438-20CB908C5EF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4A314910-9257-5491-7FB2-26E5027B87D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B510EBAD-1B81-6960-57BB-6EC6E9C7F4B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B89F3197-1B93-3181-FCE9-6AB7164980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8499A3-C521-4E15-8ABE-5BBBD191BECB}" type="datetimeFigureOut">
              <a:rPr lang="zh-CN" altLang="en-US" smtClean="0"/>
              <a:t>2026/10/12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9135EBD0-205F-5EB2-8B30-9E9077E933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5139F9C-26B2-6758-2867-7318120BFB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280E0C-08A7-453A-B2CB-CAFE1792A91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332633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112AC64-A6AF-081B-8DE1-A4E2DBC28F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819ED873-B56C-F091-324E-C0EE901E31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8499A3-C521-4E15-8ABE-5BBBD191BECB}" type="datetimeFigureOut">
              <a:rPr lang="zh-CN" altLang="en-US" smtClean="0"/>
              <a:t>2026/10/12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AA839357-A702-A004-ED53-ACD06B36FD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8D446A62-0A71-DC4F-7376-02209C030E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280E0C-08A7-453A-B2CB-CAFE1792A91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504768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E009B32C-8AA4-125C-FDDE-42545FB70C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8499A3-C521-4E15-8ABE-5BBBD191BECB}" type="datetimeFigureOut">
              <a:rPr lang="zh-CN" altLang="en-US" smtClean="0"/>
              <a:t>2026/10/12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C1D4AA09-4936-4996-CB14-62ED72ED23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40B1F5C-5BA7-BCB9-1DC6-658AED1EA7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280E0C-08A7-453A-B2CB-CAFE1792A91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330924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DAAE5C3-5501-AEB8-2462-36D8B0A37F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69A83D0-5509-9A09-3087-9957F0CE90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D995E18B-E9A2-44AC-A7AB-01000C38F4C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3CE1CEFE-C8FD-83A5-6930-A8D8BF406F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8499A3-C521-4E15-8ABE-5BBBD191BECB}" type="datetimeFigureOut">
              <a:rPr lang="zh-CN" altLang="en-US" smtClean="0"/>
              <a:t>2026/10/12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B703D2B0-38D1-D494-7628-C4D4C86ADA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2BC6D3B-5392-74EB-DD33-3ACEA2D074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280E0C-08A7-453A-B2CB-CAFE1792A91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552016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A52E82D-D711-098D-DA91-C88E116991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12B88AC-DFE1-C6D3-808B-59F5ADCAB6A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DA09B26E-6106-CC30-9372-C4AB2D44F92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FFEA55D9-B684-6559-C72C-A0B4A49DF2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8499A3-C521-4E15-8ABE-5BBBD191BECB}" type="datetimeFigureOut">
              <a:rPr lang="zh-CN" altLang="en-US" smtClean="0"/>
              <a:t>2026/10/12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4C840214-DCED-BF79-A8BE-6F293474ED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B9612BD5-7641-9ED7-C679-8FE914A85A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280E0C-08A7-453A-B2CB-CAFE1792A91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99117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320892E-7123-5853-04A1-49F8C4E580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D9752AAC-9BA0-FB04-6589-2E9F5F22073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E3BF8B0-827D-4371-1BBD-BD4D4080A6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8499A3-C521-4E15-8ABE-5BBBD191BECB}" type="datetimeFigureOut">
              <a:rPr lang="zh-CN" altLang="en-US" smtClean="0"/>
              <a:t>2026/10/12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E85BF9E-1A6E-C249-A17D-DDDAB1D999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4E6804D-C35E-9864-3B61-41DC33AC51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280E0C-08A7-453A-B2CB-CAFE1792A91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547618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BE311454-A48E-C082-A30F-F23DDC9B340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A88740BC-F943-48BF-4B22-373AD006708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CBD2B6C-64F7-3D4F-9215-D6B6558E12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8499A3-C521-4E15-8ABE-5BBBD191BECB}" type="datetimeFigureOut">
              <a:rPr lang="zh-CN" altLang="en-US" smtClean="0"/>
              <a:t>2026/10/12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16B1F05-4015-E753-FD98-9A22C69605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157997D-9081-6768-76EC-52857C2F7C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280E0C-08A7-453A-B2CB-CAFE1792A91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484462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79EB388E-40CE-2062-9C40-09D05A9E11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3130F05E-D262-50F3-4223-660D663E2B7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C96990C-BD79-1459-15A4-64FB6DE4B59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38499A3-C521-4E15-8ABE-5BBBD191BECB}" type="datetimeFigureOut">
              <a:rPr lang="zh-CN" altLang="en-US" smtClean="0"/>
              <a:t>2026/10/12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3FAC31C-CC97-97D8-C375-4455BDC5A45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CBF509E-FD1A-A286-260A-CE086B9EB3D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9280E0C-08A7-453A-B2CB-CAFE1792A91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616149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1.wav"/><Relationship Id="rId1" Type="http://schemas.microsoft.com/office/2007/relationships/media" Target="../media/media1.wav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1.wav"/><Relationship Id="rId1" Type="http://schemas.microsoft.com/office/2007/relationships/media" Target="../media/media1.wav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58FE43EF-5503-7233-AC7F-A9E9CEC62E8D}"/>
              </a:ext>
            </a:extLst>
          </p:cNvPr>
          <p:cNvSpPr txBox="1"/>
          <p:nvPr/>
        </p:nvSpPr>
        <p:spPr>
          <a:xfrm>
            <a:off x="762000" y="762000"/>
            <a:ext cx="7620000" cy="762000"/>
          </a:xfrm>
          <a:prstGeom prst="rect">
            <a:avLst/>
          </a:prstGeom>
          <a:noFill/>
          <a:ln w="6350">
            <a:solidFill>
              <a:srgbClr val="C8C8C8"/>
            </a:solidFill>
          </a:ln>
        </p:spPr>
        <p:txBody>
          <a:bodyPr vert="horz" wrap="square" rtlCol="0" anchor="t">
            <a:noAutofit/>
          </a:bodyPr>
          <a:lstStyle/>
          <a:p>
            <a:r>
              <a:rPr lang="zh-CN" altLang="en-US" sz="2800">
                <a:latin typeface="Microsoft YaHei" panose="020B0503020204020204" pitchFamily="34" charset="-122"/>
                <a:ea typeface="Microsoft YaHei" panose="020B0503020204020204" pitchFamily="34" charset="-122"/>
              </a:rPr>
              <a:t>进入页面自动播放音频</a:t>
            </a:r>
          </a:p>
        </p:txBody>
      </p:sp>
      <p:pic>
        <p:nvPicPr>
          <p:cNvPr id="3" name="tone">
            <a:hlinkClick r:id="" action="ppaction://media"/>
            <a:extLst>
              <a:ext uri="{FF2B5EF4-FFF2-40B4-BE49-F238E27FC236}">
                <a16:creationId xmlns:a16="http://schemas.microsoft.com/office/drawing/2014/main" id="{0FA9CF82-3C7F-61E7-0836-32BF73C9EF47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0160000" y="5334000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22875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2000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3"/>
                </p:tgtEl>
              </p:cMediaNode>
            </p:audio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A6B48F66-2B78-F2B5-D589-00E9E3AD335D}"/>
              </a:ext>
            </a:extLst>
          </p:cNvPr>
          <p:cNvSpPr txBox="1"/>
          <p:nvPr/>
        </p:nvSpPr>
        <p:spPr>
          <a:xfrm>
            <a:off x="762000" y="762000"/>
            <a:ext cx="7620000" cy="762000"/>
          </a:xfrm>
          <a:prstGeom prst="rect">
            <a:avLst/>
          </a:prstGeom>
          <a:noFill/>
          <a:ln w="6350">
            <a:solidFill>
              <a:srgbClr val="C8C8C8"/>
            </a:solidFill>
          </a:ln>
        </p:spPr>
        <p:txBody>
          <a:bodyPr vert="horz" wrap="square" rtlCol="0" anchor="t">
            <a:noAutofit/>
          </a:bodyPr>
          <a:lstStyle/>
          <a:p>
            <a:r>
              <a:rPr lang="zh-CN" altLang="en-US" sz="2800">
                <a:latin typeface="Microsoft YaHei" panose="020B0503020204020204" pitchFamily="34" charset="-122"/>
                <a:ea typeface="Microsoft YaHei" panose="020B0503020204020204" pitchFamily="34" charset="-122"/>
              </a:rPr>
              <a:t>点击播放音频</a:t>
            </a:r>
          </a:p>
        </p:txBody>
      </p:sp>
      <p:pic>
        <p:nvPicPr>
          <p:cNvPr id="3" name="tone">
            <a:hlinkClick r:id="" action="ppaction://media"/>
            <a:extLst>
              <a:ext uri="{FF2B5EF4-FFF2-40B4-BE49-F238E27FC236}">
                <a16:creationId xmlns:a16="http://schemas.microsoft.com/office/drawing/2014/main" id="{0CC6CBDB-FA2D-B094-562E-4767A55DCFBA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080000" y="3048000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2332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2000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3"/>
                </p:tgtEl>
              </p:cMediaNode>
            </p:audio>
          </p:childTnLst>
        </p:cTn>
      </p:par>
    </p:tnLst>
  </p:timing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</Words>
  <Application>Microsoft Office PowerPoint</Application>
  <PresentationFormat>自定义</PresentationFormat>
  <Paragraphs>2</Paragraphs>
  <Slides>2</Slides>
  <Notes>0</Notes>
  <HiddenSlides>0</HiddenSlides>
  <MMClips>2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7" baseType="lpstr">
      <vt:lpstr>等线</vt:lpstr>
      <vt:lpstr>等线 Light</vt:lpstr>
      <vt:lpstr>Microsoft YaHei</vt:lpstr>
      <vt:lpstr>Arial</vt:lpstr>
      <vt:lpstr>Office 主题​​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yijin zhou</dc:creator>
  <cp:lastModifiedBy>yijin zhou</cp:lastModifiedBy>
  <cp:revision>1</cp:revision>
  <dcterms:created xsi:type="dcterms:W3CDTF">2026-10-12T13:52:36Z</dcterms:created>
  <dcterms:modified xsi:type="dcterms:W3CDTF">2026-10-12T13:52:36Z</dcterms:modified>
</cp:coreProperties>
</file>