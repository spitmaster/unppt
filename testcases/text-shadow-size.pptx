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176D3-8F01-5E47-C5CB-5B3F3B31C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5D0BFE-EEE1-7538-F76B-446ACF7E7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F1386C-DC52-BE2F-E5A7-5B874836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3C153-B1D7-00DF-22C3-6B55AEA8B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A822BE-7915-0DEA-C10A-7C66C9D6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31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D7D56-4D88-30FB-7826-B4DB5186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FF4DC6-C2E7-6004-8375-A0AEE6860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A88C12-803D-2606-69B6-6E339257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A9D35A-ED11-1FE5-1C1C-E7A9E8AB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B16661-1D1E-F4B3-232A-AD4EF851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43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C089D-250B-8398-692A-495D87CE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51F2B9-B179-10DD-183F-23598EBEC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A0C136-E1E6-2EE7-9784-95494F9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55D9C2-E409-48B8-EE76-E0BF1329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F20D48-B657-55E4-A202-51A26F5D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03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267AE-DD61-44C0-FC1B-5B24D33B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AEFF42-81B7-4F1F-15DE-1E4F01DD8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8E605C-C478-235F-A577-62817B534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D276CB-4E40-8902-6064-F67F8F07B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4FA60B-C269-2409-5998-7160397F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28BA91-E7DD-1C6D-45EB-4624F6AF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19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A60B0-858B-8801-FA24-B57D3B42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33FDB5-2E53-D047-7740-834C8E1B2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BF88E1-75E8-1BF0-1888-AFE5C9684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C9101E-5065-15C0-FA11-E5A9DBE3A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9BE79B-40DF-FC53-7FEC-B2033DE7CC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BF4389-070C-00D4-5617-A58A1E0B7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C75034-7BC1-B35A-1BA2-A2DE79A20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E5E6C3-663E-FDE3-1575-6014146C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95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EE2E8-A295-AE87-2C63-1FDCCFEBF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7C19A8-0553-6963-8061-FA167D39D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EAF965-E0E4-2D3E-35FF-FC61C61D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AC764C-BB47-D413-F8AD-00B55FF3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DA8A3D-DC30-6306-0377-AB073C53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650D44-965A-43CA-84B6-F06E2ADF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744AF2-6F28-2370-3502-473335ED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35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76711-2687-2799-3AE8-7ABC80F29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FF633D-0D05-D765-BA96-6866E141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B4D656-0374-D12A-8EF9-6CFB1B6DB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E4D12F-6A4A-AAED-2C66-562FC709F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28B0AC-8A44-763D-E7D0-B09A5CD12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D97D42-B4BA-624D-7444-A393D762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191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398CA-D4D7-F768-06A8-39F883459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B3B60D-C2FE-9F27-0778-CE4D927F2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668457-7156-EEAA-5BE4-6D8BDF9AF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1F3587-A405-6DEB-30C4-5002AA23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AF9581-DE48-B7F5-EEC2-618AAFDF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347240-D3BC-6DB9-D5C4-30E8E54C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96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75D2-A6C2-98F1-703E-D08E2723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ABF338-F372-D246-3D13-6A5898A66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271F78-D808-76CC-B877-87E93B14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3FF51-EC0D-737D-4377-BFB833DD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9F43D6-43DA-EC0E-6B19-2ABE8FC6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07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5ADBDF-16CE-CF66-6067-2AF7FCE5C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500233-AD2C-CCA2-149D-5C187D466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24C2E7-8539-71D1-CF49-8045CED2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258A95-8CD9-39B9-F8ED-779CA9CD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8D3C3F-8AF4-0B54-87E6-0A90ECCB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AD6CA5-F9A6-1EB6-22A0-A867849E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65935-4369-0315-72EE-BD719BD00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CA0912-A969-105E-FE67-E58FE2C8E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BBCDB-A380-4571-990F-E3DEA06B887E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D7A10-D2F1-7D58-6EEE-4F82F5C6D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340572-6725-1300-BCC1-5BEE1E6BE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25471-52F7-41A3-BCE4-D70BCE0F1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58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9285685-8B4D-0ED7-B1C0-07CC8562C034}"/>
              </a:ext>
            </a:extLst>
          </p:cNvPr>
          <p:cNvSpPr txBox="1"/>
          <p:nvPr/>
        </p:nvSpPr>
        <p:spPr>
          <a:xfrm>
            <a:off x="254000" y="381000"/>
            <a:ext cx="279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12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1200">
              <a:solidFill>
                <a:srgbClr val="141414"/>
              </a:solidFill>
              <a:effectLst>
                <a:outerShdw dist="2032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275D06-03B3-B758-49AD-01AD2A59737A}"/>
              </a:ext>
            </a:extLst>
          </p:cNvPr>
          <p:cNvSpPr/>
          <p:nvPr/>
        </p:nvSpPr>
        <p:spPr>
          <a:xfrm>
            <a:off x="254000" y="3683000"/>
            <a:ext cx="27940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12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1200">
              <a:solidFill>
                <a:srgbClr val="141414"/>
              </a:solidFill>
              <a:effectLst>
                <a:outerShdw dist="2032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B77D38-3CEF-4EC2-10B3-2303312E8D9D}"/>
              </a:ext>
            </a:extLst>
          </p:cNvPr>
          <p:cNvSpPr txBox="1"/>
          <p:nvPr/>
        </p:nvSpPr>
        <p:spPr>
          <a:xfrm>
            <a:off x="3238500" y="381000"/>
            <a:ext cx="279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24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2400">
              <a:solidFill>
                <a:srgbClr val="141414"/>
              </a:solidFill>
              <a:effectLst>
                <a:outerShdw dist="2032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6B26AA-BC3C-C0AD-8444-0130D1E9D64D}"/>
              </a:ext>
            </a:extLst>
          </p:cNvPr>
          <p:cNvSpPr/>
          <p:nvPr/>
        </p:nvSpPr>
        <p:spPr>
          <a:xfrm>
            <a:off x="3238500" y="3683000"/>
            <a:ext cx="27940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24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2400">
              <a:solidFill>
                <a:srgbClr val="141414"/>
              </a:solidFill>
              <a:effectLst>
                <a:outerShdw dist="2032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8FF95E-6297-498B-7AA6-990FBA3E4C2A}"/>
              </a:ext>
            </a:extLst>
          </p:cNvPr>
          <p:cNvSpPr txBox="1"/>
          <p:nvPr/>
        </p:nvSpPr>
        <p:spPr>
          <a:xfrm>
            <a:off x="6223000" y="381000"/>
            <a:ext cx="2794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8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48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4800">
              <a:solidFill>
                <a:srgbClr val="141414"/>
              </a:solidFill>
              <a:effectLst>
                <a:outerShdw dist="2032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715EE8-3484-3448-647F-58B8F2CBB8F5}"/>
              </a:ext>
            </a:extLst>
          </p:cNvPr>
          <p:cNvSpPr/>
          <p:nvPr/>
        </p:nvSpPr>
        <p:spPr>
          <a:xfrm>
            <a:off x="6223000" y="3683000"/>
            <a:ext cx="27940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48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4800">
              <a:solidFill>
                <a:srgbClr val="141414"/>
              </a:solidFill>
              <a:effectLst>
                <a:outerShdw dist="2032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6A0537-549E-5C31-139A-6AAB77451F18}"/>
              </a:ext>
            </a:extLst>
          </p:cNvPr>
          <p:cNvSpPr txBox="1"/>
          <p:nvPr/>
        </p:nvSpPr>
        <p:spPr>
          <a:xfrm>
            <a:off x="9207500" y="381000"/>
            <a:ext cx="2794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6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96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9600">
              <a:solidFill>
                <a:srgbClr val="141414"/>
              </a:solidFill>
              <a:effectLst>
                <a:outerShdw dist="2032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D68DF5-5A90-604D-FF7C-0EF069B9B10F}"/>
              </a:ext>
            </a:extLst>
          </p:cNvPr>
          <p:cNvSpPr/>
          <p:nvPr/>
        </p:nvSpPr>
        <p:spPr>
          <a:xfrm>
            <a:off x="9207500" y="3683000"/>
            <a:ext cx="27940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6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工</a:t>
            </a:r>
            <a:r>
              <a:rPr lang="en-US" altLang="zh-CN" sz="96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Microsoft YaHei" panose="020B0503020204020204" pitchFamily="34" charset="-122"/>
              </a:rPr>
              <a:t>H</a:t>
            </a:r>
            <a:endParaRPr lang="zh-CN" altLang="en-US" sz="9600">
              <a:solidFill>
                <a:srgbClr val="141414"/>
              </a:solidFill>
              <a:effectLst>
                <a:outerShdw dist="203200" rotWithShape="0">
                  <a:srgbClr val="E63C3C"/>
                </a:outerShdw>
              </a:effectLst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4365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2026-10-16T19:33:37Z</dcterms:created>
  <dcterms:modified xsi:type="dcterms:W3CDTF">2026-10-16T19:33:37Z</dcterms:modified>
</cp:coreProperties>
</file>