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123BB2-CEDC-2952-3D72-1F7C8623CA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6C2AFCE-FFDF-3434-86D7-9D986DD198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D346671-9740-C0A0-3942-C1349D381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8A7CE-B53D-4934-AEB3-0ADC15F1C83C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A9287EB-54B5-8357-A7B1-180D553954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AA69311-D384-7F77-E54D-70CA7A2390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92304-DB6C-41EC-A940-A60D74929D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41962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1D6FF0-625E-72DA-D808-6D37F9C518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355958C-8E3A-4813-9CC2-CA5F8AAE79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840B203-23AB-B386-46F1-B0E49A99CA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8A7CE-B53D-4934-AEB3-0ADC15F1C83C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30BEB1B-CE3C-6C32-83A4-97CBEAB6A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8DB3E4D-1468-4ABE-585C-EA31D57D0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92304-DB6C-41EC-A940-A60D74929D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33862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4CE6A6-882F-11E0-526D-DCCE94D49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C3532CC-D8EA-82AF-3FC3-5E86280A5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F2D3A95-8AAE-F84D-0618-E64F1976D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8A7CE-B53D-4934-AEB3-0ADC15F1C83C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6CAF4A-E4F5-A7FA-DA12-14E985151B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DBDE886-2A89-80FB-D015-5758647BC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92304-DB6C-41EC-A940-A60D74929D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10392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2BF9F6-65D7-54E6-4D4A-FB8B75358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856B3AB-58B9-8048-1675-CE3A446961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2E902BF-9263-50D6-3D15-E11818575A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58034AC-C4CB-0730-24D5-3103B8A4D7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8A7CE-B53D-4934-AEB3-0ADC15F1C83C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0626BA6-ECFE-4823-89BF-57BD905D4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3ADD3A6-1CC8-A602-446F-36B6FF6D7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92304-DB6C-41EC-A940-A60D74929D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34945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5668BE-9C9E-9EAF-238D-D6CF2827D5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D680B30-9C82-5F55-7B32-45BFFFF792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11DC3A5-56F4-7E87-67C7-AE08E6B8CF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627EAEE-7997-A912-D806-AAB3D59848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0D1BE05-7B3B-075D-2FE5-C16602ADDF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CC63429-EB33-5111-6F7D-677E6E72F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8A7CE-B53D-4934-AEB3-0ADC15F1C83C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48E92E7-A683-1846-1C75-4E1FAB2B3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005AF97-857B-0547-B839-675F485A2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92304-DB6C-41EC-A940-A60D74929D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19566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CE5282-2939-5469-3910-81BDBACAF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BDC9ECD-E518-FA85-7DDA-7F6ADC0E23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8A7CE-B53D-4934-AEB3-0ADC15F1C83C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DCB1D03-CE5E-006E-25B9-9168F27EAC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5959CBF-323D-AFAC-09BD-B3058C4E0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92304-DB6C-41EC-A940-A60D74929D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64779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BD77B02-3EE3-8902-EFD6-1C7358CDB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8A7CE-B53D-4934-AEB3-0ADC15F1C83C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0543D3D-5656-647E-62D7-B34BCB10B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F806C3-9868-D7A4-3CE1-7E1B66B7F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92304-DB6C-41EC-A940-A60D74929D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29074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60D345-C7EC-C2D4-CBF1-92E9DF980C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1FFCD95-FB65-6F8A-320C-3FA13FB0D5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BB017F7-DAC1-08F6-769B-8D72CEBF4A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D399609-05FC-4F08-30A8-1E0620CCDA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8A7CE-B53D-4934-AEB3-0ADC15F1C83C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E5D12EF-AE00-485E-3ECB-9F7882B206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DD9DE19-1329-80F2-9A36-AD8BE675F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92304-DB6C-41EC-A940-A60D74929D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67976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8C0EA7-A877-1B70-636D-99A79C569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595CEC3-3D14-6FA5-D6C1-F128D2A080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49F7D90-97EE-843D-67EC-9D1C082AA0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3AC718E-E139-1008-2738-08182C49B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8A7CE-B53D-4934-AEB3-0ADC15F1C83C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C5D6C4F-5A00-A55D-B662-48FF78BEEF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BB3DBF1-CF25-21DD-9CB1-69E784111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92304-DB6C-41EC-A940-A60D74929D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77652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1371CF-134D-A069-A92E-9DE0EFD70F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4AA9F20-AAD4-2748-DDCF-3169693FBF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83C3141-81C8-D6D4-6980-4281A0AD7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8A7CE-B53D-4934-AEB3-0ADC15F1C83C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4FA5A8B-2BCB-4272-1CF3-39D9A11FD5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A1268FA-F0F2-6147-E6E2-086AE5F1E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92304-DB6C-41EC-A940-A60D74929D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68499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45DAE44-3EA4-A1E4-5E37-785CEE519B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B166EC0-C614-A77B-AB53-10AAF818A7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9F3F83F-38D9-33C0-9604-FA09F5521F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8A7CE-B53D-4934-AEB3-0ADC15F1C83C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624AA9A-25B8-88FA-8577-8E49A62708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C2DFC52-DF92-B022-E058-C6B9FDB1B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92304-DB6C-41EC-A940-A60D74929D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48071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BA4FD97-92CC-DE1C-08A8-F19A4F98E2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E5C2B86-2110-5E73-7F9C-438F658505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9A78FEB-D009-2F18-E5F1-BBAAA5F496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28A7CE-B53D-4934-AEB3-0ADC15F1C83C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B541692-7E80-D51C-99B6-8192A94136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75FE96B-FCF1-A3CD-FAD5-9EC1C4D662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B92304-DB6C-41EC-A940-A60D74929D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41155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NGFONT0">
            <a:extLst>
              <a:ext uri="{FF2B5EF4-FFF2-40B4-BE49-F238E27FC236}">
                <a16:creationId xmlns:a16="http://schemas.microsoft.com/office/drawing/2014/main" id="{9F5B4381-595D-67DE-64E2-A75132261F25}"/>
              </a:ext>
            </a:extLst>
          </p:cNvPr>
          <p:cNvSpPr txBox="1"/>
          <p:nvPr/>
        </p:nvSpPr>
        <p:spPr>
          <a:xfrm>
            <a:off x="381000" y="1270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sz="2800">
                <a:latin typeface="Arial" panose="020B0604020202020204" pitchFamily="34" charset="0"/>
              </a:rPr>
              <a:t>第</a:t>
            </a:r>
            <a:r>
              <a:rPr lang="zh-CN" sz="2800">
                <a:latin typeface="Arial" panose="020B0604020202020204" pitchFamily="34" charset="0"/>
              </a:rPr>
              <a:t>1</a:t>
            </a:r>
            <a:r>
              <a:rPr lang="zh-CN" sz="2800">
                <a:latin typeface="Arial" panose="020B0604020202020204" pitchFamily="34" charset="0"/>
              </a:rPr>
              <a:t>行 虽然能够保证触发更新的组件 </a:t>
            </a:r>
            <a:r>
              <a:rPr lang="zh-CN" sz="2800">
                <a:latin typeface="Arial" panose="020B0604020202020204" pitchFamily="34" charset="0"/>
              </a:rPr>
              <a:t>ABC</a:t>
            </a:r>
            <a:endParaRPr sz="2800">
              <a:latin typeface="Arial" panose="020B0604020202020204" pitchFamily="34" charset="0"/>
            </a:endParaRPr>
          </a:p>
        </p:txBody>
      </p:sp>
      <p:sp>
        <p:nvSpPr>
          <p:cNvPr id="3" name="LANGFONT1">
            <a:extLst>
              <a:ext uri="{FF2B5EF4-FFF2-40B4-BE49-F238E27FC236}">
                <a16:creationId xmlns:a16="http://schemas.microsoft.com/office/drawing/2014/main" id="{FD761458-3C30-E694-D71E-DCDF71D87DA4}"/>
              </a:ext>
            </a:extLst>
          </p:cNvPr>
          <p:cNvSpPr txBox="1"/>
          <p:nvPr/>
        </p:nvSpPr>
        <p:spPr>
          <a:xfrm>
            <a:off x="381000" y="11430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ja-JP" sz="2800">
                <a:latin typeface="Arial" panose="020B0604020202020204" pitchFamily="34" charset="0"/>
              </a:rPr>
              <a:t>第</a:t>
            </a:r>
            <a:r>
              <a:rPr lang="ja-JP" sz="2800">
                <a:latin typeface="Arial" panose="020B0604020202020204" pitchFamily="34" charset="0"/>
              </a:rPr>
              <a:t>2</a:t>
            </a:r>
            <a:r>
              <a:rPr lang="ja-JP" sz="2800">
                <a:latin typeface="Arial" panose="020B0604020202020204" pitchFamily="34" charset="0"/>
              </a:rPr>
              <a:t>行 虽然能够保证触发更新的组件 </a:t>
            </a:r>
            <a:r>
              <a:rPr lang="ja-JP" sz="2800">
                <a:latin typeface="Arial" panose="020B0604020202020204" pitchFamily="34" charset="0"/>
              </a:rPr>
              <a:t>ABC</a:t>
            </a:r>
            <a:endParaRPr sz="2800">
              <a:latin typeface="Arial" panose="020B0604020202020204" pitchFamily="34" charset="0"/>
            </a:endParaRPr>
          </a:p>
        </p:txBody>
      </p:sp>
      <p:sp>
        <p:nvSpPr>
          <p:cNvPr id="4" name="LANGFONT2">
            <a:extLst>
              <a:ext uri="{FF2B5EF4-FFF2-40B4-BE49-F238E27FC236}">
                <a16:creationId xmlns:a16="http://schemas.microsoft.com/office/drawing/2014/main" id="{5235AB59-B53F-30F9-3DB8-232647CA70E0}"/>
              </a:ext>
            </a:extLst>
          </p:cNvPr>
          <p:cNvSpPr txBox="1"/>
          <p:nvPr/>
        </p:nvSpPr>
        <p:spPr>
          <a:xfrm>
            <a:off x="381000" y="21590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TW" sz="2800">
                <a:latin typeface="Arial" panose="020B0604020202020204" pitchFamily="34" charset="0"/>
              </a:rPr>
              <a:t>第</a:t>
            </a:r>
            <a:r>
              <a:rPr lang="zh-TW" sz="2800">
                <a:latin typeface="Arial" panose="020B0604020202020204" pitchFamily="34" charset="0"/>
              </a:rPr>
              <a:t>3</a:t>
            </a:r>
            <a:r>
              <a:rPr lang="zh-TW" sz="2800">
                <a:latin typeface="Arial" panose="020B0604020202020204" pitchFamily="34" charset="0"/>
              </a:rPr>
              <a:t>行 虽然能够保证触发更新的组件 </a:t>
            </a:r>
            <a:r>
              <a:rPr lang="zh-TW" sz="2800">
                <a:latin typeface="Arial" panose="020B0604020202020204" pitchFamily="34" charset="0"/>
              </a:rPr>
              <a:t>ABC</a:t>
            </a:r>
            <a:endParaRPr sz="2800">
              <a:latin typeface="Arial" panose="020B0604020202020204" pitchFamily="34" charset="0"/>
            </a:endParaRPr>
          </a:p>
        </p:txBody>
      </p:sp>
      <p:sp>
        <p:nvSpPr>
          <p:cNvPr id="5" name="LANGFONT3">
            <a:extLst>
              <a:ext uri="{FF2B5EF4-FFF2-40B4-BE49-F238E27FC236}">
                <a16:creationId xmlns:a16="http://schemas.microsoft.com/office/drawing/2014/main" id="{5EC21C64-D2D5-DF43-A996-BFFDDC0CB373}"/>
              </a:ext>
            </a:extLst>
          </p:cNvPr>
          <p:cNvSpPr txBox="1"/>
          <p:nvPr/>
        </p:nvSpPr>
        <p:spPr>
          <a:xfrm>
            <a:off x="381000" y="31750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sz="2800">
                <a:latin typeface="Arial" panose="020B0604020202020204" pitchFamily="34" charset="0"/>
              </a:rPr>
              <a:t>第</a:t>
            </a:r>
            <a:r>
              <a:rPr lang="ko-KR" sz="2800">
                <a:latin typeface="Arial" panose="020B0604020202020204" pitchFamily="34" charset="0"/>
              </a:rPr>
              <a:t>4</a:t>
            </a:r>
            <a:r>
              <a:rPr lang="ko-KR" sz="2800">
                <a:latin typeface="Arial" panose="020B0604020202020204" pitchFamily="34" charset="0"/>
              </a:rPr>
              <a:t>行 虽然能够保证触发更新的组件 </a:t>
            </a:r>
            <a:r>
              <a:rPr lang="ko-KR" sz="2800">
                <a:latin typeface="Arial" panose="020B0604020202020204" pitchFamily="34" charset="0"/>
              </a:rPr>
              <a:t>ABC</a:t>
            </a:r>
            <a:endParaRPr sz="2800">
              <a:latin typeface="Arial" panose="020B0604020202020204" pitchFamily="34" charset="0"/>
            </a:endParaRPr>
          </a:p>
        </p:txBody>
      </p:sp>
      <p:sp>
        <p:nvSpPr>
          <p:cNvPr id="6" name="LANGFONT4">
            <a:extLst>
              <a:ext uri="{FF2B5EF4-FFF2-40B4-BE49-F238E27FC236}">
                <a16:creationId xmlns:a16="http://schemas.microsoft.com/office/drawing/2014/main" id="{812F34B9-D461-248E-91B0-36384E237721}"/>
              </a:ext>
            </a:extLst>
          </p:cNvPr>
          <p:cNvSpPr txBox="1"/>
          <p:nvPr/>
        </p:nvSpPr>
        <p:spPr>
          <a:xfrm>
            <a:off x="381000" y="41910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>
                <a:latin typeface="Arial" panose="020B0604020202020204" pitchFamily="34" charset="0"/>
              </a:rPr>
              <a:t>第</a:t>
            </a:r>
            <a:r>
              <a:rPr lang="en-US" sz="2800">
                <a:latin typeface="Arial" panose="020B0604020202020204" pitchFamily="34" charset="0"/>
              </a:rPr>
              <a:t>5</a:t>
            </a:r>
            <a:r>
              <a:rPr lang="en-US" sz="2800">
                <a:latin typeface="Arial" panose="020B0604020202020204" pitchFamily="34" charset="0"/>
              </a:rPr>
              <a:t>行 虽然能够保证触发更新的组件 </a:t>
            </a:r>
            <a:r>
              <a:rPr lang="en-US" sz="2800">
                <a:latin typeface="Arial" panose="020B0604020202020204" pitchFamily="34" charset="0"/>
              </a:rPr>
              <a:t>ABC</a:t>
            </a:r>
            <a:endParaRPr sz="2800">
              <a:latin typeface="Arial" panose="020B0604020202020204" pitchFamily="34" charset="0"/>
            </a:endParaRPr>
          </a:p>
        </p:txBody>
      </p:sp>
      <p:sp>
        <p:nvSpPr>
          <p:cNvPr id="7" name="LANGFONT5">
            <a:extLst>
              <a:ext uri="{FF2B5EF4-FFF2-40B4-BE49-F238E27FC236}">
                <a16:creationId xmlns:a16="http://schemas.microsoft.com/office/drawing/2014/main" id="{03C5D837-35B0-AAC5-2BDC-481FFF2901CF}"/>
              </a:ext>
            </a:extLst>
          </p:cNvPr>
          <p:cNvSpPr txBox="1"/>
          <p:nvPr/>
        </p:nvSpPr>
        <p:spPr>
          <a:xfrm>
            <a:off x="381000" y="52070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sz="2800">
                <a:latin typeface="Arial" panose="020B0604020202020204" pitchFamily="34" charset="0"/>
              </a:rPr>
              <a:t>第</a:t>
            </a:r>
            <a:r>
              <a:rPr sz="2800">
                <a:latin typeface="Arial" panose="020B0604020202020204" pitchFamily="34" charset="0"/>
              </a:rPr>
              <a:t>6</a:t>
            </a:r>
            <a:r>
              <a:rPr sz="2800">
                <a:latin typeface="Arial" panose="020B0604020202020204" pitchFamily="34" charset="0"/>
              </a:rPr>
              <a:t>行 虽然能够保证触发更新的组件 </a:t>
            </a:r>
            <a:r>
              <a:rPr sz="2800">
                <a:latin typeface="Arial" panose="020B0604020202020204" pitchFamily="34" charset="0"/>
              </a:rPr>
              <a:t>ABC</a:t>
            </a:r>
            <a:endParaRPr sz="28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77759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</Words>
  <Application>Microsoft Office PowerPoint</Application>
  <PresentationFormat>自定义</PresentationFormat>
  <Paragraphs>6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2026-10-15T18:00:51Z</dcterms:created>
  <dcterms:modified xsi:type="dcterms:W3CDTF">2026-10-15T18:00:51Z</dcterms:modified>
</cp:coreProperties>
</file>