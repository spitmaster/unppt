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8B-4C5B-BC9A-3F99C209B7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35824"/>
        <c:axId val="12136304"/>
      </c:barChart>
      <c:catAx>
        <c:axId val="12135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136304"/>
        <c:crosses val="autoZero"/>
        <c:auto val="1"/>
        <c:lblAlgn val="ctr"/>
        <c:lblOffset val="100"/>
        <c:noMultiLvlLbl val="0"/>
      </c:catAx>
      <c:valAx>
        <c:axId val="12136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135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5A-41AD-9A69-BF25C6315C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5A-41AD-9A69-BF25C6315C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60016"/>
        <c:axId val="12660496"/>
      </c:barChart>
      <c:catAx>
        <c:axId val="12660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660496"/>
        <c:crosses val="autoZero"/>
        <c:auto val="1"/>
        <c:lblAlgn val="ctr"/>
        <c:lblOffset val="100"/>
        <c:noMultiLvlLbl val="0"/>
      </c:catAx>
      <c:valAx>
        <c:axId val="12660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660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1EB6CB-4C75-5270-069D-BD2F68D35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76F3D6-6503-396B-F513-A51FA2196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60FC59-5953-3F76-3759-43B590108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997E-C024-4A7A-A759-D8266018807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E31B04-173C-400B-8089-64CCF6DAA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435147-810B-2475-474C-526814D2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18AA-5530-4EC1-BE7A-8482D4CA63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57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08735-EF40-DA49-DFE6-19E4CF50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FBCECA-1E0E-1A2F-FA8B-4AC32CB98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95DC27-A14D-B301-4001-EE049F34E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997E-C024-4A7A-A759-D8266018807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44284C-0ABD-8984-CB64-AE3D6443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14173A-4943-76B3-2E32-DB5B71E23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18AA-5530-4EC1-BE7A-8482D4CA63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9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EB495-FC34-218F-091A-0DCE7F113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97AB28-C766-F9D8-362A-9D0D25C54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418A24-263F-5802-8A52-586ABE88C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997E-C024-4A7A-A759-D8266018807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1D7388-A1A6-F8C0-BF45-B29E35DC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2ACDD9-E669-DB1E-E81F-ABAE337E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18AA-5530-4EC1-BE7A-8482D4CA63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46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ACDC1-2E14-985A-1C98-3BB470B6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990B33-5FE3-CB67-727F-DCDF1B63D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7CB6D3-1D89-F189-FEED-0E9A9E904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55C9FF-E2DA-B352-52E9-EFE46809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997E-C024-4A7A-A759-D8266018807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A59FF0-8BE2-5E42-CE0D-C84D00161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FDC27F-3455-DF91-0884-1885E5756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18AA-5530-4EC1-BE7A-8482D4CA63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86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92E37-6BFC-20AF-D2F2-85DC55814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EB6D3D-3E93-E8B7-B2F0-CACA23D58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038916-71D5-0340-19C2-71B03F638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3C2526-344A-3D46-AFDB-B37CB2B4E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D9C3A8-FEF3-FA27-D9CA-03B92A72A5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959E12-A206-D346-5923-D2A7D6E5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997E-C024-4A7A-A759-D8266018807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19F3CD-E96C-3113-2A84-2731B3188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9E8E92-57F2-09F5-B574-088669A87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18AA-5530-4EC1-BE7A-8482D4CA63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548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3540E-072A-130F-CFFF-745A8212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5F114F-4CDA-3E95-C580-F28439FA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997E-C024-4A7A-A759-D8266018807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E9D8FA-C501-9DA2-7B60-BB13C6B8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7F27F-B8E2-268C-BDA2-C24F2A3D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18AA-5530-4EC1-BE7A-8482D4CA63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192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B5CAE5-791D-5251-B8F3-59ED0E79C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997E-C024-4A7A-A759-D8266018807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5FD581-577D-E1F5-3878-58AAF9D7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7AE638-94EC-1AB0-BD96-842D378A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18AA-5530-4EC1-BE7A-8482D4CA63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929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5AE94-96B9-7326-7108-6B047BFA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D243CE-830F-CB51-AA7B-57E59D2E8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96777F-EA15-F271-492A-7578AC1B9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2859A1-FD2F-3542-6152-56C712F1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997E-C024-4A7A-A759-D8266018807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3EAC9B-0406-A706-DCCD-6E4E6EE5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214217-33DB-E4BA-9789-831E7F8F0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18AA-5530-4EC1-BE7A-8482D4CA63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082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C5BE80-8598-6031-AC6A-089E2D359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B3C800-8881-9621-16D9-03B138E0CA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4BAE22-D5A6-B32C-4C0A-B4A3B739B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6F7C71-25C4-9375-457C-1E0B79EA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997E-C024-4A7A-A759-D8266018807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A6D6A4-A1E2-EF20-E866-D91F2743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FBB30B-6833-BF84-CFBF-94E07D8E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18AA-5530-4EC1-BE7A-8482D4CA63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83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AC006-4EF4-8D3A-7B27-B6BF9E282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59D0F2-F9FD-C4A2-A6B8-E929FFB06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659B7D-BE03-6772-E7AB-E0137B5E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997E-C024-4A7A-A759-D8266018807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A49E45-EF32-E45B-11C2-67ADAEFE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412259-F8D1-74D3-52C0-AD5223E8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18AA-5530-4EC1-BE7A-8482D4CA63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805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21FF77-DA5C-1C62-0B66-232C57918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3A1482-58A2-C7B7-E3FD-DCEA188B6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3286F-A7AD-7B1F-F910-D6E628E6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997E-C024-4A7A-A759-D8266018807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FD7E6-B21A-6828-6FF4-5A62B4CD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1DD594-C132-777A-962C-05272619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18AA-5530-4EC1-BE7A-8482D4CA63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400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8062318-FE6D-79C6-1536-90F024C05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53D810-6527-4BBE-C417-FAF1283E7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6BCB39-7AE7-750D-665F-BD17E0D7E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E997E-C024-4A7A-A759-D8266018807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00CFD3-9593-5297-B7F2-DBA643B0A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7C8385-896B-0735-8145-09FB4EE1A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A18AA-5530-4EC1-BE7A-8482D4CA63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20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AF193EC3-F6CF-5A4F-1EA2-7ACBE0F4E4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5953584"/>
              </p:ext>
            </p:extLst>
          </p:nvPr>
        </p:nvGraphicFramePr>
        <p:xfrm>
          <a:off x="254000" y="762000"/>
          <a:ext cx="571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26C3AB3E-08D5-C81B-65F5-3FE6C0BAEF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0574155"/>
              </p:ext>
            </p:extLst>
          </p:nvPr>
        </p:nvGraphicFramePr>
        <p:xfrm>
          <a:off x="6223000" y="762000"/>
          <a:ext cx="571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87623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2026-10-19T05:44:48Z</dcterms:created>
  <dcterms:modified xsi:type="dcterms:W3CDTF">2026-10-19T05:44:48Z</dcterms:modified>
</cp:coreProperties>
</file>