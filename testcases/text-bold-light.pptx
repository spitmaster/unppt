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DF70B1-2F15-8F80-01B0-B3F180D83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D15D86-E035-C721-0AA1-59B82F526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ABFF6A-CCBB-BABF-A40E-7CD4AB708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7202-FE21-49B8-AE31-931E616199D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0A7D4-3076-9A35-03A5-19B446D16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39AC7E-945F-B506-61DE-231A0D1EB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2B6A-CD01-4BD4-A29A-23CA97AF0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097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F2D7F-0F1B-112E-81CF-CBF812BF6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788EE4-475A-AD9E-5F2F-5AC2572FF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A8F187-E470-E222-8B59-D80DC821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7202-FE21-49B8-AE31-931E616199D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962B52-E6EA-2EB5-682D-0335E1D5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876508-FA2F-1149-6B1B-42C070360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2B6A-CD01-4BD4-A29A-23CA97AF0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58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7B0505-CCC7-1B35-F6EB-F1B03E79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9CB143-AABD-D406-393E-47EDDE966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79D3C0-4EB1-3260-5778-D27282745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7202-FE21-49B8-AE31-931E616199D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C66EAF-91FD-C16F-BA71-5D00F70B5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5C67C6-CA94-66AB-2DB6-6F57BE3D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2B6A-CD01-4BD4-A29A-23CA97AF0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359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449E5C-55FE-4F1A-0ECB-0764065EE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6BEC2B-12C9-6445-1D22-6731D6CAC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362470-6D88-D08F-A9EA-151B871AA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DA5660-48B2-1D3A-B153-4CDB05E7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7202-FE21-49B8-AE31-931E616199D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17A647-2E72-14BF-0243-03D230F58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C8C27C-2CDC-A1F7-DFA7-B6EA4839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2B6A-CD01-4BD4-A29A-23CA97AF0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603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858D38-4A7B-A280-AA79-248CD24B5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408D49-8E65-B752-A962-6A53D0A87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B2D911-5136-7F25-B3D7-DF9FC2619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8D552F-14C1-FA01-1F34-9F2C87CD8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2D09D0-0E9B-B7B6-5BA1-770E41B85A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EDE725E-0E3C-FC96-E1A6-587A4D1EE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7202-FE21-49B8-AE31-931E616199D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3817E5-254C-91C0-5061-F03AE6A86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A4783A4-20B0-7FA9-23A7-801C85915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2B6A-CD01-4BD4-A29A-23CA97AF0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436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F98C2-6351-BC8E-1DCD-E2E97774F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E3F5AD-64D2-AD8D-93D7-B5FECF1B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7202-FE21-49B8-AE31-931E616199D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124D6E-27AF-152B-1BF9-95A9DD7B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E435EB-F1ED-3A11-7C34-8AD787AC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2B6A-CD01-4BD4-A29A-23CA97AF0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159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C5FFDE-530A-E878-E13C-9605168E7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7202-FE21-49B8-AE31-931E616199D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A7475AC-5B3C-82DD-B1C4-35E71814B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353139-9609-E143-8A11-00268A9D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2B6A-CD01-4BD4-A29A-23CA97AF0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35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8DA35-4DB3-586E-1645-F762EFCFC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C06592-79AF-F531-14B0-F759ABE31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D7372C-2F05-A13E-492B-15C5B9B1D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F56905-BA92-613B-D3A6-304DA9662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7202-FE21-49B8-AE31-931E616199D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D23695-DDE3-1618-9D89-8352262C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509FFA-A3FC-A4B5-A3E5-14B7FA91C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2B6A-CD01-4BD4-A29A-23CA97AF0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11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ABFCA-8735-129E-C525-9D911A9C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89A55E2-8948-C96F-CC06-2C69869F7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3CD2E3-34AD-C60F-BFE7-E1CA24449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15951C-DCDD-F67E-6940-3A05C045E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7202-FE21-49B8-AE31-931E616199D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D5762D-EEAD-6A1B-3FCC-807FAFD31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36BB63-C8C0-928E-B134-7E2DBB9F7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2B6A-CD01-4BD4-A29A-23CA97AF0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224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7250D9-56C0-0FE1-01DF-9489CF67F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3C641D-F025-20FA-733D-1C178B775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3FC627-8523-00CA-6ED7-1558EFDC9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7202-FE21-49B8-AE31-931E616199D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D95341-3DA5-3009-FA16-DBECBABB9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DE2D70-B7F9-BC60-727C-4A81CA5C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2B6A-CD01-4BD4-A29A-23CA97AF0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979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F1680C-4079-E5F1-18E9-9A059A94AF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4ADD4A-84DC-FC7B-DA93-F7C518E24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3E7CB4-71CD-6D2B-37ED-B6EADDB2B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7202-FE21-49B8-AE31-931E616199D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3CB535-A1F0-87A6-2536-30DE2AB2A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C46146-9B1F-0919-DA42-D1F076EE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92B6A-CD01-4BD4-A29A-23CA97AF0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748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E9BC4F-2ADE-DEE9-DC02-AABFD90FC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42D876-2A34-3695-3205-5502F108A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66E607-AF62-2D79-2EDB-65E4F41985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6E7202-FE21-49B8-AE31-931E616199D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4DB43B-2B24-355A-D514-9CACEDA89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51109C-EF33-3548-C4A8-47F789D3D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92B6A-CD01-4BD4-A29A-23CA97AF0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37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CAE8412-E7E2-F3A2-381A-448297E8FD77}"/>
              </a:ext>
            </a:extLst>
          </p:cNvPr>
          <p:cNvSpPr txBox="1"/>
          <p:nvPr/>
        </p:nvSpPr>
        <p:spPr>
          <a:xfrm>
            <a:off x="381000" y="254000"/>
            <a:ext cx="3457998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 </a:t>
            </a:r>
            <a:r>
              <a:rPr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 Bold 123</a:t>
            </a:r>
            <a:endParaRPr lang="zh-CN" altLang="en-US" sz="24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87EEB-10E7-281D-E1E6-0A7AA97BB587}"/>
              </a:ext>
            </a:extLst>
          </p:cNvPr>
          <p:cNvSpPr txBox="1"/>
          <p:nvPr/>
        </p:nvSpPr>
        <p:spPr>
          <a:xfrm>
            <a:off x="6223000" y="254000"/>
            <a:ext cx="3457998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 b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 </a:t>
            </a:r>
            <a:r>
              <a:rPr lang="en-US" altLang="zh-CN" sz="2400" b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 Bold 123</a:t>
            </a:r>
            <a:endParaRPr lang="zh-CN" altLang="en-US" sz="2400" b="1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754AA1-7E22-F637-2ED2-3413CB774EA8}"/>
              </a:ext>
            </a:extLst>
          </p:cNvPr>
          <p:cNvSpPr txBox="1"/>
          <p:nvPr/>
        </p:nvSpPr>
        <p:spPr>
          <a:xfrm>
            <a:off x="381000" y="1066800"/>
            <a:ext cx="3355406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>
                <a:latin typeface="等线 Light" panose="02010600030101010101" pitchFamily="2" charset="-122"/>
                <a:ea typeface="等线 Light" panose="02010600030101010101" pitchFamily="2" charset="-122"/>
              </a:rPr>
              <a:t>细体加粗 </a:t>
            </a:r>
            <a:r>
              <a:rPr lang="en-US" altLang="zh-CN" sz="2400">
                <a:latin typeface="等线 Light" panose="02010600030101010101" pitchFamily="2" charset="-122"/>
                <a:ea typeface="等线 Light" panose="02010600030101010101" pitchFamily="2" charset="-122"/>
              </a:rPr>
              <a:t>Light Bold 123</a:t>
            </a:r>
            <a:endParaRPr lang="zh-CN" altLang="en-US" sz="240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CAFFD4-BCB6-E2F7-DA69-23608AD66E88}"/>
              </a:ext>
            </a:extLst>
          </p:cNvPr>
          <p:cNvSpPr txBox="1"/>
          <p:nvPr/>
        </p:nvSpPr>
        <p:spPr>
          <a:xfrm>
            <a:off x="6223000" y="1066800"/>
            <a:ext cx="3355406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 b="1">
                <a:latin typeface="等线 Light" panose="02010600030101010101" pitchFamily="2" charset="-122"/>
                <a:ea typeface="等线 Light" panose="02010600030101010101" pitchFamily="2" charset="-122"/>
              </a:rPr>
              <a:t>细体加粗 </a:t>
            </a:r>
            <a:r>
              <a:rPr lang="en-US" altLang="zh-CN" sz="2400" b="1">
                <a:latin typeface="等线 Light" panose="02010600030101010101" pitchFamily="2" charset="-122"/>
                <a:ea typeface="等线 Light" panose="02010600030101010101" pitchFamily="2" charset="-122"/>
              </a:rPr>
              <a:t>Light Bold 123</a:t>
            </a:r>
            <a:endParaRPr lang="zh-CN" altLang="en-US" sz="2400" b="1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5BF202-459B-B8B4-4033-509B5D3EEAE6}"/>
              </a:ext>
            </a:extLst>
          </p:cNvPr>
          <p:cNvSpPr txBox="1"/>
          <p:nvPr/>
        </p:nvSpPr>
        <p:spPr>
          <a:xfrm>
            <a:off x="381000" y="1879600"/>
            <a:ext cx="3240182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>
                <a:latin typeface="Calibri Light" panose="020F0302020204030204" pitchFamily="34" charset="0"/>
              </a:rPr>
              <a:t>细体加粗 </a:t>
            </a:r>
            <a:r>
              <a:rPr lang="en-US" altLang="zh-CN" sz="2400">
                <a:latin typeface="Calibri Light" panose="020F0302020204030204" pitchFamily="34" charset="0"/>
                <a:ea typeface="Calibri Light" panose="020F0302020204030204" pitchFamily="34" charset="0"/>
              </a:rPr>
              <a:t>Light Bold 123</a:t>
            </a:r>
            <a:endParaRPr lang="zh-CN" altLang="en-US" sz="2400">
              <a:latin typeface="Calibri Light" panose="020F03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3DE710-D1B7-5D12-846F-EBCFE2D1288A}"/>
              </a:ext>
            </a:extLst>
          </p:cNvPr>
          <p:cNvSpPr txBox="1"/>
          <p:nvPr/>
        </p:nvSpPr>
        <p:spPr>
          <a:xfrm>
            <a:off x="6223000" y="1879600"/>
            <a:ext cx="3240182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 b="1">
                <a:latin typeface="Calibri Light" panose="020F0302020204030204" pitchFamily="34" charset="0"/>
              </a:rPr>
              <a:t>细体加粗 </a:t>
            </a:r>
            <a:r>
              <a:rPr lang="en-US" altLang="zh-CN" sz="2400" b="1">
                <a:latin typeface="Calibri Light" panose="020F0302020204030204" pitchFamily="34" charset="0"/>
                <a:ea typeface="Calibri Light" panose="020F0302020204030204" pitchFamily="34" charset="0"/>
              </a:rPr>
              <a:t>Light Bold 123</a:t>
            </a:r>
            <a:endParaRPr lang="zh-CN" altLang="en-US" sz="2400" b="1">
              <a:latin typeface="Calibri Light" panose="020F03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8B5A290-9C11-7E1B-3DD7-B1D626261216}"/>
              </a:ext>
            </a:extLst>
          </p:cNvPr>
          <p:cNvSpPr txBox="1"/>
          <p:nvPr/>
        </p:nvSpPr>
        <p:spPr>
          <a:xfrm>
            <a:off x="381000" y="2692400"/>
            <a:ext cx="3305713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>
                <a:latin typeface="Segoe UI Light" panose="020B0502040204020203" pitchFamily="34" charset="0"/>
              </a:rPr>
              <a:t>细体加粗 </a:t>
            </a:r>
            <a:r>
              <a:rPr lang="en-US" altLang="zh-CN" sz="2400">
                <a:latin typeface="Segoe UI Light" panose="020B0502040204020203" pitchFamily="34" charset="0"/>
              </a:rPr>
              <a:t>Light Bold 123</a:t>
            </a:r>
            <a:endParaRPr lang="zh-CN" altLang="en-US" sz="2400">
              <a:latin typeface="Segoe UI Light" panose="020B0502040204020203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11D3F4-9999-5993-8557-994358B033BA}"/>
              </a:ext>
            </a:extLst>
          </p:cNvPr>
          <p:cNvSpPr txBox="1"/>
          <p:nvPr/>
        </p:nvSpPr>
        <p:spPr>
          <a:xfrm>
            <a:off x="6223000" y="2692400"/>
            <a:ext cx="3305713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 b="1">
                <a:latin typeface="Segoe UI Light" panose="020B0502040204020203" pitchFamily="34" charset="0"/>
              </a:rPr>
              <a:t>细体加粗 </a:t>
            </a:r>
            <a:r>
              <a:rPr lang="en-US" altLang="zh-CN" sz="2400" b="1">
                <a:latin typeface="Segoe UI Light" panose="020B0502040204020203" pitchFamily="34" charset="0"/>
              </a:rPr>
              <a:t>Light Bold 123</a:t>
            </a:r>
            <a:endParaRPr lang="zh-CN" altLang="en-US" sz="2400" b="1">
              <a:latin typeface="Segoe UI Light" panose="020B0502040204020203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4E79C3-2CAD-51D7-E705-F8B1B81A5FA7}"/>
              </a:ext>
            </a:extLst>
          </p:cNvPr>
          <p:cNvSpPr txBox="1"/>
          <p:nvPr/>
        </p:nvSpPr>
        <p:spPr>
          <a:xfrm>
            <a:off x="381000" y="3505200"/>
            <a:ext cx="3358612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>
                <a:latin typeface="Segoe UI Semilight" panose="020B0402040204020203" pitchFamily="34" charset="0"/>
              </a:rPr>
              <a:t>细体加粗 </a:t>
            </a:r>
            <a:r>
              <a:rPr lang="en-US" altLang="zh-CN" sz="2400">
                <a:latin typeface="Segoe UI Semilight" panose="020B0402040204020203" pitchFamily="34" charset="0"/>
              </a:rPr>
              <a:t>Light Bold 123</a:t>
            </a:r>
            <a:endParaRPr lang="zh-CN" altLang="en-US" sz="2400">
              <a:latin typeface="Segoe UI Semilight" panose="020B0402040204020203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4F6F92-7D71-0153-3271-3E3364C7EB45}"/>
              </a:ext>
            </a:extLst>
          </p:cNvPr>
          <p:cNvSpPr txBox="1"/>
          <p:nvPr/>
        </p:nvSpPr>
        <p:spPr>
          <a:xfrm>
            <a:off x="6223000" y="3505200"/>
            <a:ext cx="3358612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 b="1">
                <a:latin typeface="Segoe UI Semilight" panose="020B0402040204020203" pitchFamily="34" charset="0"/>
              </a:rPr>
              <a:t>细体加粗 </a:t>
            </a:r>
            <a:r>
              <a:rPr lang="en-US" altLang="zh-CN" sz="2400" b="1">
                <a:latin typeface="Segoe UI Semilight" panose="020B0402040204020203" pitchFamily="34" charset="0"/>
              </a:rPr>
              <a:t>Light Bold 123</a:t>
            </a:r>
            <a:endParaRPr lang="zh-CN" altLang="en-US" sz="2400" b="1">
              <a:latin typeface="Segoe UI Semilight" panose="020B0402040204020203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07F670-65CA-1100-D4C3-BCE803C1E34F}"/>
              </a:ext>
            </a:extLst>
          </p:cNvPr>
          <p:cNvSpPr txBox="1"/>
          <p:nvPr/>
        </p:nvSpPr>
        <p:spPr>
          <a:xfrm>
            <a:off x="381000" y="4318000"/>
            <a:ext cx="3724096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细体加粗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Light Bold 123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EC0235-D1E1-C25F-D38F-77E2475E48E5}"/>
              </a:ext>
            </a:extLst>
          </p:cNvPr>
          <p:cNvSpPr txBox="1"/>
          <p:nvPr/>
        </p:nvSpPr>
        <p:spPr>
          <a:xfrm>
            <a:off x="6223000" y="4318000"/>
            <a:ext cx="3724096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细体加粗 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Light Bold 123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BB41B96-3A78-8E76-8CD9-B3A72C4FD471}"/>
              </a:ext>
            </a:extLst>
          </p:cNvPr>
          <p:cNvSpPr txBox="1"/>
          <p:nvPr/>
        </p:nvSpPr>
        <p:spPr>
          <a:xfrm>
            <a:off x="381000" y="5130800"/>
            <a:ext cx="3724096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细体加粗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Light Bold 123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B383D7-C1BB-A40E-5FBA-182D9D95364C}"/>
              </a:ext>
            </a:extLst>
          </p:cNvPr>
          <p:cNvSpPr txBox="1"/>
          <p:nvPr/>
        </p:nvSpPr>
        <p:spPr>
          <a:xfrm>
            <a:off x="6223000" y="5130800"/>
            <a:ext cx="3724096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细体加粗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Light Bold 123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BB2D55D-58E6-A776-728B-EF65C2679D81}"/>
              </a:ext>
            </a:extLst>
          </p:cNvPr>
          <p:cNvSpPr txBox="1"/>
          <p:nvPr/>
        </p:nvSpPr>
        <p:spPr>
          <a:xfrm>
            <a:off x="381000" y="5943600"/>
            <a:ext cx="3642344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细体加粗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Light Bold 123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60340BB-9941-1866-C278-E8F8EE486EC7}"/>
              </a:ext>
            </a:extLst>
          </p:cNvPr>
          <p:cNvSpPr txBox="1"/>
          <p:nvPr/>
        </p:nvSpPr>
        <p:spPr>
          <a:xfrm>
            <a:off x="6223000" y="5943600"/>
            <a:ext cx="3757760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细体加粗 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Light Bold 123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8624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自定义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等线</vt:lpstr>
      <vt:lpstr>等线 Light</vt:lpstr>
      <vt:lpstr>黑体</vt:lpstr>
      <vt:lpstr>宋体</vt:lpstr>
      <vt:lpstr>微软雅黑</vt:lpstr>
      <vt:lpstr>微软雅黑 Light</vt:lpstr>
      <vt:lpstr>Arial</vt:lpstr>
      <vt:lpstr>Calibri Light</vt:lpstr>
      <vt:lpstr>Segoe UI Light</vt:lpstr>
      <vt:lpstr>Segoe UI Semilight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2026-10-15T06:26:47Z</dcterms:created>
  <dcterms:modified xsi:type="dcterms:W3CDTF">2026-10-15T06:26:47Z</dcterms:modified>
</cp:coreProperties>
</file>