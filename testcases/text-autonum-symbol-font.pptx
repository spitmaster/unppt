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A6398-6E76-B3AC-E2F4-61AF75E09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DDA4F2-CC16-91A1-AEEF-160503AE2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FDD9E-7FF6-0C63-F687-49C6A31F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F0C4F-9FD5-773A-B984-AAD3C292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2117BB-7871-6485-8DE8-AA7CE6EF1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82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8A312-E222-D71B-75F0-0EE92172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877082-D7A3-B6D4-D6C8-161819E5F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00CD67-EA80-1CCC-4346-68BBE916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45EA36-C4F8-8BCD-E047-8215B1F0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B837E5-E4C7-5D95-205A-16A43B7B5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813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A5904-B04D-E7FC-8628-90CED09D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547627-9367-1B5E-8C54-455DF8DD7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A1801C-A73C-F73E-C5EE-7F814B46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E0231D-4474-508E-3562-9FD92BE49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CA0C77-DD90-D1FC-21CE-A67711DFF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35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E1493-4D31-AD43-9F8A-08C691443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5B7E09-1BEF-4EAE-3C55-A50AA8AC5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5B2CD4-BC71-1ED2-C78E-A01ABB764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0710C5-051A-DB58-A75D-ADA0FD69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1A4074-B9AD-9BC5-1FF4-95FC03DA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4BFEF-0AFE-EB48-4B65-BE77CC6D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936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AC5B5-7988-CDBE-76D9-74C53F2B9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308139-316A-4A78-53C9-51ACBC46C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A2C601-1E3E-C2FF-BB8F-4AFF8BC18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1D5F01-BFDA-2322-03F1-6CA471DA8A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86538F-A175-9C2D-C32B-8BDCCFA70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D3AFD0E-63A6-45AA-E5AB-A3118F7E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E73214-728C-9709-5D07-F64A2C45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8184B1-09C8-2EA9-E351-8825B684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95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86DACC-003D-8F0F-A1FC-D448439FC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AE63E5-2C82-A911-C617-BD0F0D71F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943CE8-B534-CD20-3197-22CF891C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B69705-98EE-EEE1-CAC9-0A11E1A7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434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A03770-2460-9101-62EC-9396CE14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54F33C-482D-EC28-645F-EB7BF715A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428431-4E8C-C273-8EB4-F37096AD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229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5B317-50D7-D1ED-F3EB-F73AE153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1BA30B-5D38-7FF0-6554-E6487CF2D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4D4CBC-845C-5ACE-801F-22A3FBAA9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B05107-8C02-B627-0843-FA15AF48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B1CCC2-0BF1-31EB-0A0A-0149BB85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F4DF1E-6F90-D0CB-D287-3CC7C743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07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47CD7-5A90-3D63-0209-46F8A6F5E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5CFC1D-B8CC-C3BE-3DC4-2EA5F4817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30558A-99E8-80E2-6044-B20761A23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08BF4A-1FB6-7407-6D5C-4830EB7E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6671A6-9EC2-C267-2AC8-815185760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0DDE47-581B-CBF5-6D5F-C410209D9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04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60EB9-C5AE-9E48-5CD0-FA93EEABC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E9FC3E-DFD1-602C-C4CD-50BC64177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426B9-053D-DEB8-B6F8-17959927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3C83C-8C4A-B887-EB03-7265BEBF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85DB0C-EF08-F3B3-565F-6AA85CF2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887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8EF88B3-0260-D4AB-61BD-EBB0CA798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49D912-3C7A-2164-6590-4FA81F8D1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3A895F-AB1D-6D29-E73A-22278006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D3413-9370-0DC5-9A03-23AEA9BA6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409C30-2571-CCEA-360B-E07FFAA2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44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4087F-8E27-D05E-803E-E5453019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42C6B4-53D3-BF58-1D38-C51900754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F0C5B4-619D-531C-C364-01464936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23884E-562F-D0E8-BA67-BD0F7420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ABA598-1F75-CAE7-81E8-BFBCB3546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62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211F28-A953-8326-A36F-58C062A5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E87C04-AF00-9033-ADA8-40627DD8D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74783E-43D3-19A3-10C5-46B985F0D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9D141-8504-4732-BFAD-0E1F9A3F03BD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4FDC1F-2666-C552-3C93-26050119F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5EB359-6C12-0A33-FF4A-1ADE23F56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EDCCB-5069-49E8-A97A-169135A4E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867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EF554-4D51-6278-F6EB-0F28F341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编号字体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0B6EBA-242F-A718-9EA9-7C88BCE50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zh-CN" altLang="en-US"/>
              <a:t>继承第1段文字</a:t>
            </a:r>
          </a:p>
          <a:p>
            <a:pPr marL="342900" indent="-342900">
              <a:buAutoNum type="arabicPeriod"/>
            </a:pPr>
            <a:r>
              <a:rPr lang="zh-CN" altLang="en-US"/>
              <a:t>继承第2段文字</a:t>
            </a:r>
          </a:p>
          <a:p>
            <a:pPr marL="342900" indent="-342900">
              <a:buFont typeface="Wingdings" pitchFamily="2" charset="2"/>
              <a:buAutoNum type="arabicPeriod" startAt="3"/>
            </a:pPr>
            <a:r>
              <a:rPr lang="zh-CN" altLang="en-US"/>
              <a:t>自己写符号字体第1段文字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zh-CN" altLang="en-US"/>
              <a:t>自己写符号字体第2段文字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zh-CN" altLang="en-US"/>
              <a:t>标题字体第1段文字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标题字体第2段文字</a:t>
            </a:r>
          </a:p>
        </p:txBody>
      </p:sp>
    </p:spTree>
    <p:extLst>
      <p:ext uri="{BB962C8B-B14F-4D97-AF65-F5344CB8AC3E}">
        <p14:creationId xmlns:p14="http://schemas.microsoft.com/office/powerpoint/2010/main" val="150968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编号字体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2026-10-20T14:37:19Z</dcterms:created>
  <dcterms:modified xsi:type="dcterms:W3CDTF">2026-10-20T14:37:19Z</dcterms:modified>
</cp:coreProperties>
</file>