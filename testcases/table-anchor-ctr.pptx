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408D8F-DEB8-A4ED-B165-36E494070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9118A6-A518-40E4-D13B-720B48903C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C6D2FD-E1AF-5B53-38C8-CB23A31BE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7970B-3D25-43E5-B941-D27F0A876E4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8861E-F1EA-F6DB-E6D0-C1555C0B3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0A37B8-F1A7-5A94-D610-1A38C6027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D0782-AC56-436E-9996-9808C81634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356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75BB70-5680-04B0-65BF-2F3C840AD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60CD18-8F53-640E-5ED8-94FAA7378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A462F7-5F85-9CDB-F258-48A436552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7970B-3D25-43E5-B941-D27F0A876E4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47BA43-134E-E83C-DBBC-47D127863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0F1694-C07C-B8F9-CB70-57C31BA07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D0782-AC56-436E-9996-9808C81634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21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77BF7B-DFF8-C8C5-8AB9-0D98BBA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E3C976-2671-844A-CEC6-D602B9F65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787613-A933-FC3B-913D-7E788717F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7970B-3D25-43E5-B941-D27F0A876E4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21FFE-3126-252C-8B10-96EC95C00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1B7049-26C4-8281-A793-E1646F33B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D0782-AC56-436E-9996-9808C81634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63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E60CD1-A490-3121-DC74-1AA605C96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9F848D-BFE4-B7D6-ACD8-DA123E28A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2B724B-571C-5EF6-B934-110E8D6B6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C25109-59AB-5398-FD2F-2CF618029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7970B-3D25-43E5-B941-D27F0A876E4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60FC6E-CBED-3A6B-B956-C7A84CEEF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0B02DC-7EE4-52EA-BB0B-5F46BCBF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D0782-AC56-436E-9996-9808C81634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678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1E4089-FA7B-F2B0-206B-F8EA311CF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04CA41-C910-8D7A-DBD0-914560566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4FA105-6EF1-7B65-1F08-699252021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AFB1808-45B2-C5E7-1D0B-F7179A4125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493E060-E106-7FC2-9333-E31EA6E40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C44B403-E7E7-B354-DD28-204C03E84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7970B-3D25-43E5-B941-D27F0A876E4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A0DF01A-5A89-C33B-55C1-708438DCD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4952522-0E1C-C63F-FBF6-8BD43E7AE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D0782-AC56-436E-9996-9808C81634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636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ECB339-90D6-7F83-0C4E-A48703AD9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52AFC3-057C-CED5-3A4E-FBB25151D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7970B-3D25-43E5-B941-D27F0A876E4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A64CF41-FE4B-C675-4277-6C8E53DF3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AB33532-5F2B-9F4D-A36B-3B6622CD4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D0782-AC56-436E-9996-9808C81634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726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218358-2532-E69C-D35B-313899B7C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7970B-3D25-43E5-B941-D27F0A876E4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B0F7EA3-649C-59E3-C69C-B8A626711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6EE058-0BEB-28AC-689D-C31915E95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D0782-AC56-436E-9996-9808C81634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502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75F49-586C-9AE1-4184-4C79B32F0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1C397E-0D68-8CB7-6936-0E89D3B03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BBE57A-1C90-37A7-667E-F9C9EF0D8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B733B6-A0D5-ABC8-BE4C-B5527ECF6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7970B-3D25-43E5-B941-D27F0A876E4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7D3910-7358-CFC7-091C-98DA55CBB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7AEF33-3088-E334-9952-6CA3B7FA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D0782-AC56-436E-9996-9808C81634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1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C28C64-B6B5-89A7-73EB-08BF8C986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7A84B79-8531-E3CB-D6EF-BB3EB331F6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A64B40-8DF2-271A-419D-41F296D56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395F85-039D-CBFA-E109-E99782095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7970B-3D25-43E5-B941-D27F0A876E4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218243-C46D-5725-C3A3-E7F6CCEF1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E70D21-9F16-1099-29DD-2E8B347F1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D0782-AC56-436E-9996-9808C81634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199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B514B-A583-F417-44AC-30353B2E5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E0E936-FC9B-756D-8132-22BD81931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55F7BD-52F6-3312-F239-B46ED3203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7970B-3D25-43E5-B941-D27F0A876E4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CEB6D6-965C-0DE3-38BE-6BB9112CB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38D10A-4F38-197A-71B2-4F0364D4A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D0782-AC56-436E-9996-9808C81634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472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4F3CAF5-2EFC-F08A-E6AB-5389CBD1EA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360C97-8774-290A-2D54-DFD8912BB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A2572E-9632-DB2E-8933-C7AEAFFF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7970B-3D25-43E5-B941-D27F0A876E4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9D47A0-499E-9AA6-8F4D-C2F1CFEF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BC6447-2DC0-DACA-7B72-3DF7590C1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D0782-AC56-436E-9996-9808C81634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712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3B9CE6B-EDB2-AB61-033F-3BBD4DBF1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0055BB-BB1B-B7EF-EE64-FC6A8073A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40EE01-4824-5BCD-A030-001F53807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B7970B-3D25-43E5-B941-D27F0A876E4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48AF97-FC90-9303-B04B-B7CB8647B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B4165F-37F8-1306-BFA1-5088A2346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2D0782-AC56-436E-9996-9808C81634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992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C0">
            <a:extLst>
              <a:ext uri="{FF2B5EF4-FFF2-40B4-BE49-F238E27FC236}">
                <a16:creationId xmlns:a16="http://schemas.microsoft.com/office/drawing/2014/main" id="{0D5A0466-6110-633E-724E-C4E50FA82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483418"/>
              </p:ext>
            </p:extLst>
          </p:nvPr>
        </p:nvGraphicFramePr>
        <p:xfrm>
          <a:off x="508000" y="508000"/>
          <a:ext cx="11176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3599850318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031354408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64000824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37659607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短文字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第一段</a:t>
                      </a:r>
                    </a:p>
                    <a:p>
                      <a:pPr algn="l"/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第二段长一点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左对齐放不下一行的文字会折行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右对齐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9711101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短文字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第一段</a:t>
                      </a:r>
                    </a:p>
                    <a:p>
                      <a:pPr algn="l"/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第二段长一点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左对齐放不下一行的文字会折行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右对齐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6371730"/>
                  </a:ext>
                </a:extLst>
              </a:tr>
            </a:tbl>
          </a:graphicData>
        </a:graphic>
      </p:graphicFrame>
      <p:graphicFrame>
        <p:nvGraphicFramePr>
          <p:cNvPr id="3" name="TAC1">
            <a:extLst>
              <a:ext uri="{FF2B5EF4-FFF2-40B4-BE49-F238E27FC236}">
                <a16:creationId xmlns:a16="http://schemas.microsoft.com/office/drawing/2014/main" id="{F3228D95-1B31-0E89-1120-B985E9BE8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65159"/>
              </p:ext>
            </p:extLst>
          </p:nvPr>
        </p:nvGraphicFramePr>
        <p:xfrm>
          <a:off x="508000" y="3429000"/>
          <a:ext cx="11176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3601366203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416686041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89804768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188086865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短文字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第一段</a:t>
                      </a:r>
                    </a:p>
                    <a:p>
                      <a:pPr algn="l"/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第二段长一点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左对齐放不下一行的文字会折行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右对齐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862664845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短文字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第一段</a:t>
                      </a:r>
                    </a:p>
                    <a:p>
                      <a:pPr algn="l"/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第二段长一点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左对齐放不下一行的文字会折行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6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右对齐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520225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308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自定义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2026-10-23T10:56:20Z</dcterms:created>
  <dcterms:modified xsi:type="dcterms:W3CDTF">2026-10-23T10:56:20Z</dcterms:modified>
</cp:coreProperties>
</file>