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F4DAA4-7044-A74E-DE7F-B11D36A1B3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C7F6CD0-FEFA-CB8F-E4B6-6649A53B20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349987E-283A-7C5C-8BBE-6B025F4E61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305D0-0A43-4541-8807-785E627D3170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764752A-6B2A-D84C-5D0F-2E3D0278E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6601AA9-F9C2-C70B-746B-9E3C9EDE1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BD754-1AD8-4200-9E09-493ACA5517B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51651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20248C-A72C-BCCA-8F47-EF58783DE6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3B6EA6F-60D7-0D8A-1F83-0A28E9A550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2E1BF55-3C6F-9665-8AA6-88E84C2390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305D0-0A43-4541-8807-785E627D3170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76005F6-95A6-A055-1987-16F47A9AE1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1BF3EAC-E944-9EA6-2D46-B843A40B7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BD754-1AD8-4200-9E09-493ACA5517B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10539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03F53E-6174-D88C-3615-453C02749E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64EB6AE-B1D4-C679-07E2-9A12F28272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CCEEB42-A6D2-31F2-6DB8-E40302948D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305D0-0A43-4541-8807-785E627D3170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F8437FD-ABE2-501A-ED3E-988CB2E551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E4B687E-5F7E-4275-CA8A-F9304B7B68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BD754-1AD8-4200-9E09-493ACA5517B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44308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99A875-82B3-5F1F-F6B3-204561D72E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E074120-67B1-2F59-A5C7-C9B3D9D773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D596A59-21D8-630A-75A2-6D68D19539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C5CD738-CA65-52D6-9BFF-8FD5910C6C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305D0-0A43-4541-8807-785E627D3170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791A827-C0B2-F278-0173-7CB22C9A9C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FD7E44B-9DA9-D910-58DF-D0706DF07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BD754-1AD8-4200-9E09-493ACA5517B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088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6E4D7F-6199-8982-B260-30F9D36828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44D0175-D81D-E122-C235-6BF1E26D09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4869C47-DF1B-0ED9-8081-2956B4E5B0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F9AD17A-6315-F87F-D427-4D0E46EABE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AE22E08-704F-1225-9384-11020FEA25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3778E2F-C708-9846-292E-DE09E855B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305D0-0A43-4541-8807-785E627D3170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7A615D1-A6E1-C8F6-B981-025FA52C4D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151DFD1-5B2F-D162-F73C-7D33D44A6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BD754-1AD8-4200-9E09-493ACA5517B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15772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5BE4A9-EB00-30DC-F1E9-6C67AD1CB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0548520-27C4-1CB5-8E6C-7E9CCC6BCF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305D0-0A43-4541-8807-785E627D3170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C68E310-415F-1A0F-161D-ABD7FEB557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02BE722-6DE8-60A8-7771-41E6403D4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BD754-1AD8-4200-9E09-493ACA5517B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9156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28D9FD3-E4EC-7241-F464-0B9A869A83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305D0-0A43-4541-8807-785E627D3170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C371B79-7974-A1EE-E9B2-A8A5EB557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455BC89-CD74-1A0B-9BB4-6E5583610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BD754-1AD8-4200-9E09-493ACA5517B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11184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B576D2F-7999-54C3-DCAD-1456D5BBF7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77E9F50-5F6C-E281-9000-23C7971212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AE714F2-78B8-3E4D-DF7B-734E65B56C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3A46980-58F4-A6F6-C24D-27B97911D0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305D0-0A43-4541-8807-785E627D3170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7EA9F8B-FCC3-6E8D-E897-0CE76F0A71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5C45FA4-015D-A624-F035-E9AEEBA22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BD754-1AD8-4200-9E09-493ACA5517B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6041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78BE22-D2D2-4DEF-CE87-2E67ABEB2E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FF62AB1-880D-6AAD-4175-F4F52228D5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3963854-4D30-E832-8DAA-60F7FC775B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73CF2BC-35B8-7BD3-4ABA-8BD3F0C40F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305D0-0A43-4541-8807-785E627D3170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0246E19-8401-0E85-F7FA-7EFC3A732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4715EE2-C41E-2A8B-9D24-36F9E9D808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BD754-1AD8-4200-9E09-493ACA5517B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82124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9B8F41-FCEC-098D-8D46-CF63C89AFB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AEB6DD9-4BC0-35B1-4C3A-34893CEEEC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5518825-40E2-B2A8-B661-FA4479B75A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305D0-0A43-4541-8807-785E627D3170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79D4862-6DF5-550C-3F4F-E0E243E99D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16EC3DD-7511-0F11-4B22-9C02E4E2AA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BD754-1AD8-4200-9E09-493ACA5517B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56544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7B5B344-0AF7-266A-10C9-7C9031562D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91C3F7A-5A92-19F3-AF72-3A75DAA92C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91AAAD9-012B-AD36-FA02-5AAFC15913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305D0-0A43-4541-8807-785E627D3170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975CD2E-F340-74CC-D151-FD2B8CB169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84B986B-626F-43C4-D3C3-0419D3B560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BD754-1AD8-4200-9E09-493ACA5517B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52520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04FAAE8-5DEC-941E-7520-151CF3C50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F575A26-D636-14A4-3437-F9CFF3D3E4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453D294-FD45-0BF6-15A8-70C2AEC3CF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3305D0-0A43-4541-8807-785E627D3170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874A61D-B4AF-4676-3941-AC4082FC04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2682B3E-C363-2D42-527B-446BC06262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5BD754-1AD8-4200-9E09-493ACA5517B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9046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24AF0FB4-9DF5-68F9-9B11-682A728551E7}"/>
              </a:ext>
            </a:extLst>
          </p:cNvPr>
          <p:cNvSpPr txBox="1"/>
          <p:nvPr/>
        </p:nvSpPr>
        <p:spPr>
          <a:xfrm>
            <a:off x="762000" y="508000"/>
            <a:ext cx="10668000" cy="156966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400"/>
              <a:t>默认	制表位	测试</a:t>
            </a:r>
          </a:p>
          <a:p>
            <a:r>
              <a:rPr lang="zh-CN" altLang="en-US" sz="2400"/>
              <a:t>第一章	概述	</a:t>
            </a:r>
            <a:r>
              <a:rPr lang="en-US" altLang="zh-CN" sz="2400"/>
              <a:t>3</a:t>
            </a:r>
          </a:p>
          <a:p>
            <a:r>
              <a:rPr lang="zh-CN" altLang="en-US" sz="2400"/>
              <a:t>第二章	方法和步骤	</a:t>
            </a:r>
            <a:r>
              <a:rPr lang="en-US" altLang="zh-CN" sz="2400"/>
              <a:t>12</a:t>
            </a:r>
          </a:p>
          <a:p>
            <a:r>
              <a:rPr lang="zh-CN" altLang="en-US" sz="2400"/>
              <a:t>合计	</a:t>
            </a:r>
            <a:r>
              <a:rPr lang="en-US" altLang="zh-CN" sz="2400"/>
              <a:t>1234.5	67.89</a:t>
            </a:r>
            <a:endParaRPr lang="zh-CN" altLang="en-US" sz="240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3D1BB83-1EBA-2FE2-A8DC-FEDA11C36850}"/>
              </a:ext>
            </a:extLst>
          </p:cNvPr>
          <p:cNvSpPr txBox="1"/>
          <p:nvPr/>
        </p:nvSpPr>
        <p:spPr>
          <a:xfrm>
            <a:off x="762000" y="3556000"/>
            <a:ext cx="10668000" cy="120032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>
              <a:tabLst>
                <a:tab pos="1905000" algn="l"/>
                <a:tab pos="5080000" algn="ctr"/>
                <a:tab pos="7874000" algn="r"/>
                <a:tab pos="9652000" algn="dec"/>
              </a:tabLst>
            </a:pPr>
            <a:r>
              <a:rPr lang="zh-CN" altLang="en-US" sz="2400"/>
              <a:t>左	居中	右对齐	</a:t>
            </a:r>
            <a:r>
              <a:rPr lang="en-US" altLang="zh-CN" sz="2400"/>
              <a:t>12.5</a:t>
            </a:r>
          </a:p>
          <a:p>
            <a:pPr>
              <a:tabLst>
                <a:tab pos="1905000" algn="l"/>
                <a:tab pos="5080000" algn="ctr"/>
                <a:tab pos="7874000" algn="r"/>
                <a:tab pos="9652000" algn="dec"/>
              </a:tabLst>
            </a:pPr>
            <a:r>
              <a:rPr lang="en-US" altLang="zh-CN" sz="2400"/>
              <a:t>Left	Center text	Right	1234.75</a:t>
            </a:r>
          </a:p>
          <a:p>
            <a:pPr>
              <a:tabLst>
                <a:tab pos="1905000" algn="l"/>
                <a:tab pos="5080000" algn="ctr"/>
                <a:tab pos="7874000" algn="r"/>
                <a:tab pos="9652000" algn="dec"/>
              </a:tabLst>
            </a:pPr>
            <a:r>
              <a:rPr lang="zh-CN" altLang="en-US" sz="2400"/>
              <a:t>甲	乙丙丁	戊	</a:t>
            </a:r>
            <a:r>
              <a:rPr lang="en-US" altLang="zh-CN" sz="2400"/>
              <a:t>3.1</a:t>
            </a:r>
            <a:endParaRPr lang="zh-CN" altLang="en-US" sz="2400"/>
          </a:p>
        </p:txBody>
      </p:sp>
    </p:spTree>
    <p:extLst>
      <p:ext uri="{BB962C8B-B14F-4D97-AF65-F5344CB8AC3E}">
        <p14:creationId xmlns:p14="http://schemas.microsoft.com/office/powerpoint/2010/main" val="26448105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</Words>
  <Application>Microsoft Office PowerPoint</Application>
  <PresentationFormat>自定义</PresentationFormat>
  <Paragraphs>7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yijin zhou</dc:creator>
  <cp:lastModifiedBy>yijin zhou</cp:lastModifiedBy>
  <cp:revision>1</cp:revision>
  <dcterms:created xsi:type="dcterms:W3CDTF">2026-10-13T05:15:49Z</dcterms:created>
  <dcterms:modified xsi:type="dcterms:W3CDTF">2026-10-13T05:15:49Z</dcterms:modified>
</cp:coreProperties>
</file>