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BFF18-EB7F-3B8A-5EF2-E4306B511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E33392-1946-BC21-B94E-8B4ADC5F5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8E843-B23C-AD65-D45F-A1FC7005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3BCB2-E304-7717-0676-79605AE7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DE87DA-553B-69E9-90DF-B1642E0A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87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F0861-73F2-B28B-0B23-AEA4BF8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0DA8E-1EA5-B51A-9CE6-9EBF0DD2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D66EF-98D7-77E3-AE77-867A752F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4D688-11CF-806D-B2B6-FA455DD6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8B14D-6577-81EF-516C-FE2E5552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14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B1AD1-FADA-6B32-4924-87FCC761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8D098-C6EC-9FE6-2A41-622D46B8E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4F6EB-EE0C-3892-9667-295DA9E6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8251EE-0563-8189-58C8-C18E07ED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0E8A2-800F-771F-BCB4-D2A402EF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50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94F0D-F1CE-7F32-359E-422C5554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A803C3-0E75-1628-EDEE-19306FA40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6E939A-00DA-6E79-00FC-D449D4837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22F176-CD1F-8C28-F251-C7A5A3BD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EBE452-7F11-A415-C0BA-71E724F2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1B7DD1-DE68-ED2D-3186-A3243FB8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98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4091F-470F-2C99-3C83-DC8F6990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DDB75A-64FC-B693-9FAB-EF856F25C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A3848A-E9A4-B7D3-098F-2BF0AA3E7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A94CB6-161A-7F72-876D-F932982C8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BB1F34-E265-536F-9849-E24CF8DC1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C2188C-B4B9-D819-02C2-30260D6D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A4516E-1757-4D57-4E4D-E321DF26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9FFC23-B6B4-92FF-FC1E-4332BCFC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13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25932-600D-0DC7-77A0-42483544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FC5ACE-4274-51B2-39C3-381422BF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856390-7922-CAF2-9C8D-C85C1A94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96EA78-3EDD-D4AE-0780-F9B07D42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30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F529F2-19CC-8E03-BB14-CA87E0FB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75217C-D888-1F73-6FA2-E029A848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490F05-34E4-76D0-97D2-B23AD906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6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061A0-E82F-9E55-2E82-4ECD4FE7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549327-64CE-5A06-DD3C-99C9B4D5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C51E84-F70A-EFA1-36FF-B9851F9D7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E57474-9CD8-D2BF-DF5A-26E47690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F64854-3E6E-5BDA-6827-9578D62E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14B52E-ECAA-54E9-733C-0200489D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3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1A172-0F1A-658B-8504-E2E1837D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1375A7-BDBD-F58E-6C21-9C8355C11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BD7AAB-49D2-6B35-58AE-8EA49ED7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CFEC0C-D1B4-0459-B6DD-AC7B3C7B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BD8C79-26A8-5A18-498A-59BDEE42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830980-3B90-31CF-0B18-2E706056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01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D6B75-181E-802E-94B1-DC6F210B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5CD5FD-3852-2989-872E-F6FEB2917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A73B3-9529-DFC9-AE9C-F43E158A4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40F08-66CC-70C7-712E-E3506A7C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D1068E-223C-D51D-3424-3606EBC1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50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255A0F-0F57-DE2B-AAAE-4E1A82EC6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DE8051-5BA0-3B73-E219-18AE31781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B02EA1-CABC-53A7-A5E1-9767E66F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F5F97-AF0E-80DD-F3B0-C08D75F2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4B6BA-DE81-0ED6-3D6D-DA7D841D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0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430971-BE3C-98B9-0439-C460FB7A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D8902B-1D95-D278-9F41-FB1CB28C7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9FCD65-8848-A2E2-0FF9-7202D44B1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E8E21-839D-4791-86BA-7CA2D4526C3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45AD-CC4F-0332-4477-DA962D7BB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20CFA2-969D-BB9D-B513-C28EC2B12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3BA1E-9550-40C7-8D23-030B3BFF53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2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65CFA8-855B-EC06-962D-A579795816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08000"/>
            <a:ext cx="4318000" cy="2425700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19DC9F-BD15-4632-C97A-E699F759D6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08000"/>
            <a:ext cx="4318000" cy="2425700"/>
          </a:xfrm>
          <a:prstGeom prst="rect">
            <a:avLst/>
          </a:prstGeom>
          <a:ln w="762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25400" h="19050"/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ADF03D-3F5E-2BE7-5C1C-1E57B225C1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683000"/>
            <a:ext cx="4318000" cy="2425700"/>
          </a:xfrm>
          <a:prstGeom prst="rect">
            <a:avLst/>
          </a:prstGeom>
          <a:ln w="762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/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400139-B535-2614-B0AD-973F63EA2F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683000"/>
            <a:ext cx="4318000" cy="24257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/>
          </a:sp3d>
        </p:spPr>
      </p:pic>
    </p:spTree>
    <p:extLst>
      <p:ext uri="{BB962C8B-B14F-4D97-AF65-F5344CB8AC3E}">
        <p14:creationId xmlns:p14="http://schemas.microsoft.com/office/powerpoint/2010/main" val="262254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2026-10-19T02:53:28Z</dcterms:created>
  <dcterms:modified xsi:type="dcterms:W3CDTF">2026-10-19T02:53:28Z</dcterms:modified>
</cp:coreProperties>
</file>