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16FA6-BF3D-AC29-A792-F0AB67777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AB4B67-5C07-2090-7E7F-5B304E4E1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245439-7E55-5379-3629-C0E94A1D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3C598-828D-0F1A-D150-5B4ACA3A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2D16C-651F-03ED-87E6-C918D687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12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3E1A8-4397-9CEC-204B-A2B7161F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78029-2F20-85DA-1092-B99A265CE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E4A56-6F0E-7CAC-8C8C-50BFE825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944B5-9C3D-9341-2D2D-11C076A0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7799F-91C3-FE28-005C-310F7EB1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52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C34BA-22F0-A34D-15DB-1AE0C54B6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A41298-AF76-3CEE-0188-D0C8C0AE1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DE1E87-7560-C1BF-3D10-17992F2A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1C769F-7C8D-73BD-1CC0-6ACA52F67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177D1-4617-1A9E-91B0-D75D6995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79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C7D3B-1F5E-8D75-1640-3BDD3C17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59BD6C-F1B2-2ADF-805B-CD56E22A3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16DD79-1EB0-B351-126B-5077887F8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812360-D24B-88DB-39AD-D5956EF3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6883C5-2AB6-D233-1924-0A2F73B6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FF9CF5-934A-580E-3ECA-B90E38C1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35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03DFD-5AB6-3532-987D-68BADA21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E7E4C7-9183-61BE-4A6F-D9CE05D47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B0264A-313E-AF4D-7E3B-42E88942B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E3A680-B473-FD6E-0827-16B0943DE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545023-8D18-084F-E3F9-9B94AFD1B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0A4BD-A8DB-5357-6088-E8A2649E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B8CD5E-37F7-03B8-B357-D0EECC8A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12167E-EBF7-B63E-6458-31350F55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32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464CD-A65A-9FB7-6EA0-DC216E1F5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F34F36-FF9E-5EA5-29FB-9E3C6962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774964-7BFB-B5F9-BA0D-52D8AC1B7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95E61B-A55E-BC20-E256-9617AB43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40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2BDF73-773B-7F08-54C7-1E367E9A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CF0E42-AEAA-3A1F-9722-BB7FCF5EE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020CC5-CCDD-BF76-3BDD-7D8C583D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31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7AAA6-2309-CA90-E77C-92863E8D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B2C04E-D6CA-D1D5-5A66-42431CCC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8F7374-8355-E419-3879-30DFF3D25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622E1-DE5B-989A-7E7C-75C05AB9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B4E39-FC6A-BB5A-A85C-0138CAAF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4DFDB9-8A4F-8FCB-A9C8-827A7366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94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50EBE-2CD0-5C4A-9EB3-52154568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C86F3B-618A-2E25-4F6E-8ECE68F5C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C25EB2-9EC4-F057-C0BE-5B0AAA03A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EF0590-1999-512E-886D-47CDD11B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4848E2-1405-9BB5-E4AF-388F88C6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E683C-7919-9C66-141F-1F85D639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1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00CB1-22C9-CF80-A8F4-ADC6DBD5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2E8EB3-C84B-1C78-E1B3-D4AC9F6DB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15CF1-128D-18E3-E504-0A9789B7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E91A4A-DADF-BAE4-7FE8-73060A1C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471250-3413-00AF-0AF8-1E47FFB9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25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87FBB1-8DB5-F501-CACE-CE1B9B409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9CC1FA-FE92-DB6D-C62F-C6B47B585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55B316-A2B7-5CE3-DDC9-4E400FC8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AE69F0-1077-39CB-18B4-89E279311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37996-C939-65AD-73E1-E546289C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64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851541-F98A-DDB6-E0FD-0C07F84B0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678D4D-7A82-A659-83B2-DCF74E073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61BFF-DA06-A7B6-8D72-3E6DF1104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D400-83A1-4DDF-8571-0EAB98F3EC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D4F2B0-CDBE-626D-3E83-9812809CD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02168-8AE0-EBCF-F0AE-8F5DCA952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3A198-D1EF-47B0-837A-C997A6EBE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0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38D60C-1028-4D17-7A04-3F89427E0BDE}"/>
              </a:ext>
            </a:extLst>
          </p:cNvPr>
          <p:cNvSpPr txBox="1"/>
          <p:nvPr/>
        </p:nvSpPr>
        <p:spPr>
          <a:xfrm>
            <a:off x="508000" y="381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</a:rPr>
              <a:t>高亮 Highlight 黄色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CCC9A0-FF90-8103-8200-902ADCE1BEAF}"/>
              </a:ext>
            </a:extLst>
          </p:cNvPr>
          <p:cNvSpPr txBox="1"/>
          <p:nvPr/>
        </p:nvSpPr>
        <p:spPr>
          <a:xfrm>
            <a:off x="508000" y="1270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</a:rPr>
              <a:t>高亮 Highlight 青色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39C826-DF1A-2C57-654A-568B7687F897}"/>
              </a:ext>
            </a:extLst>
          </p:cNvPr>
          <p:cNvSpPr txBox="1"/>
          <p:nvPr/>
        </p:nvSpPr>
        <p:spPr>
          <a:xfrm>
            <a:off x="508000" y="2159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u="sng"/>
              <a:t>单下划线 </a:t>
            </a:r>
            <a:r>
              <a:rPr lang="en-US" altLang="zh-CN" sz="2400" u="sng"/>
              <a:t>Single</a:t>
            </a:r>
            <a:endParaRPr lang="zh-CN" altLang="en-US" sz="2400" u="sng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279B33-778C-5BCB-9C29-FF7912680A26}"/>
              </a:ext>
            </a:extLst>
          </p:cNvPr>
          <p:cNvSpPr txBox="1"/>
          <p:nvPr/>
        </p:nvSpPr>
        <p:spPr>
          <a:xfrm>
            <a:off x="508000" y="3048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u="dbl"/>
              <a:t>双下划线 </a:t>
            </a:r>
            <a:r>
              <a:rPr lang="en-US" altLang="zh-CN" sz="2400" u="dbl"/>
              <a:t>Double</a:t>
            </a:r>
            <a:endParaRPr lang="zh-CN" altLang="en-US" sz="2400" u="db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CE57FE-AA7B-83CB-652A-893836AFF22D}"/>
              </a:ext>
            </a:extLst>
          </p:cNvPr>
          <p:cNvSpPr txBox="1"/>
          <p:nvPr/>
        </p:nvSpPr>
        <p:spPr>
          <a:xfrm>
            <a:off x="508000" y="3937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u="heavy"/>
              <a:t>粗下划线 </a:t>
            </a:r>
            <a:r>
              <a:rPr lang="en-US" altLang="zh-CN" sz="2400" u="heavy"/>
              <a:t>Heavy</a:t>
            </a:r>
            <a:endParaRPr lang="zh-CN" altLang="en-US" sz="2400" u="heavy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2C6ED9-531A-2295-6A69-D751F349ED02}"/>
              </a:ext>
            </a:extLst>
          </p:cNvPr>
          <p:cNvSpPr txBox="1"/>
          <p:nvPr/>
        </p:nvSpPr>
        <p:spPr>
          <a:xfrm>
            <a:off x="508000" y="4826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u="dotted"/>
              <a:t>点下划线 </a:t>
            </a:r>
            <a:r>
              <a:rPr lang="en-US" altLang="zh-CN" sz="2400" u="dotted"/>
              <a:t>Dotted</a:t>
            </a:r>
            <a:endParaRPr lang="zh-CN" altLang="en-US" sz="2400" u="dotted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A4B811-0010-C268-A749-196ACCB83D5D}"/>
              </a:ext>
            </a:extLst>
          </p:cNvPr>
          <p:cNvSpPr txBox="1"/>
          <p:nvPr/>
        </p:nvSpPr>
        <p:spPr>
          <a:xfrm>
            <a:off x="508000" y="5715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u="dash"/>
              <a:t>虚下划线 </a:t>
            </a:r>
            <a:r>
              <a:rPr lang="en-US" altLang="zh-CN" sz="2400" u="dash"/>
              <a:t>Dash</a:t>
            </a:r>
            <a:endParaRPr lang="zh-CN" altLang="en-US" sz="2400" u="dash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362060-6BFB-38D4-7467-59F0FC0599B4}"/>
              </a:ext>
            </a:extLst>
          </p:cNvPr>
          <p:cNvSpPr txBox="1"/>
          <p:nvPr/>
        </p:nvSpPr>
        <p:spPr>
          <a:xfrm>
            <a:off x="6350000" y="381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u="wavy"/>
              <a:t>波浪线 </a:t>
            </a:r>
            <a:r>
              <a:rPr lang="en-US" altLang="zh-CN" sz="2400" u="wavy"/>
              <a:t>Wavy</a:t>
            </a:r>
            <a:endParaRPr lang="zh-CN" altLang="en-US" sz="2400" u="wavy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B013D0-AEAA-2671-45E9-BD3C014B6DEE}"/>
              </a:ext>
            </a:extLst>
          </p:cNvPr>
          <p:cNvSpPr txBox="1"/>
          <p:nvPr/>
        </p:nvSpPr>
        <p:spPr>
          <a:xfrm>
            <a:off x="6350000" y="1270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strike="sngStrike"/>
              <a:t>删除线 </a:t>
            </a:r>
            <a:r>
              <a:rPr lang="en-US" altLang="zh-CN" sz="2400" strike="sngStrike"/>
              <a:t>Strike</a:t>
            </a:r>
            <a:endParaRPr lang="zh-CN" altLang="en-US" sz="2400" strike="sngStrike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74DDBE-D504-615E-CC26-F96C688069ED}"/>
              </a:ext>
            </a:extLst>
          </p:cNvPr>
          <p:cNvSpPr txBox="1"/>
          <p:nvPr/>
        </p:nvSpPr>
        <p:spPr>
          <a:xfrm>
            <a:off x="6350000" y="2159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strike="dblStrike"/>
              <a:t>双删除线 </a:t>
            </a:r>
            <a:r>
              <a:rPr lang="en-US" altLang="zh-CN" sz="2400" strike="dblStrike"/>
              <a:t>Double</a:t>
            </a:r>
            <a:endParaRPr lang="zh-CN" altLang="en-US" sz="2400" strike="dblStrike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122A70-CD9C-B114-8526-7D441682B31C}"/>
              </a:ext>
            </a:extLst>
          </p:cNvPr>
          <p:cNvSpPr txBox="1"/>
          <p:nvPr/>
        </p:nvSpPr>
        <p:spPr>
          <a:xfrm>
            <a:off x="6350000" y="3048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cap="small"/>
              <a:t>Small Caps </a:t>
            </a:r>
            <a:r>
              <a:rPr lang="zh-CN" altLang="en-US" sz="2400" cap="small"/>
              <a:t>小型大写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95F936-5B9D-8677-C068-A3F15850384C}"/>
              </a:ext>
            </a:extLst>
          </p:cNvPr>
          <p:cNvSpPr txBox="1"/>
          <p:nvPr/>
        </p:nvSpPr>
        <p:spPr>
          <a:xfrm>
            <a:off x="6350000" y="3937000"/>
            <a:ext cx="558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cap="all"/>
              <a:t>All Caps </a:t>
            </a:r>
            <a:r>
              <a:rPr lang="zh-CN" altLang="en-US" sz="2400" cap="all"/>
              <a:t>全部大写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9E83A2-AC0D-10CE-C257-DE0DA7BBC3A9}"/>
              </a:ext>
            </a:extLst>
          </p:cNvPr>
          <p:cNvSpPr txBox="1"/>
          <p:nvPr/>
        </p:nvSpPr>
        <p:spPr>
          <a:xfrm>
            <a:off x="6350000" y="4826000"/>
            <a:ext cx="558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aseline="30000"/>
              <a:t>上标 </a:t>
            </a:r>
            <a:r>
              <a:rPr lang="en-US" altLang="zh-CN" sz="2400" baseline="30000"/>
              <a:t>Superscript</a:t>
            </a:r>
            <a:endParaRPr lang="zh-CN" altLang="en-US" sz="2400" baseline="300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0484CD-44A5-F92E-989B-B2BABD7AC8E5}"/>
              </a:ext>
            </a:extLst>
          </p:cNvPr>
          <p:cNvSpPr txBox="1"/>
          <p:nvPr/>
        </p:nvSpPr>
        <p:spPr>
          <a:xfrm>
            <a:off x="6350000" y="5715000"/>
            <a:ext cx="558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aseline="-25000"/>
              <a:t>下标 </a:t>
            </a:r>
            <a:r>
              <a:rPr lang="en-US" altLang="zh-CN" sz="2400" baseline="-25000"/>
              <a:t>Subscript</a:t>
            </a:r>
            <a:endParaRPr lang="zh-CN" altLang="en-US" sz="2400" baseline="-25000"/>
          </a:p>
        </p:txBody>
      </p:sp>
    </p:spTree>
    <p:extLst>
      <p:ext uri="{BB962C8B-B14F-4D97-AF65-F5344CB8AC3E}">
        <p14:creationId xmlns:p14="http://schemas.microsoft.com/office/powerpoint/2010/main" val="924333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2026-10-13T04:14:45Z</dcterms:created>
  <dcterms:modified xsi:type="dcterms:W3CDTF">2026-10-13T04:14:45Z</dcterms:modified>
</cp:coreProperties>
</file>