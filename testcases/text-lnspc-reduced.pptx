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D08F7-FC94-121A-DED2-BBD652A57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E627CE-3EF2-7787-36A1-A129F33B2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30D236-A755-8C0E-D460-CA33D593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32DB3-D756-9BEB-8CB4-0B699709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BE49A-2896-8EF4-DAEA-B697455C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84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4A657-A1F6-6753-13E8-6AE7E6B8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C7DB5-4104-EA91-9184-400103548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A0829-BA1A-D414-2CE6-ED932E6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949AAA-5FB3-15F5-ED05-B85E5B40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09E6B5-0431-C1D9-64B4-44462DB9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1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E450C-9190-9F1F-CC1D-91C2A424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B886B9-1806-47BC-0B6D-24D3361C2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D5107A-C99F-6B41-56C8-B22B6E68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3387D-36C6-51C7-880B-F69706A2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5B623-D620-F8D8-CA3E-DB6FBE4E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9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76368-4187-CE6C-9154-69774116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56C11-4957-515F-D1CE-5A8C128DF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6A04A7-EDBA-0D14-7103-57D9E814F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D61F18-F910-D561-2950-C62E72A6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BCB9C-1980-69AD-76E2-CD24C617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BD0E8-DFE8-FD69-6F86-0395D4A1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4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71EEE-7810-38C8-46C9-43AD268B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3E08B-2014-9B97-2AC5-DC8917492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805AEB-DDAD-454A-0584-C86BE91D5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30ACA1-3105-3BEB-722C-B170AB394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1EA337-D54C-29DE-2BE4-6B1195254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2DEDD8-7D9D-0185-5E10-8A33101A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66C67C-31A7-41E1-AF05-EE7D7205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C69C58-01BA-08C1-756C-33D63F63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4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C3C15-012B-1293-4C2C-99FF3E44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2177AF-091D-E9D9-34E3-73676B638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C87A34-B271-6D9A-338A-27238C8B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E14BA5-0797-2497-5C9D-B06D7550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05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AE89AB-F3A8-FA37-A2D0-C1F49F0C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DB17B2-5D53-FDF3-FF63-3A9C37E2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9E0271-0D56-DAEF-9BA5-F606874F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13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ECAB8-175E-E614-92F4-27CDAB45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72BDF-B7B4-E3EA-10A1-98EBC01F3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C55439-F101-83F2-FFC9-0AB07D9AE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4EC77A-93CD-A5D8-3B76-C4C5B149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D32D7-4965-1640-B688-17DB9E88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FC721B-3647-0CC1-330A-FE26B676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63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C25AD-2D8F-F793-40A4-3BFBEE79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D7846F-8354-D1C4-3C18-729A009A4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6B5B04-E22D-CCBE-6C7D-ED023D685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FE9365-8A6C-98DD-FCB8-112E69DB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C5EEF3-FF75-2197-58C1-6325617E9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0607DD-3596-C66B-92DB-1220DF10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76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73A37-93E2-BF64-CBE4-DAD0A477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DE3EF8-F28B-F47B-0AE9-23C8EDC0A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5CAB7-D878-027C-CBDB-8282A146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2D2DF-BA1B-8D8C-FE5A-D982A0F4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5ACB6-F4B7-B318-CF36-CF18CABE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47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B2F0B3-6935-6685-4E00-FED3819B0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B7DF8B-0D7A-0454-BF7A-97A9BFC49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11B91-77A0-DA5F-E109-AA8C00C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2C309-A17D-DB47-AD0F-C9DC7EC5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1D5B8-35A2-5FC3-B08C-FAB0A148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82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875E5-2598-BE79-FE84-84145789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6C5CD0-9203-5ACB-454F-210394FC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BEAD7-89C9-36EC-D247-E4F14C57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1BCC5-DC57-DEA5-31E3-4AF525E8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834A6-C2A4-9E4E-758A-1072B385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57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727B64-ACB6-D43D-47D7-A859F1FF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6490D3-2337-5B3A-7D99-807D810F4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FF661-D452-1C12-C9C2-DB9F3944A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AEDA4-0CDC-4159-9403-55B4AB6A3AC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34C39-C1E3-3E28-5DCD-A1024D777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FA17C-CE6D-69BB-2D94-4FC6F36E1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F6F0A-4F75-4D28-8807-0F4C1BCF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83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4838B8-722F-9302-4DE9-CFDFC6B7A89B}"/>
              </a:ext>
            </a:extLst>
          </p:cNvPr>
          <p:cNvSpPr txBox="1"/>
          <p:nvPr/>
        </p:nvSpPr>
        <p:spPr>
          <a:xfrm>
            <a:off x="190500" y="317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Line 40% </a:t>
            </a:r>
            <a:r>
              <a:rPr lang="zh-CN" altLang="en-US">
                <a:latin typeface="Calibri Light" panose="020F0302020204030204" pitchFamily="34" charset="0"/>
              </a:rPr>
              <a:t>行距</a:t>
            </a:r>
          </a:p>
          <a:p>
            <a:pPr>
              <a:lnSpc>
                <a:spcPct val="40000"/>
              </a:lnSpc>
              <a:spcBef>
                <a:spcPts val="800"/>
              </a:spcBef>
            </a:pPr>
            <a:r>
              <a:rPr lang="zh-CN" altLang="en-US">
                <a:latin typeface="Calibri Light" panose="020F0302020204030204" pitchFamily="34" charset="0"/>
              </a:rPr>
              <a:t>第二段 </a:t>
            </a: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Hg </a:t>
            </a:r>
            <a:r>
              <a:rPr lang="zh-CN" altLang="en-US">
                <a:latin typeface="Calibri Light" panose="020F0302020204030204" pitchFamily="34" charset="0"/>
              </a:rPr>
              <a:t>文字较长换行显示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575839-9EF0-379E-21C8-12BAFB6E9CD2}"/>
              </a:ext>
            </a:extLst>
          </p:cNvPr>
          <p:cNvSpPr txBox="1"/>
          <p:nvPr/>
        </p:nvSpPr>
        <p:spPr>
          <a:xfrm>
            <a:off x="2184400" y="317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Line 50% </a:t>
            </a:r>
            <a:r>
              <a:rPr lang="zh-CN" altLang="en-US">
                <a:latin typeface="Calibri Light" panose="020F0302020204030204" pitchFamily="34" charset="0"/>
              </a:rPr>
              <a:t>行距</a:t>
            </a:r>
          </a:p>
          <a:p>
            <a:pPr>
              <a:lnSpc>
                <a:spcPct val="50000"/>
              </a:lnSpc>
              <a:spcBef>
                <a:spcPts val="800"/>
              </a:spcBef>
            </a:pPr>
            <a:r>
              <a:rPr lang="zh-CN" altLang="en-US">
                <a:latin typeface="Calibri Light" panose="020F0302020204030204" pitchFamily="34" charset="0"/>
              </a:rPr>
              <a:t>第二段 </a:t>
            </a: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Hg </a:t>
            </a:r>
            <a:r>
              <a:rPr lang="zh-CN" altLang="en-US">
                <a:latin typeface="Calibri Light" panose="020F0302020204030204" pitchFamily="34" charset="0"/>
              </a:rPr>
              <a:t>文字较长换行显示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84D6C2-1EC5-8EEF-E2A9-C1BF697F9D49}"/>
              </a:ext>
            </a:extLst>
          </p:cNvPr>
          <p:cNvSpPr txBox="1"/>
          <p:nvPr/>
        </p:nvSpPr>
        <p:spPr>
          <a:xfrm>
            <a:off x="4178300" y="317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Line 60% </a:t>
            </a:r>
            <a:r>
              <a:rPr lang="zh-CN" altLang="en-US">
                <a:latin typeface="Calibri Light" panose="020F0302020204030204" pitchFamily="34" charset="0"/>
              </a:rPr>
              <a:t>行距</a:t>
            </a:r>
          </a:p>
          <a:p>
            <a:pPr>
              <a:lnSpc>
                <a:spcPct val="60000"/>
              </a:lnSpc>
              <a:spcBef>
                <a:spcPts val="800"/>
              </a:spcBef>
            </a:pPr>
            <a:r>
              <a:rPr lang="zh-CN" altLang="en-US">
                <a:latin typeface="Calibri Light" panose="020F0302020204030204" pitchFamily="34" charset="0"/>
              </a:rPr>
              <a:t>第二段 </a:t>
            </a: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Hg </a:t>
            </a:r>
            <a:r>
              <a:rPr lang="zh-CN" altLang="en-US">
                <a:latin typeface="Calibri Light" panose="020F0302020204030204" pitchFamily="34" charset="0"/>
              </a:rPr>
              <a:t>文字较长换行显示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C0F0CD-B7F2-4706-E9F8-0E0C42305514}"/>
              </a:ext>
            </a:extLst>
          </p:cNvPr>
          <p:cNvSpPr txBox="1"/>
          <p:nvPr/>
        </p:nvSpPr>
        <p:spPr>
          <a:xfrm>
            <a:off x="6172200" y="317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Line 70% </a:t>
            </a:r>
            <a:r>
              <a:rPr lang="zh-CN" altLang="en-US">
                <a:latin typeface="Calibri Light" panose="020F0302020204030204" pitchFamily="34" charset="0"/>
              </a:rPr>
              <a:t>行距</a:t>
            </a:r>
          </a:p>
          <a:p>
            <a:pPr>
              <a:lnSpc>
                <a:spcPct val="70000"/>
              </a:lnSpc>
              <a:spcBef>
                <a:spcPts val="800"/>
              </a:spcBef>
            </a:pPr>
            <a:r>
              <a:rPr lang="zh-CN" altLang="en-US">
                <a:latin typeface="Calibri Light" panose="020F0302020204030204" pitchFamily="34" charset="0"/>
              </a:rPr>
              <a:t>第二段 </a:t>
            </a: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Hg </a:t>
            </a:r>
            <a:r>
              <a:rPr lang="zh-CN" altLang="en-US">
                <a:latin typeface="Calibri Light" panose="020F0302020204030204" pitchFamily="34" charset="0"/>
              </a:rPr>
              <a:t>文字较长换行显示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B6C856-FB51-B624-0FA0-E3A570A3AEB9}"/>
              </a:ext>
            </a:extLst>
          </p:cNvPr>
          <p:cNvSpPr txBox="1"/>
          <p:nvPr/>
        </p:nvSpPr>
        <p:spPr>
          <a:xfrm>
            <a:off x="8166100" y="317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Line 80% </a:t>
            </a:r>
            <a:r>
              <a:rPr lang="zh-CN" altLang="en-US">
                <a:latin typeface="Calibri Light" panose="020F0302020204030204" pitchFamily="34" charset="0"/>
              </a:rPr>
              <a:t>行距</a:t>
            </a:r>
          </a:p>
          <a:p>
            <a:pPr>
              <a:lnSpc>
                <a:spcPct val="80000"/>
              </a:lnSpc>
              <a:spcBef>
                <a:spcPts val="800"/>
              </a:spcBef>
            </a:pPr>
            <a:r>
              <a:rPr lang="zh-CN" altLang="en-US">
                <a:latin typeface="Calibri Light" panose="020F0302020204030204" pitchFamily="34" charset="0"/>
              </a:rPr>
              <a:t>第二段 </a:t>
            </a: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Hg </a:t>
            </a:r>
            <a:r>
              <a:rPr lang="zh-CN" altLang="en-US">
                <a:latin typeface="Calibri Light" panose="020F0302020204030204" pitchFamily="34" charset="0"/>
              </a:rPr>
              <a:t>文字较长换行显示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B9D797-EC73-546E-C4B4-2C3A39871027}"/>
              </a:ext>
            </a:extLst>
          </p:cNvPr>
          <p:cNvSpPr txBox="1"/>
          <p:nvPr/>
        </p:nvSpPr>
        <p:spPr>
          <a:xfrm>
            <a:off x="10160000" y="317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Line 90% </a:t>
            </a:r>
            <a:r>
              <a:rPr lang="zh-CN" altLang="en-US">
                <a:latin typeface="Calibri Light" panose="020F0302020204030204" pitchFamily="34" charset="0"/>
              </a:rPr>
              <a:t>行距</a:t>
            </a:r>
          </a:p>
          <a:p>
            <a:pPr>
              <a:lnSpc>
                <a:spcPct val="90000"/>
              </a:lnSpc>
              <a:spcBef>
                <a:spcPts val="800"/>
              </a:spcBef>
            </a:pPr>
            <a:r>
              <a:rPr lang="zh-CN" altLang="en-US">
                <a:latin typeface="Calibri Light" panose="020F0302020204030204" pitchFamily="34" charset="0"/>
              </a:rPr>
              <a:t>第二段 </a:t>
            </a:r>
            <a:r>
              <a:rPr lang="en-US" altLang="zh-CN">
                <a:latin typeface="Calibri Light" panose="020F0302020204030204" pitchFamily="34" charset="0"/>
                <a:ea typeface="Calibri Light" panose="020F0302020204030204" pitchFamily="34" charset="0"/>
              </a:rPr>
              <a:t>Hg </a:t>
            </a:r>
            <a:r>
              <a:rPr lang="zh-CN" altLang="en-US">
                <a:latin typeface="Calibri Light" panose="020F0302020204030204" pitchFamily="34" charset="0"/>
              </a:rPr>
              <a:t>文字较长换行显示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1A1BE8-4AB9-B522-CD10-4990BEB92393}"/>
              </a:ext>
            </a:extLst>
          </p:cNvPr>
          <p:cNvSpPr txBox="1"/>
          <p:nvPr/>
        </p:nvSpPr>
        <p:spPr>
          <a:xfrm>
            <a:off x="190500" y="25400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Line 40%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行距</a:t>
            </a:r>
          </a:p>
          <a:p>
            <a:pPr>
              <a:lnSpc>
                <a:spcPct val="40000"/>
              </a:lnSpc>
              <a:spcBef>
                <a:spcPts val="800"/>
              </a:spcBef>
            </a:pP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第二段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Hg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文字较长换行显示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C2E171-F9FC-7FF9-3406-C81B3303CA2C}"/>
              </a:ext>
            </a:extLst>
          </p:cNvPr>
          <p:cNvSpPr txBox="1"/>
          <p:nvPr/>
        </p:nvSpPr>
        <p:spPr>
          <a:xfrm>
            <a:off x="2184400" y="25400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Line 50%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行距</a:t>
            </a:r>
          </a:p>
          <a:p>
            <a:pPr>
              <a:lnSpc>
                <a:spcPct val="50000"/>
              </a:lnSpc>
              <a:spcBef>
                <a:spcPts val="800"/>
              </a:spcBef>
            </a:pP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第二段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Hg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文字较长换行显示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AC282B-F98C-8007-6B78-F493FDE62221}"/>
              </a:ext>
            </a:extLst>
          </p:cNvPr>
          <p:cNvSpPr txBox="1"/>
          <p:nvPr/>
        </p:nvSpPr>
        <p:spPr>
          <a:xfrm>
            <a:off x="4178300" y="25400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Line 60%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行距</a:t>
            </a:r>
          </a:p>
          <a:p>
            <a:pPr>
              <a:lnSpc>
                <a:spcPct val="60000"/>
              </a:lnSpc>
              <a:spcBef>
                <a:spcPts val="800"/>
              </a:spcBef>
            </a:pP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第二段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Hg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文字较长换行显示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D20DA4-EE1E-257E-7000-F86A9E364CE9}"/>
              </a:ext>
            </a:extLst>
          </p:cNvPr>
          <p:cNvSpPr txBox="1"/>
          <p:nvPr/>
        </p:nvSpPr>
        <p:spPr>
          <a:xfrm>
            <a:off x="6172200" y="25400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Line 70%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行距</a:t>
            </a:r>
          </a:p>
          <a:p>
            <a:pPr>
              <a:lnSpc>
                <a:spcPct val="70000"/>
              </a:lnSpc>
              <a:spcBef>
                <a:spcPts val="800"/>
              </a:spcBef>
            </a:pP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第二段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Hg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文字较长换行显示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622E7E-B9A2-7904-92A9-743862449D58}"/>
              </a:ext>
            </a:extLst>
          </p:cNvPr>
          <p:cNvSpPr txBox="1"/>
          <p:nvPr/>
        </p:nvSpPr>
        <p:spPr>
          <a:xfrm>
            <a:off x="8166100" y="25400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Line 80%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行距</a:t>
            </a:r>
          </a:p>
          <a:p>
            <a:pPr>
              <a:lnSpc>
                <a:spcPct val="80000"/>
              </a:lnSpc>
              <a:spcBef>
                <a:spcPts val="800"/>
              </a:spcBef>
            </a:pP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第二段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Hg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文字较长换行显示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6B0423-4E88-B6FA-2A8B-94727188863B}"/>
              </a:ext>
            </a:extLst>
          </p:cNvPr>
          <p:cNvSpPr txBox="1"/>
          <p:nvPr/>
        </p:nvSpPr>
        <p:spPr>
          <a:xfrm>
            <a:off x="10160000" y="25400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Line 90%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行距</a:t>
            </a:r>
          </a:p>
          <a:p>
            <a:pPr>
              <a:lnSpc>
                <a:spcPct val="90000"/>
              </a:lnSpc>
              <a:spcBef>
                <a:spcPts val="800"/>
              </a:spcBef>
            </a:pP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第二段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Hg 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文字较长换行显示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D1CDDC-21CE-FD7A-2014-1B0709B686E9}"/>
              </a:ext>
            </a:extLst>
          </p:cNvPr>
          <p:cNvSpPr txBox="1"/>
          <p:nvPr/>
        </p:nvSpPr>
        <p:spPr>
          <a:xfrm>
            <a:off x="190500" y="4762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40000"/>
              </a:lnSpc>
            </a:pP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Line 40%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</a:t>
            </a:r>
          </a:p>
          <a:p>
            <a:pPr>
              <a:lnSpc>
                <a:spcPct val="40000"/>
              </a:lnSpc>
              <a:spcBef>
                <a:spcPts val="800"/>
              </a:spcBef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文字较长换行显示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9F85AC-7B94-73FD-2FCD-426478A4C7A6}"/>
              </a:ext>
            </a:extLst>
          </p:cNvPr>
          <p:cNvSpPr txBox="1"/>
          <p:nvPr/>
        </p:nvSpPr>
        <p:spPr>
          <a:xfrm>
            <a:off x="2184400" y="4762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50000"/>
              </a:lnSpc>
            </a:pP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Line 50%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</a:t>
            </a:r>
          </a:p>
          <a:p>
            <a:pPr>
              <a:lnSpc>
                <a:spcPct val="50000"/>
              </a:lnSpc>
              <a:spcBef>
                <a:spcPts val="800"/>
              </a:spcBef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文字较长换行显示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8149C6-5FA5-8556-CB91-B063D5206803}"/>
              </a:ext>
            </a:extLst>
          </p:cNvPr>
          <p:cNvSpPr txBox="1"/>
          <p:nvPr/>
        </p:nvSpPr>
        <p:spPr>
          <a:xfrm>
            <a:off x="4178300" y="4762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60000"/>
              </a:lnSpc>
            </a:pP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Line 60%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</a:t>
            </a:r>
          </a:p>
          <a:p>
            <a:pPr>
              <a:lnSpc>
                <a:spcPct val="60000"/>
              </a:lnSpc>
              <a:spcBef>
                <a:spcPts val="800"/>
              </a:spcBef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文字较长换行显示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12B548F-99CE-CF09-7664-9C3A2A39F327}"/>
              </a:ext>
            </a:extLst>
          </p:cNvPr>
          <p:cNvSpPr txBox="1"/>
          <p:nvPr/>
        </p:nvSpPr>
        <p:spPr>
          <a:xfrm>
            <a:off x="6172200" y="4762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Line 70%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</a:t>
            </a:r>
          </a:p>
          <a:p>
            <a:pPr>
              <a:lnSpc>
                <a:spcPct val="70000"/>
              </a:lnSpc>
              <a:spcBef>
                <a:spcPts val="800"/>
              </a:spcBef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文字较长换行显示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422BED-ADE9-F536-BAC3-91362D34AD24}"/>
              </a:ext>
            </a:extLst>
          </p:cNvPr>
          <p:cNvSpPr txBox="1"/>
          <p:nvPr/>
        </p:nvSpPr>
        <p:spPr>
          <a:xfrm>
            <a:off x="8166100" y="4762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Line 80%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</a:t>
            </a:r>
          </a:p>
          <a:p>
            <a:pPr>
              <a:lnSpc>
                <a:spcPct val="80000"/>
              </a:lnSpc>
              <a:spcBef>
                <a:spcPts val="800"/>
              </a:spcBef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文字较长换行显示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07C878-521E-CB30-772F-AB17CB99F8A2}"/>
              </a:ext>
            </a:extLst>
          </p:cNvPr>
          <p:cNvSpPr txBox="1"/>
          <p:nvPr/>
        </p:nvSpPr>
        <p:spPr>
          <a:xfrm>
            <a:off x="10160000" y="4762500"/>
            <a:ext cx="1905000" cy="203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Line 90%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行距</a:t>
            </a:r>
          </a:p>
          <a:p>
            <a:pPr>
              <a:lnSpc>
                <a:spcPct val="90000"/>
              </a:lnSpc>
              <a:spcBef>
                <a:spcPts val="800"/>
              </a:spcBef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第二段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Hg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文字较长换行显示</a:t>
            </a:r>
          </a:p>
        </p:txBody>
      </p:sp>
    </p:spTree>
    <p:extLst>
      <p:ext uri="{BB962C8B-B14F-4D97-AF65-F5344CB8AC3E}">
        <p14:creationId xmlns:p14="http://schemas.microsoft.com/office/powerpoint/2010/main" val="11155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07FC4-A58F-97DF-87BC-51891776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Autofit 10%</a:t>
            </a:r>
            <a:endParaRPr lang="zh-CN" altLang="en-US"/>
          </a:p>
        </p:txBody>
      </p:sp>
      <p:sp>
        <p:nvSpPr>
          <p:cNvPr id="3" name="LNRED0">
            <a:extLst>
              <a:ext uri="{FF2B5EF4-FFF2-40B4-BE49-F238E27FC236}">
                <a16:creationId xmlns:a16="http://schemas.microsoft.com/office/drawing/2014/main" id="{B69ACD2B-F6E5-AC8E-0A2B-0F586F01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第 </a:t>
            </a:r>
            <a:r>
              <a:rPr lang="en-US" altLang="zh-CN"/>
              <a:t>1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2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3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4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5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6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</p:txBody>
      </p:sp>
    </p:spTree>
    <p:extLst>
      <p:ext uri="{BB962C8B-B14F-4D97-AF65-F5344CB8AC3E}">
        <p14:creationId xmlns:p14="http://schemas.microsoft.com/office/powerpoint/2010/main" val="77971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B7664-4C60-AC7A-804A-A5871C7C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Autofit 20%</a:t>
            </a:r>
            <a:endParaRPr lang="zh-CN" altLang="en-US"/>
          </a:p>
        </p:txBody>
      </p:sp>
      <p:sp>
        <p:nvSpPr>
          <p:cNvPr id="3" name="LNRED1">
            <a:extLst>
              <a:ext uri="{FF2B5EF4-FFF2-40B4-BE49-F238E27FC236}">
                <a16:creationId xmlns:a16="http://schemas.microsoft.com/office/drawing/2014/main" id="{9E2D6D5E-970F-0A37-7B5D-2BC6B3999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/>
              <a:t>第 </a:t>
            </a:r>
            <a:r>
              <a:rPr lang="en-US" altLang="zh-CN"/>
              <a:t>1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2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3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4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5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  <a:p>
            <a:r>
              <a:rPr lang="zh-CN" altLang="en-US"/>
              <a:t>第 </a:t>
            </a:r>
            <a:r>
              <a:rPr lang="en-US" altLang="zh-CN"/>
              <a:t>6 </a:t>
            </a:r>
            <a:r>
              <a:rPr lang="zh-CN" altLang="en-US"/>
              <a:t>段 </a:t>
            </a:r>
            <a:r>
              <a:rPr lang="en-US" altLang="zh-CN"/>
              <a:t>Item text </a:t>
            </a:r>
            <a:r>
              <a:rPr lang="zh-CN" altLang="en-US"/>
              <a:t>文字</a:t>
            </a:r>
          </a:p>
        </p:txBody>
      </p:sp>
    </p:spTree>
    <p:extLst>
      <p:ext uri="{BB962C8B-B14F-4D97-AF65-F5344CB8AC3E}">
        <p14:creationId xmlns:p14="http://schemas.microsoft.com/office/powerpoint/2010/main" val="170897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自定义</PresentationFormat>
  <Paragraphs>50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DengXian</vt:lpstr>
      <vt:lpstr>DengXian</vt:lpstr>
      <vt:lpstr>等线 Light</vt:lpstr>
      <vt:lpstr>Microsoft YaHei</vt:lpstr>
      <vt:lpstr>Arial</vt:lpstr>
      <vt:lpstr>Calibri Light</vt:lpstr>
      <vt:lpstr>Office 主题​​</vt:lpstr>
      <vt:lpstr>PowerPoint 演示文稿</vt:lpstr>
      <vt:lpstr>Autofit 10%</vt:lpstr>
      <vt:lpstr>Autofit 20%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2026-10-23T14:42:07Z</dcterms:created>
  <dcterms:modified xsi:type="dcterms:W3CDTF">2026-10-23T14:42:07Z</dcterms:modified>
</cp:coreProperties>
</file>