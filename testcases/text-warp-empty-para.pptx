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52A4F-B4D1-1E6E-3653-96C025AE9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25ABDC-1084-C263-5A30-AB5522E7E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9C63A6-1FFD-C5C6-C6CA-6386FA40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6A249-3290-0D74-81F5-7196358A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E2C6C4-3F83-341F-ABAE-24695440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21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89BFD-A9F7-267D-9666-0BFAD9EB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4FFEB-4ADB-7942-87ED-C548DEB70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ACA160-552D-AB96-697D-CC876B84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306094-8165-B6EF-1A15-F3A854FF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3D4F50-48AA-7F62-0164-D106520A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52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04D37-D468-3419-CCD8-C24A2760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FC9251-6855-9791-27BD-81BC8239D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D84CE3-31B2-0DF0-D005-4E7212FE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B4F393-4C1A-5932-E930-FD67E044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F67E7-8CA4-E1EF-8B1A-0CD8634C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37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1F61A-7DA0-686F-A2D6-1E1BA0CB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1ED58-8103-427F-B870-9EAEE5E70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B98997-3B37-116A-EC92-241209C87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FEF2C5-7AB1-256A-60CD-792D682D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043617-D633-F0FD-2037-0FE415D1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A085D8-900E-EB47-B4B3-1C8BECC0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082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1B492-E4E6-9D21-A07E-6AF4342C5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0BBE12-8C34-C7EC-CD2B-EAA9B3CD3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910D5A-CD27-5844-DFB4-66BCE8823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CDCBC5-AF66-C9E7-3865-62DDD7C10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583C56-A374-7885-0657-CC6B50C0D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BED84D-32BE-9274-EC41-938C1A70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B34AA8-1733-8DDE-13EA-CEBC0D98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55F473-5167-EE85-8293-B4675C21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47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42127-A00A-78E6-5F6C-74416257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5A8D1E-BDFA-6AC7-FEEC-9664CB04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B498E4-25F8-1D1D-C64C-D93CEBCD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059976-EA24-F3E6-3D1B-C1A4DA13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48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B2DBB4-9602-0599-CA8A-A43AF2F1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B66AAF-8145-8653-4C55-6221596E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92AE3-2489-1DDD-3D74-6C1FD916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0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973C7F-70ED-0B89-8B9D-9CB42BED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BB359-4A5F-493D-E41A-BDB7648D0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12F020-EF9B-7F97-A1E5-51793F739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172353-9A3D-1D91-83D8-EA616934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6A397-4ADF-C66C-25C9-33E2FCEB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A3716D-603A-EB43-BAAB-3C959DA2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27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558FE-DDEB-42A6-49D3-C746ACE77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F55684-8FF7-F10C-3DD3-6F38516D1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846EB9-AB64-20C6-F056-EC6AC9468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FCF07B-4B2D-BB48-0788-BCF48C6FA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477962-6627-3C08-7F24-F41609B7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5DDD3-54AD-C6A1-7695-CC21549D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53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BEBC7-7840-CF55-8454-DC28DE94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69E12D-A648-BDDF-2AFE-F9055174A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2BF199-1B74-0080-BD79-324C6E14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F44C56-97F6-985C-9391-5BC6DEE4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1B307-9176-F7AF-6C5D-B9BC8A5A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13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84F75C-A874-0257-EE89-5374C8A11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402B5F-E63A-3458-B91D-18E786638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A48A9-0942-FC01-7120-16FF3C598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6EF12-0892-719C-27C4-49F411B9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7C5ADF-77ED-17CA-09CF-0F881D17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01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9827F3-AF74-4C9C-225E-179A270C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D80B1E-6B4E-B085-0001-CB05F7B5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C02E2-6B83-1059-826C-6EBF5D3B5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D3654-04A1-4435-97C6-3A78D84C6DD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9CD5D-DB9A-B2F2-47B3-2DDAA2153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75C7B-DABD-3890-66BE-E8F3427D6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41D4F-C6F5-44FF-8ED0-103970D3B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03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143811-828A-F961-1504-CD8AD5FDCEE4}"/>
              </a:ext>
            </a:extLst>
          </p:cNvPr>
          <p:cNvSpPr txBox="1"/>
          <p:nvPr/>
        </p:nvSpPr>
        <p:spPr>
          <a:xfrm>
            <a:off x="254000" y="190500"/>
            <a:ext cx="5588000" cy="190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wrap="none" rtlCol="0">
            <a:prstTxWarp prst="textPlain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sz="3200">
                <a:solidFill>
                  <a:srgbClr val="1F4E79"/>
                </a:solidFill>
                <a:latin typeface="Microsoft YaHei"/>
                <a:ea typeface="Microsoft YaHei"/>
              </a:rPr>
              <a:t>ABC 文字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sz="2800">
                <a:solidFill>
                  <a:srgbClr val="1F4E79"/>
                </a:solidFill>
                <a:latin typeface="Microsoft YaHei"/>
                <a:ea typeface="Microsoft YaHei"/>
              </a:rPr>
              <a:t>第二行 Text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88A88E-2DB3-9E1E-6BA6-40C9D93AB7E9}"/>
              </a:ext>
            </a:extLst>
          </p:cNvPr>
          <p:cNvSpPr txBox="1"/>
          <p:nvPr/>
        </p:nvSpPr>
        <p:spPr>
          <a:xfrm>
            <a:off x="6350000" y="190500"/>
            <a:ext cx="5588000" cy="190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wrap="none" rtlCol="0">
            <a:prstTxWarp prst="textPlain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sz="3200">
                <a:solidFill>
                  <a:srgbClr val="1F4E79"/>
                </a:solidFill>
                <a:latin typeface="Microsoft YaHei"/>
                <a:ea typeface="Microsoft YaHei"/>
              </a:rPr>
              <a:t>ABC 文字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sz="2800">
                <a:solidFill>
                  <a:srgbClr val="1F4E79"/>
                </a:solidFill>
                <a:latin typeface="Microsoft YaHei"/>
                <a:ea typeface="Microsoft YaHei"/>
              </a:rPr>
              <a:t>第二行 Text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50000"/>
              </a:lnSpc>
            </a:pPr>
            <a:endParaRPr lang="zh-CN" altLang="en-US" b="1" sz="180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B601BA-DB31-7904-C682-2A60BD381DE2}"/>
              </a:ext>
            </a:extLst>
          </p:cNvPr>
          <p:cNvSpPr txBox="1"/>
          <p:nvPr/>
        </p:nvSpPr>
        <p:spPr>
          <a:xfrm>
            <a:off x="254000" y="2413000"/>
            <a:ext cx="5588000" cy="190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wrap="none" rtlCol="0">
            <a:prstTxWarp prst="textPlain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sz="3200">
                <a:solidFill>
                  <a:srgbClr val="1F4E79"/>
                </a:solidFill>
                <a:latin typeface="Microsoft YaHei"/>
                <a:ea typeface="Microsoft YaHei"/>
              </a:rPr>
              <a:t>ABC 文字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sz="2800">
                <a:solidFill>
                  <a:srgbClr val="1F4E79"/>
                </a:solidFill>
                <a:latin typeface="Microsoft YaHei"/>
                <a:ea typeface="Microsoft YaHei"/>
              </a:rPr>
              <a:t>第二行 Text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50000"/>
              </a:lnSpc>
            </a:pPr>
            <a:endParaRPr lang="zh-CN" altLang="en-US" b="1" sz="400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1DF36E-2A55-2F36-5BD2-1E3CD594A047}"/>
              </a:ext>
            </a:extLst>
          </p:cNvPr>
          <p:cNvSpPr txBox="1"/>
          <p:nvPr/>
        </p:nvSpPr>
        <p:spPr>
          <a:xfrm>
            <a:off x="6350000" y="2413000"/>
            <a:ext cx="5588000" cy="190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wrap="none" rtlCol="0">
            <a:prstTxWarp prst="textPlain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sz="3200">
                <a:solidFill>
                  <a:srgbClr val="1F4E79"/>
                </a:solidFill>
                <a:latin typeface="Microsoft YaHei"/>
                <a:ea typeface="Microsoft YaHei"/>
              </a:rPr>
              <a:t>ABC 文字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00000"/>
              </a:lnSpc>
            </a:pPr>
            <a:r>
              <a:rPr lang="zh-CN" altLang="en-US" b="1" sz="2800">
                <a:solidFill>
                  <a:srgbClr val="1F4E79"/>
                </a:solidFill>
                <a:latin typeface="Microsoft YaHei"/>
                <a:ea typeface="Microsoft YaHei"/>
              </a:rPr>
              <a:t>第二行 Text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00000"/>
              </a:lnSpc>
            </a:pP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AF3772-22FA-D141-9709-429DE35FFD7F}"/>
              </a:ext>
            </a:extLst>
          </p:cNvPr>
          <p:cNvSpPr txBox="1"/>
          <p:nvPr/>
        </p:nvSpPr>
        <p:spPr>
          <a:xfrm>
            <a:off x="254000" y="4635500"/>
            <a:ext cx="5588000" cy="190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wrap="none" rtlCol="0">
            <a:prstTxWarp prst="textPlain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00000"/>
              </a:lnSpc>
            </a:pPr>
            <a:r>
              <a:rPr lang="zh-CN" altLang="en-US" b="1" sz="3200">
                <a:solidFill>
                  <a:srgbClr val="1F4E79"/>
                </a:solidFill>
                <a:latin typeface="Microsoft YaHei"/>
                <a:ea typeface="Microsoft YaHei"/>
              </a:rPr>
              <a:t>ABC 文字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00000"/>
              </a:lnSpc>
            </a:pPr>
            <a:r>
              <a:rPr lang="zh-CN" altLang="en-US" b="1" sz="2800">
                <a:solidFill>
                  <a:srgbClr val="1F4E79"/>
                </a:solidFill>
                <a:latin typeface="Microsoft YaHei"/>
                <a:ea typeface="Microsoft YaHei"/>
              </a:rPr>
              <a:t>第二行 Text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DCCD8E-BDC6-F4C3-673B-A0DBB08283F7}"/>
              </a:ext>
            </a:extLst>
          </p:cNvPr>
          <p:cNvSpPr txBox="1"/>
          <p:nvPr/>
        </p:nvSpPr>
        <p:spPr>
          <a:xfrm>
            <a:off x="6350000" y="4635500"/>
            <a:ext cx="5588000" cy="190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wrap="none" rtlCol="0">
            <a:prstTxWarp prst="textPlain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sz="3200">
                <a:solidFill>
                  <a:srgbClr val="1F4E79"/>
                </a:solidFill>
                <a:latin typeface="Microsoft YaHei"/>
                <a:ea typeface="Microsoft YaHei"/>
              </a:rPr>
              <a:t>ABC 文字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00000"/>
              </a:lnSpc>
            </a:pP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00000"/>
              </a:lnSpc>
            </a:pPr>
            <a:r>
              <a:rPr lang="zh-CN" altLang="en-US" b="1" sz="2800">
                <a:solidFill>
                  <a:srgbClr val="1F4E79"/>
                </a:solidFill>
                <a:latin typeface="Microsoft YaHei"/>
                <a:ea typeface="Microsoft YaHei"/>
              </a:rPr>
              <a:t>第二行 Text</a:t>
            </a:r>
            <a:endParaRPr lang="zh-CN" altLang="en-US" b="1" sz="320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80797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2026-10-26T12:10:56Z</dcterms:created>
  <dcterms:modified xsi:type="dcterms:W3CDTF">2026-10-26T12:10:56Z</dcterms:modified>
</cp:coreProperties>
</file>