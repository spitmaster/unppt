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228E4-44A2-CDA7-4FDB-F99B09FB7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5A4622-4E02-0789-D253-2421B16F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243D10-FB64-BAEB-A854-FF2D8784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DA417-C056-ECB5-6FE7-9BA25D6B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9AA230-2217-C1CA-B5CE-28C8C4AE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4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60189-33AF-BD4D-FC09-97AE554D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943CE6-73D2-B1C7-C6C7-711DF7742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65D22-FD81-B768-2474-391422E5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BC61E-194F-9A2D-016D-8C140819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C7026B-3F06-CB23-3962-3496FB43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34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A720F-CBAA-AA4B-18DA-30272FF0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D90211-BF3D-B5FE-5F56-38E3D13C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A068AB-FEEB-2002-BBD1-B3E7E7C3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2FF095-7019-E6C6-DE51-64765EC9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F99F2-C0FD-F580-3828-84F41E17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23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31D15-BDE7-017A-BEB4-423E4DE6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E6C474-52B7-217D-9FB1-BD13C1E83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CB2835-D4C4-9B04-7167-E364B4FEF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B440C-27FF-D429-E429-E35E826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10E06E-0D36-7E71-B7F8-B4D5B38F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DE11F5-B261-6764-9AEA-8D59CFDC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5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9D685-7894-A524-61D8-0A3EC48F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7F0858-1B07-4E73-5EC9-AC3670F95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CEC50-611B-60E6-155C-1543AE4CF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5FC754-A7CB-E081-DE0F-1064568C4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28F787-E6B7-B632-4618-9658CD22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928056-CEEC-1D18-E58C-2FDC8C59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4878DB-989A-A4B8-3CCF-F6C32205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C84641-7FDC-F287-A14B-211B277B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9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EB93F-AA2E-FC21-1422-A81B8987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875E4C-8BDA-D406-7D85-C5710223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806E5B-CE9E-C029-FF1D-726C62F6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1D8C40-9AAE-5B16-AA74-6CF5E258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92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7A890A-293D-1C56-15AF-2EAE53CE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899468-2D87-52DD-50CB-A988C1CDD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34E4E-79F4-B13E-0B98-E86AB440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5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F1845-B975-7A9E-D499-30770B4F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398400-38B4-0BC1-86EA-6E6FA06A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FA87C2-56C8-D89F-F1E6-9BB999F4B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4D899B-BA9E-4906-80BB-C8487F7F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9E178A-68C6-A534-4C5E-70E31F17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7C0D63-F2EA-9688-E05F-D67D182D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1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D9B3D-0668-6BC2-BCC7-E1B12697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552632-B192-884E-3A28-C7A89BD7F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8D7EE3-5A26-55C1-4D1C-16999AC71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00E3E6-5C11-7668-7D48-541C2261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80BCD5-FE74-1A52-F18F-73E78EB15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0B141-13AF-A060-DE4D-3616FA79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18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47F7F-3836-5363-0786-BDFF2F0F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CE1EDA-4150-3202-E141-BD2B381C9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2464A-1521-8ED3-B179-EEC7215B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799D0-F456-18D4-CEBA-83F6EED0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8A80C7-03D9-F56F-F994-B95D4D88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27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EF6655-E309-00D3-D17B-53A713D32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6C9F29-4097-F0AB-813C-8D98E0FA8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E9DF8-C52E-0382-AC00-BB2C11E5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93DAA-A20B-091C-7D3B-BFEDA256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5595A-1781-9DDC-FCAC-FB553DAD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D4EF46-B8F5-F351-56B5-912A24D2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4891ED-4E54-92D5-48B6-DB83106AE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76A7FD-B6DB-21FF-13A6-091D97BAC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2B5FA-D114-4DEA-B6D4-8740601CB27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6D9083-4BA2-C30C-3D74-33D694E15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727E3-B231-199C-4280-6612725A3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86C18-23A7-4FD2-8BD7-F15336083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07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D2FD06B-7401-6238-ECBF-60A87BD85631}"/>
              </a:ext>
            </a:extLst>
          </p:cNvPr>
          <p:cNvSpPr/>
          <p:nvPr/>
        </p:nvSpPr>
        <p:spPr>
          <a:xfrm>
            <a:off x="384810" y="325120"/>
            <a:ext cx="1428750" cy="1286510"/>
          </a:xfrm>
          <a:prstGeom prst="ellipse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840B2F-CE4A-B7F4-C7D3-2F9A1331A10E}"/>
              </a:ext>
            </a:extLst>
          </p:cNvPr>
          <p:cNvSpPr/>
          <p:nvPr/>
        </p:nvSpPr>
        <p:spPr>
          <a:xfrm>
            <a:off x="2057400" y="325120"/>
            <a:ext cx="1428750" cy="1286510"/>
          </a:xfrm>
          <a:prstGeom prst="rect">
            <a:avLst/>
          </a:prstGeom>
          <a:pattFill prst="pct50">
            <a:fgClr>
              <a:srgbClr val="C00000"/>
            </a:fgClr>
            <a:bgClr>
              <a:srgbClr val="FFF2CC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37F3AB-8226-F935-B2F1-2E5FB636ED93}"/>
              </a:ext>
            </a:extLst>
          </p:cNvPr>
          <p:cNvSpPr/>
          <p:nvPr/>
        </p:nvSpPr>
        <p:spPr>
          <a:xfrm>
            <a:off x="3729990" y="325120"/>
            <a:ext cx="1428750" cy="1286510"/>
          </a:xfrm>
          <a:prstGeom prst="rect">
            <a:avLst/>
          </a:prstGeom>
          <a:pattFill prst="dkHorz">
            <a:fgClr>
              <a:srgbClr val="1F4E79"/>
            </a:fgClr>
            <a:bgClr>
              <a:srgbClr val="DDEBF7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3DB58C9-F1EC-E30A-19E2-63EBB6E504DD}"/>
              </a:ext>
            </a:extLst>
          </p:cNvPr>
          <p:cNvSpPr/>
          <p:nvPr/>
        </p:nvSpPr>
        <p:spPr>
          <a:xfrm>
            <a:off x="5402580" y="325120"/>
            <a:ext cx="1428750" cy="1286510"/>
          </a:xfrm>
          <a:prstGeom prst="ellipse">
            <a:avLst/>
          </a:prstGeom>
          <a:pattFill prst="dkDnDiag">
            <a:fgClr>
              <a:srgbClr val="548235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A04774-FF53-F143-5C87-8DEF5A9B1AE9}"/>
              </a:ext>
            </a:extLst>
          </p:cNvPr>
          <p:cNvSpPr/>
          <p:nvPr/>
        </p:nvSpPr>
        <p:spPr>
          <a:xfrm>
            <a:off x="7075170" y="325120"/>
            <a:ext cx="1428750" cy="1286510"/>
          </a:xfrm>
          <a:prstGeom prst="rect">
            <a:avLst/>
          </a:prstGeom>
          <a:pattFill prst="smCheck">
            <a:fgClr>
              <a:srgbClr val="000000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AE8D67-7A60-4957-BD7D-C50DD613C577}"/>
              </a:ext>
            </a:extLst>
          </p:cNvPr>
          <p:cNvSpPr/>
          <p:nvPr/>
        </p:nvSpPr>
        <p:spPr>
          <a:xfrm>
            <a:off x="8747760" y="325120"/>
            <a:ext cx="1428750" cy="1286510"/>
          </a:xfrm>
          <a:prstGeom prst="rect">
            <a:avLst/>
          </a:prstGeom>
          <a:pattFill prst="ltHorz">
            <a:fgClr>
              <a:srgbClr val="C00000"/>
            </a:fgClr>
            <a:bgClr>
              <a:srgbClr val="FFF2CC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6C55057-FBD3-A408-B8E3-24EB2693B4AC}"/>
              </a:ext>
            </a:extLst>
          </p:cNvPr>
          <p:cNvSpPr/>
          <p:nvPr/>
        </p:nvSpPr>
        <p:spPr>
          <a:xfrm>
            <a:off x="10420350" y="325120"/>
            <a:ext cx="1428750" cy="1286510"/>
          </a:xfrm>
          <a:prstGeom prst="ellipse">
            <a:avLst/>
          </a:prstGeom>
          <a:pattFill prst="ltDnDiag">
            <a:fgClr>
              <a:srgbClr val="1F4E79"/>
            </a:fgClr>
            <a:bgClr>
              <a:srgbClr val="DDEBF7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153CE3-6350-5242-0E0C-8BEF54BB054E}"/>
              </a:ext>
            </a:extLst>
          </p:cNvPr>
          <p:cNvSpPr/>
          <p:nvPr/>
        </p:nvSpPr>
        <p:spPr>
          <a:xfrm>
            <a:off x="384810" y="1860550"/>
            <a:ext cx="1428750" cy="1286510"/>
          </a:xfrm>
          <a:prstGeom prst="rect">
            <a:avLst/>
          </a:prstGeom>
          <a:pattFill prst="smGrid">
            <a:fgClr>
              <a:srgbClr val="548235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295CC0-A7C9-7448-66AA-8A03C7BEDC19}"/>
              </a:ext>
            </a:extLst>
          </p:cNvPr>
          <p:cNvSpPr/>
          <p:nvPr/>
        </p:nvSpPr>
        <p:spPr>
          <a:xfrm>
            <a:off x="2057400" y="1860550"/>
            <a:ext cx="1428750" cy="1286510"/>
          </a:xfrm>
          <a:prstGeom prst="rect">
            <a:avLst/>
          </a:prstGeom>
          <a:pattFill prst="dotDmnd">
            <a:fgClr>
              <a:srgbClr val="000000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742DB5-EECC-CC5C-3F02-AC47820394D4}"/>
              </a:ext>
            </a:extLst>
          </p:cNvPr>
          <p:cNvSpPr/>
          <p:nvPr/>
        </p:nvSpPr>
        <p:spPr>
          <a:xfrm>
            <a:off x="3729990" y="1860550"/>
            <a:ext cx="1428750" cy="1286510"/>
          </a:xfrm>
          <a:prstGeom prst="ellipse">
            <a:avLst/>
          </a:prstGeom>
          <a:pattFill prst="lgGrid">
            <a:fgClr>
              <a:srgbClr val="C00000"/>
            </a:fgClr>
            <a:bgClr>
              <a:srgbClr val="FFF2CC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1EDFE2-AA83-A5C5-5B20-E569AA85D9F8}"/>
              </a:ext>
            </a:extLst>
          </p:cNvPr>
          <p:cNvSpPr/>
          <p:nvPr/>
        </p:nvSpPr>
        <p:spPr>
          <a:xfrm>
            <a:off x="5402580" y="1860550"/>
            <a:ext cx="1428750" cy="1286510"/>
          </a:xfrm>
          <a:prstGeom prst="rect">
            <a:avLst/>
          </a:prstGeom>
          <a:pattFill prst="horzBrick">
            <a:fgClr>
              <a:srgbClr val="1F4E79"/>
            </a:fgClr>
            <a:bgClr>
              <a:srgbClr val="DDEBF7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4FFD03-3FCA-81A1-1D91-E3E25AAC9799}"/>
              </a:ext>
            </a:extLst>
          </p:cNvPr>
          <p:cNvSpPr/>
          <p:nvPr/>
        </p:nvSpPr>
        <p:spPr>
          <a:xfrm>
            <a:off x="7075170" y="1860550"/>
            <a:ext cx="1428750" cy="1286510"/>
          </a:xfrm>
          <a:prstGeom prst="rect">
            <a:avLst/>
          </a:prstGeom>
          <a:pattFill prst="zigZag">
            <a:fgClr>
              <a:srgbClr val="548235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211841F-8A1D-DCA1-78BC-CA495AB186C1}"/>
              </a:ext>
            </a:extLst>
          </p:cNvPr>
          <p:cNvSpPr/>
          <p:nvPr/>
        </p:nvSpPr>
        <p:spPr>
          <a:xfrm>
            <a:off x="8747760" y="1860550"/>
            <a:ext cx="1428750" cy="1286510"/>
          </a:xfrm>
          <a:prstGeom prst="ellipse">
            <a:avLst/>
          </a:prstGeom>
          <a:pattFill prst="diagBrick">
            <a:fgClr>
              <a:srgbClr val="000000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A32DDD-2FD8-65AC-0FF8-F803F9205F38}"/>
              </a:ext>
            </a:extLst>
          </p:cNvPr>
          <p:cNvSpPr/>
          <p:nvPr/>
        </p:nvSpPr>
        <p:spPr>
          <a:xfrm>
            <a:off x="10420350" y="1860550"/>
            <a:ext cx="1428750" cy="1286510"/>
          </a:xfrm>
          <a:prstGeom prst="rect">
            <a:avLst/>
          </a:prstGeom>
          <a:pattFill prst="plaid">
            <a:fgClr>
              <a:srgbClr val="C00000"/>
            </a:fgClr>
            <a:bgClr>
              <a:srgbClr val="FFF2CC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CA7807-A8D7-5FC7-804F-0207274C3BDE}"/>
              </a:ext>
            </a:extLst>
          </p:cNvPr>
          <p:cNvSpPr/>
          <p:nvPr/>
        </p:nvSpPr>
        <p:spPr>
          <a:xfrm>
            <a:off x="384810" y="3395980"/>
            <a:ext cx="1428750" cy="1286510"/>
          </a:xfrm>
          <a:prstGeom prst="rect">
            <a:avLst/>
          </a:prstGeom>
          <a:pattFill prst="sphere">
            <a:fgClr>
              <a:srgbClr val="1F4E79"/>
            </a:fgClr>
            <a:bgClr>
              <a:srgbClr val="DDEBF7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6EB855F-F809-BC6C-A087-AFDC0655F8E4}"/>
              </a:ext>
            </a:extLst>
          </p:cNvPr>
          <p:cNvSpPr/>
          <p:nvPr/>
        </p:nvSpPr>
        <p:spPr>
          <a:xfrm>
            <a:off x="2057400" y="3395980"/>
            <a:ext cx="1428750" cy="1286510"/>
          </a:xfrm>
          <a:prstGeom prst="ellipse">
            <a:avLst/>
          </a:prstGeom>
          <a:pattFill prst="weave">
            <a:fgClr>
              <a:srgbClr val="548235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101552-6A58-3016-2548-72E38966FE2C}"/>
              </a:ext>
            </a:extLst>
          </p:cNvPr>
          <p:cNvSpPr/>
          <p:nvPr/>
        </p:nvSpPr>
        <p:spPr>
          <a:xfrm>
            <a:off x="3729990" y="3395980"/>
            <a:ext cx="1428750" cy="1286510"/>
          </a:xfrm>
          <a:prstGeom prst="rect">
            <a:avLst/>
          </a:prstGeom>
          <a:pattFill prst="horz">
            <a:fgClr>
              <a:srgbClr val="000000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C17C81-9BB4-0AE2-76A3-2EE7EF67276B}"/>
              </a:ext>
            </a:extLst>
          </p:cNvPr>
          <p:cNvSpPr/>
          <p:nvPr/>
        </p:nvSpPr>
        <p:spPr>
          <a:xfrm>
            <a:off x="5402580" y="3395980"/>
            <a:ext cx="1428750" cy="1286510"/>
          </a:xfrm>
          <a:prstGeom prst="rect">
            <a:avLst/>
          </a:prstGeom>
          <a:pattFill prst="cross">
            <a:fgClr>
              <a:srgbClr val="C00000"/>
            </a:fgClr>
            <a:bgClr>
              <a:srgbClr val="FFF2CC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852EDE2-2F08-9A33-4D7B-3A3A87152BB1}"/>
              </a:ext>
            </a:extLst>
          </p:cNvPr>
          <p:cNvSpPr/>
          <p:nvPr/>
        </p:nvSpPr>
        <p:spPr>
          <a:xfrm>
            <a:off x="7075170" y="3395980"/>
            <a:ext cx="1428750" cy="1286510"/>
          </a:xfrm>
          <a:prstGeom prst="ellipse">
            <a:avLst/>
          </a:prstGeom>
          <a:pattFill prst="upDiag">
            <a:fgClr>
              <a:srgbClr val="1F4E79"/>
            </a:fgClr>
            <a:bgClr>
              <a:srgbClr val="DDEBF7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964ED1-8241-EFA2-56EA-C67919C03972}"/>
              </a:ext>
            </a:extLst>
          </p:cNvPr>
          <p:cNvSpPr/>
          <p:nvPr/>
        </p:nvSpPr>
        <p:spPr>
          <a:xfrm>
            <a:off x="8747760" y="3395980"/>
            <a:ext cx="1428750" cy="1286510"/>
          </a:xfrm>
          <a:prstGeom prst="rect">
            <a:avLst/>
          </a:prstGeom>
          <a:pattFill prst="diagCross">
            <a:fgClr>
              <a:srgbClr val="548235"/>
            </a:fgClr>
            <a:bgClr>
              <a:srgbClr val="FFFFFF"/>
            </a:bgClr>
          </a:patt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8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B4CF77E-E1BA-4D74-4101-52EC9D5A2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246694"/>
              </p:ext>
            </p:extLst>
          </p:nvPr>
        </p:nvGraphicFramePr>
        <p:xfrm>
          <a:off x="1270000" y="1270000"/>
          <a:ext cx="762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51186812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87451381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868479914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en-US" altLang="zh-CN"/>
                        <a:t>1-1</a:t>
                      </a:r>
                      <a:endParaRPr lang="zh-CN" altLang="en-US"/>
                    </a:p>
                  </a:txBody>
                  <a:tcPr>
                    <a:pattFill prst="lgCheck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1-2</a:t>
                      </a:r>
                      <a:endParaRPr lang="zh-CN" altLang="en-US"/>
                    </a:p>
                  </a:txBody>
                  <a:tcPr>
                    <a:pattFill prst="pct10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1-3</a:t>
                      </a:r>
                      <a:endParaRPr lang="zh-CN" altLang="en-US"/>
                    </a:p>
                  </a:txBody>
                  <a:tcPr>
                    <a:pattFill prst="ltUpDiag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957312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altLang="zh-CN"/>
                        <a:t>2-1</a:t>
                      </a:r>
                      <a:endParaRPr lang="zh-CN" altLang="en-US"/>
                    </a:p>
                  </a:txBody>
                  <a:tcPr>
                    <a:pattFill prst="pct10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2-2</a:t>
                      </a:r>
                      <a:endParaRPr lang="zh-CN" altLang="en-US"/>
                    </a:p>
                  </a:txBody>
                  <a:tcPr>
                    <a:pattFill prst="ltUpDiag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2-3</a:t>
                      </a:r>
                      <a:endParaRPr lang="zh-CN" altLang="en-US"/>
                    </a:p>
                  </a:txBody>
                  <a:tcPr>
                    <a:pattFill prst="lgCheck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80413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en-US" altLang="zh-CN"/>
                        <a:t>3-1</a:t>
                      </a:r>
                      <a:endParaRPr lang="zh-CN" altLang="en-US"/>
                    </a:p>
                  </a:txBody>
                  <a:tcPr>
                    <a:pattFill prst="ltUpDiag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3-2</a:t>
                      </a:r>
                      <a:endParaRPr lang="zh-CN" altLang="en-US"/>
                    </a:p>
                  </a:txBody>
                  <a:tcPr>
                    <a:pattFill prst="lgCheck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3-3</a:t>
                      </a:r>
                      <a:endParaRPr lang="zh-CN" altLang="en-US"/>
                    </a:p>
                  </a:txBody>
                  <a:tcPr>
                    <a:pattFill prst="pct10">
                      <a:fgClr>
                        <a:srgbClr val="4472C4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159120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43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自定义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2026-10-13T04:09:50Z</dcterms:created>
  <dcterms:modified xsi:type="dcterms:W3CDTF">2026-10-13T04:09:50Z</dcterms:modified>
</cp:coreProperties>
</file>