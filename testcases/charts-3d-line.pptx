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B1-413D-8A56-6673A5CFB8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B1-413D-8A56-6673A5CFB8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BB1-413D-8A56-6673A5CFB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3115328"/>
        <c:axId val="956908336"/>
        <c:axId val="501639888"/>
      </c:line3DChart>
      <c:catAx>
        <c:axId val="4931153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56908336"/>
        <c:crosses val="autoZero"/>
        <c:auto val="1"/>
        <c:lblAlgn val="ctr"/>
        <c:lblOffset val="100"/>
        <c:noMultiLvlLbl val="0"/>
      </c:catAx>
      <c:valAx>
        <c:axId val="956908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93115328"/>
        <c:crosses val="autoZero"/>
        <c:crossBetween val="between"/>
      </c:valAx>
      <c:serAx>
        <c:axId val="50163988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5690833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30"/>
      <c:rotY val="4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39-4A5A-8F60-E920D02815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39-4A5A-8F60-E920D02815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39-4A5A-8F60-E920D0281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6914576"/>
        <c:axId val="956915056"/>
        <c:axId val="958937392"/>
      </c:line3DChart>
      <c:catAx>
        <c:axId val="956914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56915056"/>
        <c:crosses val="autoZero"/>
        <c:auto val="1"/>
        <c:lblAlgn val="ctr"/>
        <c:lblOffset val="100"/>
        <c:noMultiLvlLbl val="0"/>
      </c:catAx>
      <c:valAx>
        <c:axId val="956915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56914576"/>
        <c:crosses val="autoZero"/>
        <c:crossBetween val="between"/>
      </c:valAx>
      <c:serAx>
        <c:axId val="958937392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5691505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F0-4A47-AF85-1C7865FDBA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F0-4A47-AF85-1C7865FDBA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3F0-4A47-AF85-1C7865FDBA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0151456"/>
        <c:axId val="660154816"/>
        <c:axId val="661238784"/>
      </c:line3DChart>
      <c:catAx>
        <c:axId val="6601514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60154816"/>
        <c:crosses val="autoZero"/>
        <c:auto val="1"/>
        <c:lblAlgn val="ctr"/>
        <c:lblOffset val="100"/>
        <c:noMultiLvlLbl val="0"/>
      </c:catAx>
      <c:valAx>
        <c:axId val="660154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60151456"/>
        <c:crosses val="autoZero"/>
        <c:crossBetween val="between"/>
      </c:valAx>
      <c:serAx>
        <c:axId val="661238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6015481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line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CE-4D3A-BABE-F070D1ACD9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CE-4D3A-BABE-F070D1ACD9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5CE-4D3A-BABE-F070D1ACD9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81750896"/>
        <c:axId val="881751856"/>
        <c:axId val="662498656"/>
      </c:line3DChart>
      <c:catAx>
        <c:axId val="8817508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81751856"/>
        <c:crosses val="autoZero"/>
        <c:auto val="1"/>
        <c:lblAlgn val="ctr"/>
        <c:lblOffset val="100"/>
        <c:noMultiLvlLbl val="0"/>
      </c:catAx>
      <c:valAx>
        <c:axId val="881751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81750896"/>
        <c:crosses val="autoZero"/>
        <c:crossBetween val="between"/>
      </c:valAx>
      <c:serAx>
        <c:axId val="66249865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8175185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A5-40CF-876F-31F07E4FDE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A5-40CF-876F-31F07E4FDE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60157216"/>
        <c:axId val="660150016"/>
        <c:axId val="662502016"/>
      </c:area3DChart>
      <c:dateAx>
        <c:axId val="6601572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60150016"/>
        <c:crosses val="autoZero"/>
        <c:auto val="1"/>
        <c:lblOffset val="100"/>
        <c:baseTimeUnit val="days"/>
      </c:dateAx>
      <c:valAx>
        <c:axId val="660150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60157216"/>
        <c:crosses val="autoZero"/>
        <c:crossBetween val="midCat"/>
      </c:valAx>
      <c:serAx>
        <c:axId val="66250201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6015001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0"/>
    </c:view3D>
    <c:floor>
      <c:thickness val="0"/>
      <c:spPr>
        <a:noFill/>
        <a:ln w="9525" cap="flat" cmpd="sng" algn="ctr">
          <a:solidFill>
            <a:schemeClr val="tx1">
              <a:lumMod val="15000"/>
              <a:lumOff val="85000"/>
            </a:schemeClr>
          </a:solidFill>
          <a:round/>
        </a:ln>
        <a:effectLst/>
        <a:sp3d contourW="9525">
          <a:contourClr>
            <a:schemeClr val="tx1">
              <a:lumMod val="15000"/>
              <a:lumOff val="85000"/>
            </a:schemeClr>
          </a:contourClr>
        </a:sp3d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area3D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05-4C20-BD28-AD60E2C8F2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05-4C20-BD28-AD60E2C8F2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82003648"/>
        <c:axId val="881996448"/>
        <c:axId val="0"/>
      </c:area3DChart>
      <c:dateAx>
        <c:axId val="8820036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81996448"/>
        <c:crosses val="autoZero"/>
        <c:auto val="1"/>
        <c:lblOffset val="100"/>
        <c:baseTimeUnit val="days"/>
      </c:dateAx>
      <c:valAx>
        <c:axId val="88199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8820036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0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BDE5D-2CFB-D12C-E171-1B6F7404C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2DACBE-1894-B49E-901D-C34C526FF6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9FE508-2478-C330-8D74-DB0407902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C4369-23A4-2143-5A80-B7F65F199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8B8F06-DB8F-1EED-2FA7-E6E073076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188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E7DC64-5BAE-D2F6-8DC0-E84780A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9FA76-B5D0-65C0-0169-B0643517D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243C3E-30F8-3C49-C605-F989ECAC4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A27D06-8A45-1348-F4B1-50F49B13C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9BB409-E9C3-134C-7EBB-187C5038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23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F934F5-4B04-F552-4AEA-559E4C364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A561B-5AD9-1E5B-4E77-FA8B91668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F0CA03-697F-6296-711A-B8BDCE61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23265E-1100-1FCB-5E72-FDFF5E35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E72F5-026C-7D7E-8E18-F465D7F4D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94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6AD45-BEE8-40DF-AE7A-2B23001A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1FE446-0388-6782-84A4-5E1745D41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2BEA8F-7F23-6BCA-769E-A26C9B4C9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608C2A-A198-95C2-24EE-13BA62E6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5DF59C-BC88-07F1-0D18-C4F7397D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48FDC2-FF11-0885-F4FD-7E18BBC7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59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9CB74C-3194-F970-4B64-4832FF78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8F43CC-5007-84CD-B5E5-4B10A1CF3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11A535-4362-89EB-AEB5-B0CCDADA7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AAEF49-5372-2091-D538-C9EB3648E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652FDF-F7F9-37D0-FE95-A6FF78216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0B9AD6-E043-464E-5D00-ACE999BD1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2D5B94-1CBB-D6BF-9CFA-FD9DBCEE6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716CC4-81CC-F3C5-CDD3-88B7F28D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65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99FA7-E111-32C2-A80F-F0BCF7D21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B36664C-ECBB-0CD4-68E9-B582F7D5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518DAC-EAC9-E51B-8777-EC7EAC99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5EF9A1-4397-E984-26AB-E9EE985EA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335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0F7B0F-448F-5730-0F24-F69334A1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ADA5C8-AB39-C5F7-59C5-B5E98B26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280E8D-9B06-8618-9BF6-03E7DFAAD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892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FFD71-68E0-A914-B0D8-0BD9FB3C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FA559C-1026-0176-5279-3DB3159F3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7EA239-4AC7-E33E-C085-5E18B6668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7089D0-87FA-F5B0-E487-BA1A4FA13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7BBFD3-08F3-EAF4-9BB6-59391C88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3140B3-EAC4-527E-414E-A5972587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844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27BC8B-A277-2E0D-1D75-64BC57BE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8EC9A1-A225-A723-17CD-5FF30E30C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54B24D-F29D-0EB1-4FDE-5311ACF04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021A0E-A86E-6D20-CBDB-4BA1A877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CF4173-93A1-0FD4-DE46-65EFA420A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D936F2-90F1-92AA-24E8-E548BB04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72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5047B1-B8BB-9115-379F-617FEC8F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4D16A2-70D3-56A1-FCBF-C9A2520E7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37867-20C6-82A5-CB81-DCFFEB45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1E69A3-EDC7-B6BD-9F8E-08B9F953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1A9936-197D-4035-8500-D4519EBC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1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E5C117-F0C8-99DE-E027-46882DB288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5ED30-3DF2-1CDD-49E6-0F7C11892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4310D4-F939-2317-64DF-28C11F81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BB5B9C-55D1-F0A9-3EA0-1D8A7DFD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808241-6265-E472-B0F4-16AD65A3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44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CD96EB-AB60-D8F1-4659-230B13D32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B5EC47-A416-D1F2-8373-2C749972E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594BE5-97DB-BE8C-C380-433AC3AB0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05A8F-3616-4483-A0DF-6D28801873B0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A53669-062B-5455-098F-AFAD5AAD0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7C0B3E-B4BA-C8E0-6CE4-CD45161E8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B88ECC-37EC-4C27-AB8A-AC318616F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54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1018645D-CED5-8469-E753-1E1EB81F27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4313718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7C3B9BF6-A9DD-9F4D-B387-70F1A65F8D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204343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35898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BAA10FF7-68EA-0D9C-D448-1BA0A6B3B0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054872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1C8BFC19-FBEB-C452-67D4-CB49CEC68C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855102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78431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A19FEC1B-CA7C-CB61-1DA0-B4B501CB27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5806932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7C4F441C-71C9-2D4D-D87B-54CF903393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5641341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81513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2026-10-14T01:36:30Z</dcterms:created>
  <dcterms:modified xsi:type="dcterms:W3CDTF">2026-10-14T01:36:30Z</dcterms:modified>
</cp:coreProperties>
</file>