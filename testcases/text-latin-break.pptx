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48053-A287-2B5D-FDCF-D53B5DCEA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3EFE60-CFB3-74B0-B479-4D11A36E5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D6979-89D3-4AD5-52DB-0F29A2A8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FDBF8-666C-C134-92AA-36E47287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5D804-6D8C-C5C4-5F25-271C600B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24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054CB-A1AE-2708-5DFE-D3FED374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57A48-2FC2-91A6-1269-F268519A3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28DFE-B7DB-9910-3E9A-827747FB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71D5F6-FE69-BEB8-E59A-B120C1EF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80D05-D64A-3E7F-D377-CD1E0DD0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03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EEB8F-E8E6-DB73-CBD6-9D622347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E100D8-CAE6-7EFF-257F-4DEEC2AE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7D000E-F549-7F59-766C-D918725B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D2C9A0-5D30-162E-60A2-608A6230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4922AB-21FE-406C-D2C2-2E02D11A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68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A1F82-EEF4-A24B-915E-6C20653C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B8A7B-B81F-D97D-B298-4D6808A22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2D038C-AC01-E630-6F5D-6D37F091C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1C1A54-D245-01D7-9611-CBC71A89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77F9CD-45BB-8AC9-50A1-392BDF45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D8F0F6-C49A-9103-1F4E-B60EEB59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84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D2EAC-353D-44E5-328F-8B4526D80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5E5124-4BF9-7021-9796-58C38BAC9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BBD3E3-5AB6-3934-874A-4F10971FE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0BCFC7-2DD1-4185-7E0C-0F2F1D56B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1170AC-7FC3-71D3-2655-84C569424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4523BF-284C-C6B9-54A2-CCD6C9F07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370B81-7963-2F6E-8847-99B0B7B6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A4AD39-4AA4-1AB8-ADD9-ABE2ADA0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11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40DA7-F353-2093-7C74-15A7861F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A7BFBB-CC17-3F29-1E58-18B75805C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E84026-E059-7020-24D2-0F899BEF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E83355-C096-91C9-8E15-22148832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11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171D92-8E16-FB00-6FB7-1A03F03F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6448A3-BC7F-6208-FE69-16AD3602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7DBFE1-4460-3251-9D29-1CCA67CD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71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4ADD5-DF22-5EB1-4F2E-B7B28DF0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32CAB-3748-0846-4CCE-577EA30E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A0328C-6FD3-DDC4-05C0-DCD5F424F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D13535-D1FD-EFCA-DD09-F86058776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BAEA2-4C0D-C1BB-8312-165BD861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0B55C5-F6D8-74B5-3493-EAD26B72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2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A88CD-D4B1-017F-E43D-371A366D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DE6A67-D0EE-8105-40F1-E8B1D9A8F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52E041-115F-BD70-6BD0-8DAB43F8E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0098F6-8C35-52E3-42D5-CF28B1F2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4F7603-8849-A05F-8694-E2459D33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23A4A9-ACA4-4EAC-E3AE-A7B92518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37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FE646-03FC-BBED-F30E-070F131C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FD1436-6A5C-92A5-DD21-BAC7CB831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9225D-A5AD-7E75-81CC-156D8DE5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30BA0B-B03C-C42E-EEE6-48B885157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D14D6F-09CC-6B89-B8B0-88C09BB0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93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F18CE9-521E-D45D-4DBB-38AC7A1E0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8C4C6F-7B8F-9B34-CE51-7B2B90A5D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FA347F-3E52-6215-32BB-A1939241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CE946-64C7-86AB-A264-F624CBF2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680351-FA97-63AD-08AF-593B9027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4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1B47C4-9DD1-EC87-B48E-7313E165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70BC51-F1C9-EB2B-56ED-9FC267EEC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2C757-A677-FBC6-6B97-FB3BC7275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24685-3C21-463B-83BB-953F69E6964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047291-E6FC-4514-D542-F99FF31C8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9D218-E713-646C-94F6-35C2CA1B1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0C957-67BA-4A55-9FFD-ED1D20BD2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64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E5413E-70C0-9943-A7AA-1AC0653EEBA9}"/>
              </a:ext>
            </a:extLst>
          </p:cNvPr>
          <p:cNvSpPr txBox="1"/>
          <p:nvPr/>
        </p:nvSpPr>
        <p:spPr>
          <a:xfrm>
            <a:off x="254000" y="254000"/>
            <a:ext cx="3816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这是一段中文后面跟着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Internationalization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的长单词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F9EC49-99F1-55C7-6E16-5583CED1D3DE}"/>
              </a:ext>
            </a:extLst>
          </p:cNvPr>
          <p:cNvSpPr txBox="1"/>
          <p:nvPr/>
        </p:nvSpPr>
        <p:spPr>
          <a:xfrm>
            <a:off x="6223000" y="254000"/>
            <a:ext cx="3816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latinLnBrk="1"/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这是一段中文后面跟着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Internationalization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的长单词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35466-D288-99A3-B7CF-7C6CF1CA6C15}"/>
              </a:ext>
            </a:extLst>
          </p:cNvPr>
          <p:cNvSpPr txBox="1"/>
          <p:nvPr/>
        </p:nvSpPr>
        <p:spPr>
          <a:xfrm>
            <a:off x="254000" y="2413000"/>
            <a:ext cx="3816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会议时间定在下午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12:30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，请准时参加会议讨论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C9DEF8-7DF1-B540-0D73-4F351FCD614C}"/>
              </a:ext>
            </a:extLst>
          </p:cNvPr>
          <p:cNvSpPr txBox="1"/>
          <p:nvPr/>
        </p:nvSpPr>
        <p:spPr>
          <a:xfrm>
            <a:off x="6223000" y="2413000"/>
            <a:ext cx="3816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latinLnBrk="1"/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会议时间定在下午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12:30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，请准时参加会议讨论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4291BF-D8A4-F38E-2A2C-A2F3BBFE1B8D}"/>
              </a:ext>
            </a:extLst>
          </p:cNvPr>
          <p:cNvSpPr txBox="1"/>
          <p:nvPr/>
        </p:nvSpPr>
        <p:spPr>
          <a:xfrm>
            <a:off x="254000" y="4572000"/>
            <a:ext cx="3816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Mixed English words wrapping inside narrow boxes here</a:t>
            </a:r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7A5105-9FDF-DEC5-5369-084DEA5B4D4C}"/>
              </a:ext>
            </a:extLst>
          </p:cNvPr>
          <p:cNvSpPr txBox="1"/>
          <p:nvPr/>
        </p:nvSpPr>
        <p:spPr>
          <a:xfrm>
            <a:off x="6223000" y="4572000"/>
            <a:ext cx="381635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latinLnBrk="1"/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Mixed English words wrapping inside narrow boxes here</a:t>
            </a:r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526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2026-10-20T16:09:41Z</dcterms:created>
  <dcterms:modified xsi:type="dcterms:W3CDTF">2026-10-20T16:09:41Z</dcterms:modified>
</cp:coreProperties>
</file>