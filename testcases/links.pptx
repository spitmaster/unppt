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A80084-0100-0B47-CA51-4CD71287A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5A1A906-57CA-1EC8-7BEE-7CAB4D18F7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CE4266-3665-6C65-30D6-CD18136F8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23AC8-1C42-4BFF-950E-CFDC2B784E78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AFDDC1-ADA1-2F64-F5F9-6CF6A6F0A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B00B8A-14D4-F4F0-D9AF-AA856AF76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40E21-1024-4B24-9189-157F13BC41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5154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23A278-7A3E-6B9F-171F-0F11A8AED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85B34B-9DC6-C7DF-DB3A-F6A766367A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E6EDF13-BE69-ACA3-A0E3-E06E2706F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23AC8-1C42-4BFF-950E-CFDC2B784E78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817570-5052-D055-58E6-E197B500D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3EDE19-A7E0-D9FB-F58C-7751C63A2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40E21-1024-4B24-9189-157F13BC41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3607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BB283E-6F27-5438-7EA0-A50723E10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0AE778F-9A1E-3C20-C127-4F6480D0C9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2D0EE2-4EB7-1F89-15A6-503BD737D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23AC8-1C42-4BFF-950E-CFDC2B784E78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EC57B1-9719-CC43-F3D9-81ED301C9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24C010E-D589-8629-DA0D-D4B8C3132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40E21-1024-4B24-9189-157F13BC41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7F3E39-7498-6303-EA32-22538CEED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F9DE01-D44B-318D-D73A-A8978814E9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AE16C34-0CDE-EAAE-23ED-9C3DEB046E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96E8730-CE94-367E-0893-9A930A22B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23AC8-1C42-4BFF-950E-CFDC2B784E78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0E4A089-2D17-F47A-4A2E-4E2F3CC7B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987FDDC-A723-C141-D259-341568AE3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40E21-1024-4B24-9189-157F13BC41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0094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7517B4-40D4-627F-063D-077DF6F82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69A42CC-EEEE-CE0C-17D1-DDB8732216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8FCB63B-81B4-0E41-B718-77721A67BA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84D800F-551D-0080-F80B-D398704A60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25B399C-E070-B391-E1FC-801C6D3EA0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36D2FCF-C28B-54FE-83FB-E33240231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23AC8-1C42-4BFF-950E-CFDC2B784E78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6989CBB-59D5-C153-4E8D-FE1053AFA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DE5DC40-7C35-9259-AF91-0B4097C5F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40E21-1024-4B24-9189-157F13BC41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9209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410098-C547-D175-5707-CE18A4D9C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08C2E55-61DA-B1BE-6768-59F9BBD7F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23AC8-1C42-4BFF-950E-CFDC2B784E78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A41DB6A-A995-3476-0477-024C44D40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E634B72-ACE2-5400-B756-0B49101E5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40E21-1024-4B24-9189-157F13BC41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9790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BFFC2CC-50CC-DC7E-D20D-4B6A12A50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23AC8-1C42-4BFF-950E-CFDC2B784E78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9B9CA77-A929-45F0-F1D2-33ED30CD2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928CE5B-9B28-7FF3-A7DD-AEEF041B0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40E21-1024-4B24-9189-157F13BC41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5147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1DF9DC-C759-7E38-C916-3B01EDF08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2EB4DF-6E1B-A652-9E56-7BD7ADE017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1DB0B1-A7FC-14A8-C77D-E26EDAF583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43029C7-63FD-7A8C-9ECD-45A3903DE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23AC8-1C42-4BFF-950E-CFDC2B784E78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41B771A-726B-B2BB-D36A-9D6B51270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440844D-DFD6-0DEC-7698-5E206688E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40E21-1024-4B24-9189-157F13BC41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7797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2A8E85-8712-15E7-5416-DAE246DA2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27E3E74-E51C-E6D6-7E3E-2F4AA804A0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BF08BBE-591B-DEA8-4C2F-4D9ABCD7E3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C933EFF-7404-60F9-7E8D-F8BD3B677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23AC8-1C42-4BFF-950E-CFDC2B784E78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8CF7519-020E-ED37-BF44-C25851D5B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D05A21F-5E95-34DE-EE25-EB441D8EF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40E21-1024-4B24-9189-157F13BC41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5431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D85A81-1F88-A9CE-3EC2-32D4B8225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CF449A8-F619-820F-8FD9-494C27CA88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3E1A10-85AF-2983-B592-CE3CC325E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23AC8-1C42-4BFF-950E-CFDC2B784E78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199C46-02AF-EEF6-7723-7E30B7BCD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AA37B8-6D8C-D4C8-2726-A9AC23B99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40E21-1024-4B24-9189-157F13BC41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7643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E4B1EF2-4FB1-6189-4797-0B2F778143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C6DF4AB-A5DF-301D-5D7A-C69E5BA0A4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9C3BF9-848D-34AE-1037-F9D7ACE7D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23AC8-1C42-4BFF-950E-CFDC2B784E78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1FECFD-69EB-9E2B-CD1E-A6D77B653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2D3337-4971-37E9-AB0F-BFC6DD6B5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40E21-1024-4B24-9189-157F13BC41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3903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402776B-072F-EBB6-D11E-61179B48F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36F8844-B7E7-56E4-38B4-61B0B426BC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4B8269-A20E-4711-C1AD-B9CE92B2B8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623AC8-1C42-4BFF-950E-CFDC2B784E78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7AFD99-567B-35B1-06A2-95B0CE98A5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950A3DE-CA2A-9A6C-9A96-EF950CFDA7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240E21-1024-4B24-9189-157F13BC41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5908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example.com/" TargetMode="External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hlinkClick r:id="rId2" action="ppaction://hlinksldjump"/>
            <a:extLst>
              <a:ext uri="{FF2B5EF4-FFF2-40B4-BE49-F238E27FC236}">
                <a16:creationId xmlns:a16="http://schemas.microsoft.com/office/drawing/2014/main" id="{9384FFE3-BFD2-3C2C-D9BB-0D9A8F9EA912}"/>
              </a:ext>
            </a:extLst>
          </p:cNvPr>
          <p:cNvSpPr/>
          <p:nvPr/>
        </p:nvSpPr>
        <p:spPr>
          <a:xfrm>
            <a:off x="762000" y="762000"/>
            <a:ext cx="3302000" cy="10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跳到第 </a:t>
            </a:r>
            <a:r>
              <a:rPr lang="en-US" altLang="zh-CN"/>
              <a:t>3 </a:t>
            </a:r>
            <a:r>
              <a:rPr lang="zh-CN" altLang="en-US"/>
              <a:t>页</a:t>
            </a:r>
          </a:p>
        </p:txBody>
      </p:sp>
      <p:sp>
        <p:nvSpPr>
          <p:cNvPr id="3" name="矩形 2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132C13C5-F509-9155-8FD0-0DA3973D7FE2}"/>
              </a:ext>
            </a:extLst>
          </p:cNvPr>
          <p:cNvSpPr/>
          <p:nvPr/>
        </p:nvSpPr>
        <p:spPr>
          <a:xfrm>
            <a:off x="4572000" y="762000"/>
            <a:ext cx="3302000" cy="10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下一页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AE3CB50-C745-6237-9573-BC1E74EDC5B4}"/>
              </a:ext>
            </a:extLst>
          </p:cNvPr>
          <p:cNvSpPr txBox="1"/>
          <p:nvPr/>
        </p:nvSpPr>
        <p:spPr>
          <a:xfrm>
            <a:off x="762000" y="2540000"/>
            <a:ext cx="7620000" cy="762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 anchor="t">
            <a:noAutofit/>
          </a:bodyPr>
          <a:lstStyle/>
          <a:p>
            <a:r>
              <a:rPr lang="zh-CN" altLang="en-US" sz="2400">
                <a:latin typeface="Microsoft YaHei" panose="020B0503020204020204" pitchFamily="34" charset="-122"/>
                <a:ea typeface="Microsoft YaHei" panose="020B0503020204020204" pitchFamily="34" charset="-122"/>
                <a:hlinkClick r:id="rId3"/>
              </a:rPr>
              <a:t>访问示例网址</a:t>
            </a:r>
            <a:r>
              <a:rPr lang="zh-CN" altLang="en-US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example.com</a:t>
            </a:r>
            <a:endParaRPr lang="zh-CN" altLang="en-US" sz="24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21072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2E766DC-9D98-8B71-CDC3-9328C3C18D8B}"/>
              </a:ext>
            </a:extLst>
          </p:cNvPr>
          <p:cNvSpPr txBox="1"/>
          <p:nvPr/>
        </p:nvSpPr>
        <p:spPr>
          <a:xfrm>
            <a:off x="762000" y="762000"/>
            <a:ext cx="7620000" cy="762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 anchor="t">
            <a:noAutofit/>
          </a:bodyPr>
          <a:lstStyle/>
          <a:p>
            <a:r>
              <a:rPr lang="zh-CN" altLang="en-US" sz="4000">
                <a:latin typeface="Microsoft YaHei" panose="020B0503020204020204" pitchFamily="34" charset="-122"/>
                <a:ea typeface="Microsoft YaHei" panose="020B0503020204020204" pitchFamily="34" charset="-122"/>
              </a:rPr>
              <a:t>第 </a:t>
            </a:r>
            <a:r>
              <a:rPr lang="en-US" altLang="zh-CN" sz="4000">
                <a:latin typeface="Microsoft YaHei" panose="020B0503020204020204" pitchFamily="34" charset="-122"/>
                <a:ea typeface="Microsoft YaHei" panose="020B0503020204020204" pitchFamily="34" charset="-122"/>
              </a:rPr>
              <a:t>2 </a:t>
            </a:r>
            <a:r>
              <a:rPr lang="zh-CN" altLang="en-US" sz="4000">
                <a:latin typeface="Microsoft YaHei" panose="020B0503020204020204" pitchFamily="34" charset="-122"/>
                <a:ea typeface="Microsoft YaHei" panose="020B0503020204020204" pitchFamily="34" charset="-122"/>
              </a:rPr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32319133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3AD97C8-6BA0-470F-CEE4-678713A28E68}"/>
              </a:ext>
            </a:extLst>
          </p:cNvPr>
          <p:cNvSpPr txBox="1"/>
          <p:nvPr/>
        </p:nvSpPr>
        <p:spPr>
          <a:xfrm>
            <a:off x="762000" y="762000"/>
            <a:ext cx="7620000" cy="762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 anchor="t">
            <a:noAutofit/>
          </a:bodyPr>
          <a:lstStyle/>
          <a:p>
            <a:r>
              <a:rPr lang="zh-CN" altLang="en-US" sz="4000">
                <a:latin typeface="Microsoft YaHei" panose="020B0503020204020204" pitchFamily="34" charset="-122"/>
                <a:ea typeface="Microsoft YaHei" panose="020B0503020204020204" pitchFamily="34" charset="-122"/>
              </a:rPr>
              <a:t>第 </a:t>
            </a:r>
            <a:r>
              <a:rPr lang="en-US" altLang="zh-CN" sz="4000">
                <a:latin typeface="Microsoft YaHei" panose="020B0503020204020204" pitchFamily="34" charset="-122"/>
                <a:ea typeface="Microsoft YaHei" panose="020B0503020204020204" pitchFamily="34" charset="-122"/>
              </a:rPr>
              <a:t>3 </a:t>
            </a:r>
            <a:r>
              <a:rPr lang="zh-CN" altLang="en-US" sz="4000">
                <a:latin typeface="Microsoft YaHei" panose="020B0503020204020204" pitchFamily="34" charset="-122"/>
                <a:ea typeface="Microsoft YaHei" panose="020B0503020204020204" pitchFamily="34" charset="-122"/>
              </a:rPr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32941446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</Words>
  <Application>Microsoft Office PowerPoint</Application>
  <PresentationFormat>自定义</PresentationFormat>
  <Paragraphs>5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2026-10-12T13:08:26Z</dcterms:created>
  <dcterms:modified xsi:type="dcterms:W3CDTF">2026-10-12T13:08:26Z</dcterms:modified>
</cp:coreProperties>
</file>