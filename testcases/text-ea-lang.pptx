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C4C7CC-9CD6-0B94-A6E7-F6BB2504A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8B5745-19C4-8B19-D80C-98E4B3401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651CB7-E017-A06A-8DC1-23CA6936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F8909-75D9-3E40-FFE5-0CB45D8A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0604AD-ADBD-92DE-EF72-DBDE40AB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4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BEB71-CC00-18D7-30AE-23328B97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9A673A-D66D-A918-FBEE-4EE3D7069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158B4D-6425-834B-9CF8-354BE0982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511C92-1840-AA0C-71B3-28308693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AED94-BB64-A5DB-F344-26AD2122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97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E423F-9436-164F-9533-BC92B8D6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9B353D-4497-56FC-F09E-B58FA7823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2F2735-38DD-4B48-F23E-1B01F28F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51C814-909F-0D8C-9256-6A2BB399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1D862C-666C-C86C-3A53-48AA2441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59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9401F-9078-56F9-6D2E-62D66CB80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FDF71-DCF6-7B55-51CB-B40E748C9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548ED7-BE5F-14BD-F68B-14DE97684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9DACD8-0E64-2CF5-1EC4-C584D7BB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1098F3-2C64-2024-3BEC-110D3030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C74B14-96A1-95FF-AA9D-D27FB5C1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77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8FCA4-B8D9-30E8-1B54-64895F98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FA662D-610C-CCF7-1C84-F906142D3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7BBFAB-529D-AF05-175E-6184302A5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4146A5-E27C-D082-4059-6AC046178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54671D-2695-0DFA-4BBD-15FA3A7DA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10BB51-E0B8-AB72-12B6-C1BB3AF2F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5F70D1-31C4-6EC4-665A-6FAAA337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FDD0D6-4A6F-F0DB-41BD-64A63AA7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513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25154-BF44-55C7-3BC1-92ABE439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0834CA-10BE-D1EA-03E5-DBAA9F75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57A1DB-1626-DE2C-B69E-F43C2210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4B9245-36FF-A50C-ACFC-477F3C50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2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11DC8C1-2797-DE21-BC7D-D007798C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84B93D-7438-D308-2812-B78CB182F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07A452-758E-3AF7-2F6D-6F0AD24D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2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15D9AB-5923-0D6C-70AF-309E486D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8BB7BC-DE1A-C23A-0628-45D42585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1A2906-4F9B-2E78-85FA-F2AD1FD4A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8E7465-F19A-A8F3-4B29-011C3318E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C7F9D5-9643-19E4-8DDC-EF31533F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F0E1A4-0D0D-D174-7EBD-E26992B4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004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91B54-F892-E412-CA01-CA77854A7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4C7B44-3935-2CEE-2AF9-6CD1D5A7B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6D1950-2CCB-E1D1-AFB7-74F8A70E0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D4B04E-E6F0-E76D-DD8F-FFF63617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CC42FC-4826-D7F3-3046-14717606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ED1259-3F10-AA70-387C-44628CE1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113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DB019A-6BB1-BFC2-4B20-44940C1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9ACD2B-2A72-D53C-BF32-BF5489085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A85847-07C0-761F-CD4B-4587057B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ECF333-0F63-066E-6AAC-6D860FE0C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7CD823-E891-A9CD-C9C5-3F6DE1DA4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97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DE6C45-6ABC-6325-A754-1753EE427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994758-0705-E763-9DC9-B33BFDCD2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B34C2-23CD-7772-EF42-F639F379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AC465-5943-6C11-340C-2B8674B2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0E2CA-84DE-9CFD-F102-A9FDFBED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91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F4E458-06B3-6D8F-BB2D-9643A2FD6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DACD04-4451-2D14-E0AA-5C4F290A7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B59C18-47F0-28FF-23E6-8FE106C8FA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01C04-3DC0-4A24-A224-DFA7E91EC9F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2139B8-0A9A-3197-5D66-24A9C5059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D3562C-BB98-9756-5D75-C3D0B5933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BA5C2-78C0-42E3-92E2-271E6665EF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6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CC51A0-D2AB-8BF7-BF1D-E78028F99BEE}"/>
              </a:ext>
            </a:extLst>
          </p:cNvPr>
          <p:cNvSpPr txBox="1"/>
          <p:nvPr/>
        </p:nvSpPr>
        <p:spPr>
          <a:xfrm>
            <a:off x="381000" y="381000"/>
            <a:ext cx="305435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rIns="0" rtlCol="0">
            <a:noAutofit/>
          </a:bodyPr>
          <a:lstStyle/>
          <a:p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一二三四五六七八九十、</a:t>
            </a:r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后续文字后续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31A7C7-3E44-E580-8F41-1061806EF192}"/>
              </a:ext>
            </a:extLst>
          </p:cNvPr>
          <p:cNvSpPr txBox="1"/>
          <p:nvPr/>
        </p:nvSpPr>
        <p:spPr>
          <a:xfrm>
            <a:off x="381000" y="2286000"/>
            <a:ext cx="305435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rIns="0" rtlCol="0">
            <a:noAutofit/>
          </a:bodyPr>
          <a:lstStyle/>
          <a:p>
            <a:r>
              <a:rPr 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一二三四五六七八九十、</a:t>
            </a:r>
            <a:r>
              <a:rPr 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后续文字后续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5A0E07-8AD2-1EBB-DB87-F01FC19AEAAB}"/>
              </a:ext>
            </a:extLst>
          </p:cNvPr>
          <p:cNvSpPr txBox="1"/>
          <p:nvPr/>
        </p:nvSpPr>
        <p:spPr>
          <a:xfrm>
            <a:off x="381000" y="4191000"/>
            <a:ext cx="305435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rIns="0" rtlCol="0">
            <a:noAutofit/>
          </a:bodyPr>
          <a:lstStyle/>
          <a:p>
            <a:r>
              <a:rPr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一二三四五六七八九十、</a:t>
            </a:r>
            <a:r>
              <a:rPr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后续文字后续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421D14-9299-2C44-EEBB-37AD905C88F5}"/>
              </a:ext>
            </a:extLst>
          </p:cNvPr>
          <p:cNvSpPr txBox="1"/>
          <p:nvPr/>
        </p:nvSpPr>
        <p:spPr>
          <a:xfrm>
            <a:off x="6223000" y="381000"/>
            <a:ext cx="305435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rIns="0" rtlCol="0">
            <a:noAutofit/>
          </a:bodyPr>
          <a:lstStyle/>
          <a:p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一二三四五六七八九十）</a:t>
            </a:r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后续文字后续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555EBC-DFC6-E925-E04A-3B568ED9D4AE}"/>
              </a:ext>
            </a:extLst>
          </p:cNvPr>
          <p:cNvSpPr txBox="1"/>
          <p:nvPr/>
        </p:nvSpPr>
        <p:spPr>
          <a:xfrm>
            <a:off x="6223000" y="2286000"/>
            <a:ext cx="305435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rIns="0" rtlCol="0">
            <a:noAutofit/>
          </a:bodyPr>
          <a:lstStyle/>
          <a:p>
            <a:r>
              <a:rPr 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一二三四五六七八九十）</a:t>
            </a:r>
            <a:r>
              <a:rPr 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后续文字后续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986482-4436-0D05-3A8E-045C70376ED2}"/>
              </a:ext>
            </a:extLst>
          </p:cNvPr>
          <p:cNvSpPr txBox="1"/>
          <p:nvPr/>
        </p:nvSpPr>
        <p:spPr>
          <a:xfrm>
            <a:off x="6223000" y="4191000"/>
            <a:ext cx="3054350" cy="369332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rIns="0" rtlCol="0">
            <a:noAutofit/>
          </a:bodyPr>
          <a:lstStyle/>
          <a:p>
            <a:r>
              <a:rPr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一二三四五六七八九十）</a:t>
            </a:r>
            <a:r>
              <a:rPr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后续文字后续</a:t>
            </a:r>
          </a:p>
        </p:txBody>
      </p:sp>
    </p:spTree>
    <p:extLst>
      <p:ext uri="{BB962C8B-B14F-4D97-AF65-F5344CB8AC3E}">
        <p14:creationId xmlns:p14="http://schemas.microsoft.com/office/powerpoint/2010/main" val="1993021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2026-10-17T09:46:58Z</dcterms:created>
  <dcterms:modified xsi:type="dcterms:W3CDTF">2026-10-17T09:46:58Z</dcterms:modified>
</cp:coreProperties>
</file>