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C3D2ED-8E98-1F37-86C5-83C04EB99F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4477359-B646-477A-875D-CFD1364BDA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C57EBB-20F8-BD4C-2BC2-52FF4572F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ACDC-A2EB-491F-835B-8E351DC3245E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CFBC77-AEAF-62DA-A75D-ABD73180F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5C99A8-AC24-B8F2-6F59-28FBE5038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72F0E1-B9CB-41AB-B64C-386031966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6118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846F7A-F5D4-DEF5-054F-D22E50AB7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0F87FE-ECA8-13B0-918E-30C86A245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013A33-A3A3-7622-8653-9EFB53FF5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ACDC-A2EB-491F-835B-8E351DC3245E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03E788-9AC6-1916-3F42-BA7AAD3A3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3049CD-A9DC-439F-1134-4E79B36B1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72F0E1-B9CB-41AB-B64C-386031966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9926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9449FB-BDD9-B4C9-541C-BEBE38138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3989A9D-73F3-36D2-526B-EA4C5CD17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44A6F3-3901-BF98-79E5-DBCD1D9EF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ACDC-A2EB-491F-835B-8E351DC3245E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DFFC96-E157-2341-1459-019AE8E54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459C82-321C-FD1A-26A3-7FDB099F3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72F0E1-B9CB-41AB-B64C-386031966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36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387B0F-5B64-4A3A-A280-88C21272B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B4A24B-2E54-389D-D3AF-CDC533004D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29B68D9-3842-D0DB-2B22-6E9B716881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17CEBE-FCDD-33CB-D3F1-2DBEE8D1D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ACDC-A2EB-491F-835B-8E351DC3245E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E267265-14A7-867F-0313-1009BEB00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7C9FF66-6665-34DB-7AF2-2AF2A1400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72F0E1-B9CB-41AB-B64C-386031966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702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DC53C4-CC26-3710-C6F0-8A932E2AD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306F3C0-4D18-7063-34C7-2C8BEC7BE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3E93210-9608-D896-D78F-36A56781F9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90A2D47-0170-CE48-B506-5E117A0FA9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4E046E8-FEC6-70CB-15C8-EA47048048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97CDE13-3C04-8663-96D8-7782C34EE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ACDC-A2EB-491F-835B-8E351DC3245E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B4E5457-C35D-355D-4E4D-159781B3D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DFE5692-D9CE-1660-E2BF-5B4A32422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72F0E1-B9CB-41AB-B64C-386031966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8807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0010D3-CA6D-09F4-66C8-E9C033D31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0AA2E39-A021-CFE0-B77C-F11A8F74E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ACDC-A2EB-491F-835B-8E351DC3245E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4A57A5F-D0B6-3812-29E9-C0E530F64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CE2B144-0443-8FB0-BDA5-DCFD34E5E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72F0E1-B9CB-41AB-B64C-386031966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5588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209441D-4590-5B81-6C45-E288BA001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ACDC-A2EB-491F-835B-8E351DC3245E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2E246F8-D474-7E6E-E2FB-86107ABC6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1B89F60-31E6-19D1-1D6F-932B9E1CB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72F0E1-B9CB-41AB-B64C-386031966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225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756F7C-DBFA-68F9-B572-5CCECDB2A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AA27E0-20D3-6189-E230-4B1122345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4E67164-2957-043D-BB85-280C365C12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476A286-97F2-DA74-EF3B-9535C05C2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ACDC-A2EB-491F-835B-8E351DC3245E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B9BC653-0B44-3626-FB7D-13661BC8C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BBEE739-3AA7-6762-13F1-B26F89986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72F0E1-B9CB-41AB-B64C-386031966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5583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5A494D-9213-9059-3E6E-5702114D4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3C57EAA-A6CB-081C-DE9C-0419347A64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80193D7-CFD2-4B32-4F92-83C7E32F24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3205CC-211F-05D9-3A3D-B06CD2463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ACDC-A2EB-491F-835B-8E351DC3245E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5CF78D-F2F5-8DAE-4448-79393204B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7DE5AC-A12C-4C4B-2EE3-BD97D1BCC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72F0E1-B9CB-41AB-B64C-386031966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9286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517DE1-2C55-2D75-FA52-6D67B28A3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D4BCD3-A26D-6C5F-4914-258C83AEDE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18F7FD-4F23-1226-A845-8E23DC3AF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ACDC-A2EB-491F-835B-8E351DC3245E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DA1731-76FF-CA49-E075-DC28F64DC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E2FE9A-5B17-45F5-CE98-B7EC3DF38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72F0E1-B9CB-41AB-B64C-386031966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917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886C861-D8CD-9FE1-5B75-2D52F14A25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077D4EE-C906-78D2-1FFB-10C2F0A9CD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8FD57DF-48B6-4921-D444-515670955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CACDC-A2EB-491F-835B-8E351DC3245E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3FED72-73E6-5E16-2938-183DDF0A7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050F01-2F32-59FE-F553-75CAD089F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72F0E1-B9CB-41AB-B64C-386031966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687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7DE1794-A2D2-E66C-0F1E-CEACEE33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FCA5FE-AA5D-E955-6C7E-80010C715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B7FFB6-6273-DD3B-832E-8C87E734DD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0CACDC-A2EB-491F-835B-8E351DC3245E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1470A8-C0EC-4784-CDD6-56E2394B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D15A68-3651-04FC-1684-7497ED6DE5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72F0E1-B9CB-41AB-B64C-386031966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5657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15CF436-6BEF-5F72-8FB5-0B0CC8FB28C4}"/>
              </a:ext>
            </a:extLst>
          </p:cNvPr>
          <p:cNvSpPr txBox="1"/>
          <p:nvPr/>
        </p:nvSpPr>
        <p:spPr>
          <a:xfrm>
            <a:off x="381000" y="254000"/>
            <a:ext cx="305435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lIns="0" rIns="0" rtlCol="0">
            <a:noAutofit/>
          </a:bodyPr>
          <a:lstStyle/>
          <a:p>
            <a:r>
              <a:rPr 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一二三四五六七八九十、</a:t>
            </a:r>
            <a:r>
              <a:rPr 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后续文字后续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FBCF79-A403-9449-6DC8-0D7F46C2A8E8}"/>
              </a:ext>
            </a:extLst>
          </p:cNvPr>
          <p:cNvSpPr txBox="1"/>
          <p:nvPr/>
        </p:nvSpPr>
        <p:spPr>
          <a:xfrm>
            <a:off x="381000" y="1841500"/>
            <a:ext cx="305435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lIns="0" rIns="0" rtlCol="0">
            <a:noAutofit/>
          </a:bodyPr>
          <a:lstStyle/>
          <a:p>
            <a:r>
              <a:rPr lang="en-US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一二三四五六七八九十、</a:t>
            </a:r>
            <a:r>
              <a:rPr lang="en-US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后续文字后续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87B95F2-2A1E-A92A-5ED9-1B7ACD222500}"/>
              </a:ext>
            </a:extLst>
          </p:cNvPr>
          <p:cNvSpPr txBox="1"/>
          <p:nvPr/>
        </p:nvSpPr>
        <p:spPr>
          <a:xfrm>
            <a:off x="381000" y="3429000"/>
            <a:ext cx="305435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lIns="0" rIns="0" rtlCol="0">
            <a:noAutofit/>
          </a:bodyPr>
          <a:lstStyle/>
          <a:p>
            <a:r>
              <a:rPr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一二三四五六七八九十、</a:t>
            </a:r>
            <a:r>
              <a:rPr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后续文字后续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BF76BF-46F1-136D-1E41-75C42025C345}"/>
              </a:ext>
            </a:extLst>
          </p:cNvPr>
          <p:cNvSpPr txBox="1"/>
          <p:nvPr/>
        </p:nvSpPr>
        <p:spPr>
          <a:xfrm>
            <a:off x="381000" y="5016500"/>
            <a:ext cx="305435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lIns="0" rIns="0" rtlCol="0">
            <a:noAutofit/>
          </a:bodyPr>
          <a:lstStyle/>
          <a:p>
            <a:r>
              <a:rPr lang="en-US" alt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一二三四五六七八九十、</a:t>
            </a:r>
            <a:r>
              <a:rPr lang="en-US" alt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后续文字后续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847B25-E7D3-F33B-02AA-AE5E88F9CE22}"/>
              </a:ext>
            </a:extLst>
          </p:cNvPr>
          <p:cNvSpPr txBox="1"/>
          <p:nvPr/>
        </p:nvSpPr>
        <p:spPr>
          <a:xfrm>
            <a:off x="6223000" y="254000"/>
            <a:ext cx="305435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lIns="0" rIns="0" rtlCol="0">
            <a:noAutofit/>
          </a:bodyPr>
          <a:lstStyle/>
          <a:p>
            <a:r>
              <a:rPr 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一二三四五六七八九十）</a:t>
            </a:r>
            <a:r>
              <a:rPr 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后续文字后续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345E4C-8791-13B3-5912-73519CF13D11}"/>
              </a:ext>
            </a:extLst>
          </p:cNvPr>
          <p:cNvSpPr txBox="1"/>
          <p:nvPr/>
        </p:nvSpPr>
        <p:spPr>
          <a:xfrm>
            <a:off x="6223000" y="1841500"/>
            <a:ext cx="305435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lIns="0" rIns="0" rtlCol="0">
            <a:noAutofit/>
          </a:bodyPr>
          <a:lstStyle/>
          <a:p>
            <a:r>
              <a:rPr lang="en-US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一二三四五六七八九十）</a:t>
            </a:r>
            <a:r>
              <a:rPr lang="en-US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后续文字后续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89815E8-7C92-AB41-641B-9815F1C4E0E0}"/>
              </a:ext>
            </a:extLst>
          </p:cNvPr>
          <p:cNvSpPr txBox="1"/>
          <p:nvPr/>
        </p:nvSpPr>
        <p:spPr>
          <a:xfrm>
            <a:off x="6223000" y="3429000"/>
            <a:ext cx="305435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lIns="0" rIns="0" rtlCol="0">
            <a:noAutofit/>
          </a:bodyPr>
          <a:lstStyle/>
          <a:p>
            <a:r>
              <a:rPr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一二三四五六七八九十）</a:t>
            </a:r>
            <a:r>
              <a:rPr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后续文字后续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B2D8EF9-5C8B-38EA-1B86-48A0A120F506}"/>
              </a:ext>
            </a:extLst>
          </p:cNvPr>
          <p:cNvSpPr txBox="1"/>
          <p:nvPr/>
        </p:nvSpPr>
        <p:spPr>
          <a:xfrm>
            <a:off x="6223000" y="5016500"/>
            <a:ext cx="305435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lIns="0" rIns="0" rtlCol="0">
            <a:noAutofit/>
          </a:bodyPr>
          <a:lstStyle/>
          <a:p>
            <a:r>
              <a:rPr lang="en-US" alt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一二三四五六七八九十）</a:t>
            </a:r>
            <a:r>
              <a:rPr lang="en-US" alt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后续文字后续</a:t>
            </a:r>
          </a:p>
        </p:txBody>
      </p:sp>
    </p:spTree>
    <p:extLst>
      <p:ext uri="{BB962C8B-B14F-4D97-AF65-F5344CB8AC3E}">
        <p14:creationId xmlns:p14="http://schemas.microsoft.com/office/powerpoint/2010/main" val="1697640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</Words>
  <Application>Microsoft Office PowerPoint</Application>
  <PresentationFormat>自定义</PresentationFormat>
  <Paragraphs>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Microsoft YaHei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yijin zhou</dc:creator>
  <cp:lastModifiedBy>yijin zhou</cp:lastModifiedBy>
  <cp:revision>1</cp:revision>
  <dcterms:created xsi:type="dcterms:W3CDTF">2026-10-17T10:32:28Z</dcterms:created>
  <dcterms:modified xsi:type="dcterms:W3CDTF">2026-10-17T10:32:28Z</dcterms:modified>
</cp:coreProperties>
</file>