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1B449-148C-047A-47F6-F491A19D1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98E351-DC62-BD26-9C70-FA308759F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32298E-E554-06A8-250A-8F86C352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F74660-355A-CD75-28D9-0881653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B4C12A-EB02-951B-A15F-01514C5D9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50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1B7F0A-4ECB-DF0B-E203-A43B461E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9FAB8A-FFE1-440A-B055-0FEAC39AE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83DDF1-7065-A0A4-D081-5226FB613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5BC604-2936-16E7-D551-4BDAF5BF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7954BB-9FA9-B3A6-9D4A-00B5F82E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6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5DC8C-BAEB-8BF2-ED13-660A6D7C5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3A047C-AF07-A990-0898-18EBD1E84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480B93-9FE5-5CB4-0955-89ADD8414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51FF0-124F-A582-2211-E55AA989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400429-F7FB-AD03-2F8E-D9BAB1946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60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1AB774-9EE6-FC27-1861-F2D436FB8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6B0E0-1373-C3FE-7FE1-057A4C623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82D3AB-4039-11B5-3BD9-2F4B324F4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57ADE0-38FA-D9BB-8937-848151F4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D539EF-B93E-BAC3-D855-738898695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D2193E-3074-A4AA-ABCD-6940399E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13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29FFC-E9BB-6A90-3059-5BF58BEAD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6FA18F-A3D9-530A-3708-74E049D0A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491E91-59A9-9E94-3F9A-40121AB27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F94950-BC46-BF5D-B4F0-8D9473D397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49DB59-5C0F-D759-FAE1-0E5D4CF32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E4862D-FE14-998F-E0D3-9620D9636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76C6DD-4844-039A-08A7-06C7E3426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429E19-1278-4F21-810B-BA906B19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039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20848-F142-DA9C-4BAA-E0E8842C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6A1BC6-8159-FAD3-06E9-FCD3A99B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06FEEC-3B2B-680E-9A18-A0A7B01C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22FDD1-D93F-EFFB-6FE4-A5D1EB54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78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E9C261-DAAB-CC2C-A6F7-37F99BF4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B9715F-74AF-5F89-D940-B04ADFA67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7D6384-3168-E2BC-AB15-113BDEF5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983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38852-EF79-E8F2-09FF-EAB96528C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2BE40F-46C8-1E9B-2F29-4DF7E979D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22F354-B646-5B21-CB69-E63C09FB9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61AD92-2A82-B528-B8D0-3A99EA2D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C1F6EB-142C-3B6A-BF50-B2AE1631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7F0E3D-3D09-9B7F-4EF3-9E97CF1C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2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75002-AE5F-D41F-ACA0-A530F8CAB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EA4BC6-D06A-7996-4A48-EA6492844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77160B-466E-E7A4-615C-DEF658A47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33ED41-C4D8-601A-6BFF-6DB8468A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2ED160-5D01-F651-F0F2-415C3532D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A63BD1-3342-5879-9B21-23A0B4324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92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42E95A-6F94-AAA4-0CD1-9852B24C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A71E88-6650-BCC0-5C82-D43B1BC67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19773-159C-8F45-D184-FA89DDC5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085362-27F2-62DC-0189-15B7489DC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C11A78-44ED-732A-F0EA-419562F7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266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FE4F44-0552-2158-21CB-54F502C1F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1DBDBD-9C40-9087-9528-14CC50B19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2A7DF0-DB2F-3BB1-061F-955CF021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81F7D3-CB25-9F0F-703E-017A7E36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1F1136-8E56-CEBE-1A07-AE3771C3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6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CD5C5E-C517-6879-C04B-5B02DD2BB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26FC7C-8B21-1A60-BEB4-D5B0359DE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9EA4F0-4D82-3CC7-6D7D-1C85D30B0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D08686-4B26-425D-958E-7B1F7EE6DDE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7E25E-DC9E-00CF-D71E-A1FE0AFA0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102A9-1272-80BA-24BB-096AC8FDE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7785B-DBBA-4846-91A2-69075EF8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9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4E7088-557E-E382-4EB9-6BE0DF1DE2FA}"/>
              </a:ext>
            </a:extLst>
          </p:cNvPr>
          <p:cNvSpPr txBox="1"/>
          <p:nvPr/>
        </p:nvSpPr>
        <p:spPr>
          <a:xfrm>
            <a:off x="508000" y="508000"/>
            <a:ext cx="3556000" cy="1524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rm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演示文字排版测试，包含中文与 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English words 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混排的一段较长内容，用来检查自动换行的位置。演示文字排版测试，包含中文与 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English words 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混排的一段较长内容，用来检查自动换行的位置。演示文字排版测试，包含中文与 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English words 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混排的一段较长内容，用来检查自动换行的位置。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622462-E8E9-82DE-DDD2-689E2B8CF3AA}"/>
              </a:ext>
            </a:extLst>
          </p:cNvPr>
          <p:cNvSpPr txBox="1"/>
          <p:nvPr/>
        </p:nvSpPr>
        <p:spPr>
          <a:xfrm>
            <a:off x="4572000" y="508000"/>
            <a:ext cx="1524000" cy="5588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mongolianVert" wrap="square" rtlCol="0" anchor="t">
            <a:no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竖排文字测试内容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1C8088-A6A3-82DD-5656-C5437C5C6561}"/>
              </a:ext>
            </a:extLst>
          </p:cNvPr>
          <p:cNvSpPr txBox="1"/>
          <p:nvPr/>
        </p:nvSpPr>
        <p:spPr>
          <a:xfrm>
            <a:off x="6604000" y="508000"/>
            <a:ext cx="5080000" cy="381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numCol="2" spcCol="254000" rtlCol="0" anchor="t">
            <a:noAutofit/>
          </a:bodyPr>
          <a:lstStyle/>
          <a:p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演示文字排版测试，包含中文与 </a:t>
            </a:r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English words </a:t>
            </a: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混排的一段较长内容，用来检查自动换行的位置。演示文字排版测试，包含中文与 </a:t>
            </a:r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English words </a:t>
            </a: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混排的一段较长内容，用来检查自动换行的位置。</a:t>
            </a:r>
          </a:p>
        </p:txBody>
      </p:sp>
    </p:spTree>
    <p:extLst>
      <p:ext uri="{BB962C8B-B14F-4D97-AF65-F5344CB8AC3E}">
        <p14:creationId xmlns:p14="http://schemas.microsoft.com/office/powerpoint/2010/main" val="1995800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自定义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2026-10-12T12:58:56Z</dcterms:created>
  <dcterms:modified xsi:type="dcterms:W3CDTF">2026-10-12T12:58:56Z</dcterms:modified>
</cp:coreProperties>
</file>