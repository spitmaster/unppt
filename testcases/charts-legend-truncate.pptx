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Sheet1!$A$2:$A$7</c:f>
              <c:strCache>
                <c:ptCount val="6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19</c:v>
                </c:pt>
                <c:pt idx="2">
                  <c:v>18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D8-4A32-B3FF-8545EF4706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Sheet1!$A$2:$A$9</c:f>
              <c:strCache>
                <c:ptCount val="8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  <c:pt idx="6">
                  <c:v>类别7</c:v>
                </c:pt>
                <c:pt idx="7">
                  <c:v>类别8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19</c:v>
                </c:pt>
                <c:pt idx="2">
                  <c:v>18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14</c:v>
                </c:pt>
                <c:pt idx="7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DC-4E2A-95A0-D502C7DD68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Sheet1!$A$2:$A$11</c:f>
              <c:strCache>
                <c:ptCount val="10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  <c:pt idx="6">
                  <c:v>类别7</c:v>
                </c:pt>
                <c:pt idx="7">
                  <c:v>类别8</c:v>
                </c:pt>
                <c:pt idx="8">
                  <c:v>类别9</c:v>
                </c:pt>
                <c:pt idx="9">
                  <c:v>类别10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</c:v>
                </c:pt>
                <c:pt idx="1">
                  <c:v>19</c:v>
                </c:pt>
                <c:pt idx="2">
                  <c:v>18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14</c:v>
                </c:pt>
                <c:pt idx="7">
                  <c:v>13</c:v>
                </c:pt>
                <c:pt idx="8">
                  <c:v>12</c:v>
                </c:pt>
                <c:pt idx="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B9-4139-82F7-F1391277FB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Sheet1!$A$2:$A$15</c:f>
              <c:strCache>
                <c:ptCount val="1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  <c:pt idx="6">
                  <c:v>类别7</c:v>
                </c:pt>
                <c:pt idx="7">
                  <c:v>类别8</c:v>
                </c:pt>
                <c:pt idx="8">
                  <c:v>类别9</c:v>
                </c:pt>
                <c:pt idx="9">
                  <c:v>类别10</c:v>
                </c:pt>
                <c:pt idx="10">
                  <c:v>类别11</c:v>
                </c:pt>
                <c:pt idx="11">
                  <c:v>类别12</c:v>
                </c:pt>
                <c:pt idx="12">
                  <c:v>类别13</c:v>
                </c:pt>
                <c:pt idx="13">
                  <c:v>类别14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20</c:v>
                </c:pt>
                <c:pt idx="1">
                  <c:v>19</c:v>
                </c:pt>
                <c:pt idx="2">
                  <c:v>18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14</c:v>
                </c:pt>
                <c:pt idx="7">
                  <c:v>13</c:v>
                </c:pt>
                <c:pt idx="8">
                  <c:v>12</c:v>
                </c:pt>
                <c:pt idx="9">
                  <c:v>11</c:v>
                </c:pt>
                <c:pt idx="10">
                  <c:v>10</c:v>
                </c:pt>
                <c:pt idx="11">
                  <c:v>9</c:v>
                </c:pt>
                <c:pt idx="12">
                  <c:v>8</c:v>
                </c:pt>
                <c:pt idx="1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81-4738-94C9-090DFA7925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Sheet1!$A$2:$A$11</c:f>
              <c:strCache>
                <c:ptCount val="10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  <c:pt idx="6">
                  <c:v>类别7</c:v>
                </c:pt>
                <c:pt idx="7">
                  <c:v>类别8</c:v>
                </c:pt>
                <c:pt idx="8">
                  <c:v>类别9</c:v>
                </c:pt>
                <c:pt idx="9">
                  <c:v>类别10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</c:v>
                </c:pt>
                <c:pt idx="1">
                  <c:v>19</c:v>
                </c:pt>
                <c:pt idx="2">
                  <c:v>18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14</c:v>
                </c:pt>
                <c:pt idx="7">
                  <c:v>13</c:v>
                </c:pt>
                <c:pt idx="8">
                  <c:v>12</c:v>
                </c:pt>
                <c:pt idx="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BF-498F-921B-9DF94AB3B1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8"/>
          <c:y val="4.6666666666666669E-2"/>
          <c:w val="0.31666666666666665"/>
          <c:h val="0.953333333333333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Sheet1!$A$2:$A$16</c:f>
              <c:strCache>
                <c:ptCount val="15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  <c:pt idx="6">
                  <c:v>类别7</c:v>
                </c:pt>
                <c:pt idx="7">
                  <c:v>类别8</c:v>
                </c:pt>
                <c:pt idx="8">
                  <c:v>类别9</c:v>
                </c:pt>
                <c:pt idx="9">
                  <c:v>类别10</c:v>
                </c:pt>
                <c:pt idx="10">
                  <c:v>类别11</c:v>
                </c:pt>
                <c:pt idx="11">
                  <c:v>类别12</c:v>
                </c:pt>
                <c:pt idx="12">
                  <c:v>类别13</c:v>
                </c:pt>
                <c:pt idx="13">
                  <c:v>类别14</c:v>
                </c:pt>
                <c:pt idx="14">
                  <c:v>类别15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20</c:v>
                </c:pt>
                <c:pt idx="1">
                  <c:v>19</c:v>
                </c:pt>
                <c:pt idx="2">
                  <c:v>18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14</c:v>
                </c:pt>
                <c:pt idx="7">
                  <c:v>13</c:v>
                </c:pt>
                <c:pt idx="8">
                  <c:v>12</c:v>
                </c:pt>
                <c:pt idx="9">
                  <c:v>11</c:v>
                </c:pt>
                <c:pt idx="10">
                  <c:v>10</c:v>
                </c:pt>
                <c:pt idx="11">
                  <c:v>9</c:v>
                </c:pt>
                <c:pt idx="12">
                  <c:v>8</c:v>
                </c:pt>
                <c:pt idx="13">
                  <c:v>7</c:v>
                </c:pt>
                <c:pt idx="1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A9-42E1-B062-ABA2E46011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8"/>
          <c:y val="4.6666666666666669E-2"/>
          <c:w val="0.31666666666666665"/>
          <c:h val="0.953333333333333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9F9BA-6533-B865-FB19-9AA833A15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01EE74-6860-85CA-1E1A-B4A6A3294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8B308-B599-DF76-C7E3-B00BAE23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F8D826-83C4-4BAE-95D7-6179CE59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B037A1-5566-AC4C-C523-D98F4B98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01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F747A-4402-8593-B3BC-95CE07AC6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F7F8B-56E4-65DC-99F5-6311B5112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AA4769-FB0A-DFB9-B470-63C8AD32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4F951-486A-72E7-C13F-79129A68D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CFB90-FEC1-DB34-1070-2797DDB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17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0F15D-8B02-B4B1-2EB2-2ECBAE6C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0DB631-88E2-9339-2BB9-42C8C6AFB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472F5D-58A1-7BB7-4728-2468214D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D8A4D0-CFF3-8FCF-0B45-5D068731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07257D-BD67-E9A4-94D9-51DD2044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717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F3FE7-4072-BC69-C403-CDD30128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D2FC6D-3869-A631-22CA-D5807BEDE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77C6C3-2A2F-607A-CFAA-C154E9C75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5BC66B-C5F3-9EC1-F21F-5CD036D7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0E26AA-C736-617F-5D23-7B06E006C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D90143-488A-9D8F-25E4-C97C7870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86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CC6E57-863C-F602-E3C3-AA146B99A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E40A3D-5FA2-E48B-8A4D-721C1290F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1CC1B0-F778-2908-6447-702296360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66C388-57D4-4C93-92DA-0FC8AA84B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48BF39-2199-60D4-3D6C-AB2AFF2E8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8C36BA-6EB3-61C4-B594-F6BE7FD2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03EA08-6DB7-6252-3213-29BD69B40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67EF1C-9C9B-F762-79B5-F6DCE1FBC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65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C9E54-9B2A-B0E7-369A-AA2210D3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ECF291-0E75-3114-4587-B1E9FF64A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2D2B90-61C1-BC38-DE66-900148819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93B723-0846-A4E3-040B-4326C17E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986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1DF298-337C-F6DA-3A03-B4BB7F481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13A260-AAFE-9283-5F1E-F16BDBDD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63D0D1-98C0-2B17-F1AA-9900B061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46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B8223C-564D-5C76-3FEA-935AF7AD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D38443-0450-6E6D-A58B-2F99B9F37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CEBE18-3AD4-A5E4-DB20-E7C4C570B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E745A8-A014-54AE-A51D-F0A0862C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C59BC4-BF2C-CD3A-5B74-516C1BC5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400341-1CF0-BE03-07F8-B4FF7901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82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8F98C-F509-8B29-2911-55E825B0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9A7A67-46A4-BBBB-7BCC-38958B6E2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D5566E-C2DF-98A9-750A-AD85325A4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C08381-17F5-10C6-9DC3-F2B98F871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8211F7-F8B6-3C02-44A3-76924E526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8C438E-570E-9B7E-CA06-6A3B704B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84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46893-C69E-C0B3-EA8A-8C1CBC44C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D17C67-5200-5577-8FBD-3A40CF3CC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94EED8-9521-DF37-A9DB-2E0B2BEC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3F504-42CB-7BF6-801D-E6E77D92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046F47-CB59-E77A-94E5-D19AF07F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732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DF6F59-AF48-3C08-EC37-E35CD1D95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5F1401-B7D7-FF67-B03B-417B909C0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E362A6-8000-8B05-A597-B3B3AB2B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516FFA-A8B5-6771-61B9-189123D2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4F8884-3BBC-4844-2481-6AA1E7C8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40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ABF4C8-B6FE-33F9-82BF-BABCF5AA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5DEE30-5DAF-CC92-54BF-E54AECD26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FA34F4-D69E-8332-2723-082490D40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BA0CE-7D72-45CA-A2FE-C52F7B79CD8A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D2F994-4EA7-ECCC-3F2E-B9301071C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AAC936-F725-294B-3351-5BD576640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17CAD2-126A-484E-93C7-84460667DB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99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4707B034-81DF-CE52-9D38-BC830CA639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4570360"/>
              </p:ext>
            </p:extLst>
          </p:nvPr>
        </p:nvGraphicFramePr>
        <p:xfrm>
          <a:off x="127000" y="127000"/>
          <a:ext cx="3810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C1E5B5A-B8D0-54B1-2121-86A026EC33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4011726"/>
              </p:ext>
            </p:extLst>
          </p:nvPr>
        </p:nvGraphicFramePr>
        <p:xfrm>
          <a:off x="6096000" y="127000"/>
          <a:ext cx="3810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C9E52717-C91B-DB82-F140-6E99A9B7B2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1092516"/>
              </p:ext>
            </p:extLst>
          </p:nvPr>
        </p:nvGraphicFramePr>
        <p:xfrm>
          <a:off x="127000" y="3429000"/>
          <a:ext cx="3810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741B4E92-FF4B-C1DB-1E13-CF71126F8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6046737"/>
              </p:ext>
            </p:extLst>
          </p:nvPr>
        </p:nvGraphicFramePr>
        <p:xfrm>
          <a:off x="6096000" y="3429000"/>
          <a:ext cx="3810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59227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3436727D-ABC2-5527-5629-63E4E974CF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9649478"/>
              </p:ext>
            </p:extLst>
          </p:nvPr>
        </p:nvGraphicFramePr>
        <p:xfrm>
          <a:off x="127000" y="127000"/>
          <a:ext cx="3810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9212BF2-DFFC-E7CE-D80A-B08EAF09A7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1047932"/>
              </p:ext>
            </p:extLst>
          </p:nvPr>
        </p:nvGraphicFramePr>
        <p:xfrm>
          <a:off x="6096000" y="127000"/>
          <a:ext cx="3810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54023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2026-10-20T14:44:39Z</dcterms:created>
  <dcterms:modified xsi:type="dcterms:W3CDTF">2026-10-20T14:44:39Z</dcterms:modified>
</cp:coreProperties>
</file>