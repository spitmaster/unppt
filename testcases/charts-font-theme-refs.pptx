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pPr>
            <a:r>
              <a:rPr lang="zh-CN" altLang="en-US"/>
              <a:t>数量统计 </a:t>
            </a:r>
            <a:r>
              <a:rPr lang="en-US" altLang="zh-CN"/>
              <a:t>2468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甲类</c:v>
                </c:pt>
                <c:pt idx="1">
                  <c:v>乙类</c:v>
                </c:pt>
                <c:pt idx="2">
                  <c:v>丙类</c:v>
                </c:pt>
                <c:pt idx="3">
                  <c:v>丁类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126</c:v>
                </c:pt>
                <c:pt idx="1">
                  <c:v>263</c:v>
                </c:pt>
                <c:pt idx="2">
                  <c:v>188</c:v>
                </c:pt>
                <c:pt idx="3">
                  <c:v>315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FE-4CFA-BCF0-D2A513882D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甲类</c:v>
                </c:pt>
                <c:pt idx="1">
                  <c:v>乙类</c:v>
                </c:pt>
                <c:pt idx="2">
                  <c:v>丙类</c:v>
                </c:pt>
                <c:pt idx="3">
                  <c:v>丁类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248</c:v>
                </c:pt>
                <c:pt idx="1">
                  <c:v>175</c:v>
                </c:pt>
                <c:pt idx="2">
                  <c:v>302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FE-4CFA-BCF0-D2A513882D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6992127"/>
        <c:axId val="599745584"/>
      </c:barChart>
      <c:catAx>
        <c:axId val="1969921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pPr>
            <a:endParaRPr lang="zh-CN"/>
          </a:p>
        </c:txPr>
        <c:crossAx val="599745584"/>
        <c:crosses val="autoZero"/>
        <c:auto val="1"/>
        <c:lblAlgn val="ctr"/>
        <c:lblOffset val="100"/>
        <c:noMultiLvlLbl val="0"/>
      </c:catAx>
      <c:valAx>
        <c:axId val="599745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pPr>
            <a:endParaRPr lang="zh-CN"/>
          </a:p>
        </c:txPr>
        <c:crossAx val="1969921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n-cs"/>
              </a:defRPr>
            </a:pPr>
            <a:r>
              <a:rPr lang="zh-CN" altLang="en-US"/>
              <a:t>数量统计 </a:t>
            </a:r>
            <a:r>
              <a:rPr lang="en-US" altLang="zh-CN"/>
              <a:t>2468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甲类</c:v>
                </c:pt>
                <c:pt idx="1">
                  <c:v>乙类</c:v>
                </c:pt>
                <c:pt idx="2">
                  <c:v>丙类</c:v>
                </c:pt>
                <c:pt idx="3">
                  <c:v>丁类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126</c:v>
                </c:pt>
                <c:pt idx="1">
                  <c:v>263</c:v>
                </c:pt>
                <c:pt idx="2">
                  <c:v>188</c:v>
                </c:pt>
                <c:pt idx="3">
                  <c:v>315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71-49CF-80FD-87CE0B56CC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甲类</c:v>
                </c:pt>
                <c:pt idx="1">
                  <c:v>乙类</c:v>
                </c:pt>
                <c:pt idx="2">
                  <c:v>丙类</c:v>
                </c:pt>
                <c:pt idx="3">
                  <c:v>丁类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248</c:v>
                </c:pt>
                <c:pt idx="1">
                  <c:v>175</c:v>
                </c:pt>
                <c:pt idx="2">
                  <c:v>302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71-49CF-80FD-87CE0B56CC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0209071"/>
        <c:axId val="210208111"/>
      </c:barChart>
      <c:catAx>
        <c:axId val="210209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n-cs"/>
              </a:defRPr>
            </a:pPr>
            <a:endParaRPr lang="zh-CN"/>
          </a:p>
        </c:txPr>
        <c:crossAx val="210208111"/>
        <c:crosses val="autoZero"/>
        <c:auto val="1"/>
        <c:lblAlgn val="ctr"/>
        <c:lblOffset val="100"/>
        <c:noMultiLvlLbl val="0"/>
      </c:catAx>
      <c:valAx>
        <c:axId val="2102081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n-cs"/>
              </a:defRPr>
            </a:pPr>
            <a:endParaRPr lang="zh-CN"/>
          </a:p>
        </c:txPr>
        <c:crossAx val="2102090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  <a:r>
              <a:rPr lang="zh-CN" altLang="en-US"/>
              <a:t>数量统计 </a:t>
            </a:r>
            <a:r>
              <a:rPr lang="en-US" altLang="zh-CN"/>
              <a:t>2468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甲类</c:v>
                </c:pt>
                <c:pt idx="1">
                  <c:v>乙类</c:v>
                </c:pt>
                <c:pt idx="2">
                  <c:v>丙类</c:v>
                </c:pt>
                <c:pt idx="3">
                  <c:v>丁类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126</c:v>
                </c:pt>
                <c:pt idx="1">
                  <c:v>263</c:v>
                </c:pt>
                <c:pt idx="2">
                  <c:v>188</c:v>
                </c:pt>
                <c:pt idx="3">
                  <c:v>315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FE-4E8A-887B-BA4FBE5781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甲类</c:v>
                </c:pt>
                <c:pt idx="1">
                  <c:v>乙类</c:v>
                </c:pt>
                <c:pt idx="2">
                  <c:v>丙类</c:v>
                </c:pt>
                <c:pt idx="3">
                  <c:v>丁类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248</c:v>
                </c:pt>
                <c:pt idx="1">
                  <c:v>175</c:v>
                </c:pt>
                <c:pt idx="2">
                  <c:v>302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FE-4E8A-887B-BA4FBE5781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0214351"/>
        <c:axId val="210218191"/>
      </c:barChart>
      <c:catAx>
        <c:axId val="210214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  <a:endParaRPr lang="zh-CN"/>
          </a:p>
        </c:txPr>
        <c:crossAx val="210218191"/>
        <c:crosses val="autoZero"/>
        <c:auto val="1"/>
        <c:lblAlgn val="ctr"/>
        <c:lblOffset val="100"/>
        <c:noMultiLvlLbl val="0"/>
      </c:catAx>
      <c:valAx>
        <c:axId val="210218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  <a:endParaRPr lang="zh-CN"/>
          </a:p>
        </c:txPr>
        <c:crossAx val="2102143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pPr>
            <a:r>
              <a:rPr lang="zh-CN" altLang="en-US" b="1"/>
              <a:t>数量统计 </a:t>
            </a:r>
            <a:r>
              <a:rPr lang="en-US" altLang="zh-CN" b="1"/>
              <a:t>2468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甲类</c:v>
                </c:pt>
                <c:pt idx="1">
                  <c:v>乙类</c:v>
                </c:pt>
                <c:pt idx="2">
                  <c:v>丙类</c:v>
                </c:pt>
                <c:pt idx="3">
                  <c:v>丁类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126</c:v>
                </c:pt>
                <c:pt idx="1">
                  <c:v>263</c:v>
                </c:pt>
                <c:pt idx="2">
                  <c:v>188</c:v>
                </c:pt>
                <c:pt idx="3">
                  <c:v>315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ED-49FF-9277-FFA6267484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甲类</c:v>
                </c:pt>
                <c:pt idx="1">
                  <c:v>乙类</c:v>
                </c:pt>
                <c:pt idx="2">
                  <c:v>丙类</c:v>
                </c:pt>
                <c:pt idx="3">
                  <c:v>丁类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248</c:v>
                </c:pt>
                <c:pt idx="1">
                  <c:v>175</c:v>
                </c:pt>
                <c:pt idx="2">
                  <c:v>302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ED-49FF-9277-FFA6267484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0210511"/>
        <c:axId val="210210991"/>
      </c:barChart>
      <c:catAx>
        <c:axId val="210210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pPr>
            <a:endParaRPr lang="zh-CN"/>
          </a:p>
        </c:txPr>
        <c:crossAx val="210210991"/>
        <c:crosses val="autoZero"/>
        <c:auto val="1"/>
        <c:lblAlgn val="ctr"/>
        <c:lblOffset val="100"/>
        <c:noMultiLvlLbl val="0"/>
      </c:catAx>
      <c:valAx>
        <c:axId val="210210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pPr>
            <a:endParaRPr lang="zh-CN"/>
          </a:p>
        </c:txPr>
        <c:crossAx val="210210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D8888A-F546-D5B9-F8E0-AA898AAC76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A447A4-3227-8701-6F6B-1CED782F7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F55C3F-9C7E-AC00-0BDE-0602CEBF2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D6AC5-3A90-4065-A27B-7C3959FB9465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4DC9BB-01CD-ED92-6ED9-9897CEF18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A9301B-54F4-443B-445E-DBFE33FB6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7CF4-2D86-4D43-8A8E-67116A36F7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893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D0E8E9-A0FE-D688-8EF4-B961A9442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946089-E011-30FA-54E8-A98BF80E4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F267CB-0DCD-9153-E16B-E6378B690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D6AC5-3A90-4065-A27B-7C3959FB9465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375F9D-6E81-CF50-C8F7-6B88B4D2E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C9338D-A533-4BDF-8C93-391974F51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7CF4-2D86-4D43-8A8E-67116A36F7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59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37FD93-51E0-14AB-BBFD-F8CC4F05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291454-A5D9-35DC-8F5E-F98558567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5D13D7-3711-CA3A-786E-9EA198C09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D6AC5-3A90-4065-A27B-7C3959FB9465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D59F5D-54A8-D256-08BC-3141A54B2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641AFD-A3BE-5DBA-45D0-7164A7DCE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7CF4-2D86-4D43-8A8E-67116A36F7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215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D04485-EEE9-1F7B-8D6D-F4D4D65DF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2C4134-50C2-EAD8-9967-1CF1870C1C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5D0D79-20AE-1D93-FCB0-3CAA7AD1E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2E9BE5-0BC4-58BF-6FE6-562CF4B97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D6AC5-3A90-4065-A27B-7C3959FB9465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33F867-6F54-F5BC-138C-8EA8CB97A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B845E2-7283-DF00-91EC-EBDCB8DC1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7CF4-2D86-4D43-8A8E-67116A36F7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78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E79A15-8C58-B2AF-3E20-513BC24F2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013757-4608-B62A-42C7-6BCD54639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BC0A65-AE7F-6BF9-A6C3-C8351F009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7291DA-794F-399E-58E2-841435DFB2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9991017-C067-9392-5482-3D2AD9ECFC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229DC05-681D-6BFF-E34C-3B56D9ED2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D6AC5-3A90-4065-A27B-7C3959FB9465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47F3E64-18D3-9A57-222D-ADE266D9B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085C979-04A2-1EE8-42ED-79A7E7C5C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7CF4-2D86-4D43-8A8E-67116A36F7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168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6F0CFE-3494-B48C-9379-53C645E62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A62DAF-5112-0551-37BD-41B4CF827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D6AC5-3A90-4065-A27B-7C3959FB9465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08E7FD5-DADF-0EEC-D0CA-1EBD1A7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5751F64-9E2E-B421-9EF5-FF9BC655E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7CF4-2D86-4D43-8A8E-67116A36F7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244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AEACBF3-2283-137B-EBAE-4AEC4564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D6AC5-3A90-4065-A27B-7C3959FB9465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2371EF-E2E2-DE6E-8737-72D4DF841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AC334F-19C7-68BD-C512-AD6996CFC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7CF4-2D86-4D43-8A8E-67116A36F7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86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8AE6C7-842B-EC78-3480-4917DFB61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D87E6F-B6C9-DD18-66C4-B025F4E92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6EF290-BA7B-751B-625F-4032926C5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3328BF-E056-5BDE-453A-4351439DD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D6AC5-3A90-4065-A27B-7C3959FB9465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098F17-F838-5C10-7101-83FE16103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02AEA0-A6BE-9742-C0F4-CC948D623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7CF4-2D86-4D43-8A8E-67116A36F7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775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EA52F9-5773-82CB-B721-85B8CAC49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247B4FA-65B4-8189-F88C-7B50EEB6B6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CDBC75-3583-D2AA-F22D-1CB79F5B7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7450E8-8DC9-246F-8BFF-D1DC7117C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D6AC5-3A90-4065-A27B-7C3959FB9465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DA49B6-1367-65C0-E826-B8A898A3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A43F75-D7C6-76C7-56E9-EB57C71AE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7CF4-2D86-4D43-8A8E-67116A36F7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093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34FE5-BE96-EE28-B6E5-1DA83C52A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B65303-CCA6-29F9-0AB6-45FF187CD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A37080-56A7-9D5A-B07A-54D543E25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D6AC5-3A90-4065-A27B-7C3959FB9465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1B7C08-66E3-FC88-DF2A-3B0A02975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EE1602-4326-1D1A-D014-6714C2796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7CF4-2D86-4D43-8A8E-67116A36F7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8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A05DFC3-6E8A-2079-DF03-E913A6475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A742A0-6A90-9A87-CA56-C1AC22D28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710AD1-8F56-1C42-F22A-802AF09D3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D6AC5-3A90-4065-A27B-7C3959FB9465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E27086-4CB3-949B-8951-98A87C5EA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A6CC01-6B23-CFD7-661C-3D2866214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7CF4-2D86-4D43-8A8E-67116A36F7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839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6E3448-3152-1A85-7D24-7BA08B20F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08166E-0AB0-EB3D-76D1-505C6646E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9AC302-8BD9-46C8-5259-74BAAE5484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AD6AC5-3A90-4065-A27B-7C3959FB9465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7C01A9-9685-4E7A-5043-7951F55DE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7416CB-1F5A-785E-302B-8954551F2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9D7CF4-2D86-4D43-8A8E-67116A36F7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2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36EFE2A4-C7FC-6EAC-511F-0504B78506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6147662"/>
              </p:ext>
            </p:extLst>
          </p:nvPr>
        </p:nvGraphicFramePr>
        <p:xfrm>
          <a:off x="127000" y="127000"/>
          <a:ext cx="5842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8D9EF594-C272-C76E-A427-CEE431C6DB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9868529"/>
              </p:ext>
            </p:extLst>
          </p:nvPr>
        </p:nvGraphicFramePr>
        <p:xfrm>
          <a:off x="6159500" y="127000"/>
          <a:ext cx="5842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4F5D4DBA-CC51-9790-B5C4-83D34EAFFC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6192027"/>
              </p:ext>
            </p:extLst>
          </p:nvPr>
        </p:nvGraphicFramePr>
        <p:xfrm>
          <a:off x="127000" y="3454400"/>
          <a:ext cx="5842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8E0C8DE2-BA53-60EE-1CD5-DE0B705C43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3159596"/>
              </p:ext>
            </p:extLst>
          </p:nvPr>
        </p:nvGraphicFramePr>
        <p:xfrm>
          <a:off x="6159500" y="3454400"/>
          <a:ext cx="5842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040314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自定义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2026-10-24T13:43:42Z</dcterms:created>
  <dcterms:modified xsi:type="dcterms:W3CDTF">2026-10-24T13:43:42Z</dcterms:modified>
</cp:coreProperties>
</file>