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34272-D081-F004-627F-744325CF0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73F233-2F7A-EC4B-DFF8-1142DCB68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CAC682-73F9-361C-8A81-EE52097D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CB947F-7DC0-44B4-A29E-DBCA1631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00C558-2138-9CC7-C86D-7F6AF30E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165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BFB17F-63B2-92CB-DD39-5BAB3754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9944AE-C9F7-70B5-7EF7-8ED149BE1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A763EB-935A-536B-03DD-16CCBD9C3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D770BF-91A6-51E9-9205-8BE85376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D2ABEB-67B9-8457-D955-37BAB35B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E8A21-D76D-A1E4-9097-ECF3D6D5B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D9575D-2F22-7BC1-4D19-11CF09BC9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662AB-AC10-9847-B68F-75DB040C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FBA178-5093-72AB-C489-07BD9010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7B03EE-A604-C5AF-0495-13C285C3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11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B74F19-C22A-13F6-3EFB-6928024A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A26031-1FE4-386A-F45D-B2E4F0151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3D6066-824C-B692-A3BE-CF28DE8A5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205CC3-7D58-3E6C-8CA4-2E750ABF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44CFB3-DA60-FC3C-A199-F1A4527D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0D9032-1A11-4133-7E1B-F430C67F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42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883B7-79E5-D713-BC0D-68490785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3A79D4-4BD5-986C-164A-186573BC4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72A070-643E-B7F1-C0AD-73CED7ABA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2034DC-6BE4-3C53-9D86-27444B94E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78581B-C411-0903-655B-157C36727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A4E63C-DB9C-F56E-5F2F-28F9F9442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4B1160-149E-1AFA-EA7D-0FA6ADCC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FBD005-061C-7E45-5A05-BA0929C1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93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E1136-C6C0-478B-3C06-CF17FB46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07B935-DE50-F7C0-26C0-BAB098ED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7E3699-3BFE-3581-F851-0ED74080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096C57-C0ED-6B6B-F2CC-9A4A3E59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9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F649CD-025F-16E1-BC3C-29EE3B92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298A6F-25E7-0738-0F80-9C558F9E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85C718-E1EA-9C2D-06C4-65BABDCD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631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07083-FF92-509F-B0C4-BB24D2DE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4F96EB-1205-2686-A7A2-CBDA20149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BBC6D6-6A5F-A904-B091-E40FCA732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762E99-77D2-E8D2-D73B-323D9F39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037721-9BAC-ACB7-5662-55009A1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CD5B41-E4C6-B306-6793-A4DD837E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7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72356-47F7-A0B7-D83C-99077CC86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68CE70-E908-18F4-1A6B-45026402F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8ABAAD-ADC4-7803-2551-122AA46FB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041152-B0D5-D160-452F-856600851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5CEC2C-DA46-0D28-464F-B9A37C5F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B0A181-4886-65D5-C10C-AEA02E22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23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B782C-4475-658B-88D2-D8189B09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C6D52-E990-2E42-36E9-2696D35BD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29253B-A196-A0E4-645A-442A803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1CE260-5E26-EFF3-CF62-6C114380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75C153-8E5D-B592-5EBD-589F6FD0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04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30C520-BD0F-3887-89D9-F44A6C596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585701-C438-BAE7-F42C-521D6EA68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E91FDD-0914-5EEF-79BF-4A40BC7C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DEAAE-7BFD-FEC8-3F27-310F6CC5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6784F-9687-FF7C-2475-C2842445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9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E5D048-526F-1DB5-B755-7D4C570A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3DCA6F-B4E7-9B81-C0CE-57EAB56EE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B247A5-B5A2-F626-77C6-908EE0191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87593-D526-4540-91CD-D20FEA7819A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821313-464D-A8E7-39E1-5F61D5615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FF486C-7AF3-8EC2-E407-DEC461F6F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7ADEA-BB5A-4A22-AAAD-9679C33EB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72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F6DDAD-E59A-4CC9-CB58-C296BFED422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0"/>
            <a:ext cx="3683000" cy="2451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3F92AAB-86F5-1903-C543-06E3CC6B8DA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1905000"/>
            <a:ext cx="3683000" cy="2451100"/>
          </a:xfrm>
          <a:prstGeom prst="rect">
            <a:avLst/>
          </a:prstGeom>
          <a:solidFill>
            <a:srgbClr val="282828"/>
          </a:solidFill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E50C5A-542C-BB88-6C5D-4B7A65E142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905000"/>
            <a:ext cx="3683000" cy="2451100"/>
          </a:xfrm>
          <a:prstGeom prst="rect">
            <a:avLst/>
          </a:prstGeom>
          <a:gradFill flip="none" rotWithShape="1">
            <a:gsLst>
              <a:gs pos="0">
                <a:srgbClr val="1E50C8"/>
              </a:gs>
              <a:gs pos="100000">
                <a:srgbClr val="FADC28"/>
              </a:gs>
            </a:gsLst>
            <a:lin ang="0" scaled="1"/>
            <a:tileRect/>
          </a:gradFill>
        </p:spPr>
      </p:pic>
    </p:spTree>
    <p:extLst>
      <p:ext uri="{BB962C8B-B14F-4D97-AF65-F5344CB8AC3E}">
        <p14:creationId xmlns:p14="http://schemas.microsoft.com/office/powerpoint/2010/main" val="2487411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2026-10-17T02:52:25Z</dcterms:created>
  <dcterms:modified xsi:type="dcterms:W3CDTF">2026-10-17T02:52:25Z</dcterms:modified>
</cp:coreProperties>
</file>