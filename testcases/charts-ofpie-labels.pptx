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1-40B0-B49C-D0CD0EB466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4-4263-97D1-62B56FA91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8-4F33-BFA0-E2A777D197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C-484A-9862-13D493BD5C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2-4F67-AD6F-4999160EA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8-4F28-A3BA-F053AE915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9CD-4D62-A5E7-3FF00665C3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endParaRPr lang="zh-CN" altLang="en-US" b="1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9CD-4D62-A5E7-3FF00665C3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CD-4D62-A5E7-3FF00665C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ofPieChart>
        <c:ofPieType val="bar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  <c:pt idx="6">
                  <c:v>类别七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B-46C7-8C6F-E346930BF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F1F52-5D7E-18B2-64D0-DC12343C4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35EFC2-8E2D-5892-3177-25CB0516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B4083-C182-4449-E7CD-A43D8F79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2CDB3-D9D0-1E1B-AC9C-30FEFCAC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5C2C1D-3761-447A-AC14-C3EE925B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8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61C04-1F56-476C-3DD1-54DF7446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7E1D2-3E37-AA1D-5185-1717B79AB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C331C4-1A8A-044B-3378-CCF898D5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6CA8F9-CBD4-26FE-EA1F-BEC2A297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920672-8065-3141-E034-5DA08D00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80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ADF07-0C80-7B98-2982-D8D694A6B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3D1B04-427B-31EB-734E-142D942E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14AE7-9B28-33BB-C433-2775A7B2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26E231-17EF-6C29-7F4E-3864848C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A6A64E-46FA-2C8E-274B-ADB372D3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5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3EECB-1D51-F01F-9A14-CAA4ECE9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480221-303A-11AB-1E15-624BC6B2C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A7A8BB-7432-00D8-BC3E-BA905FA60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CFA346-7B2B-365E-A4B0-DF1745E2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B211F2-F813-08E8-C0DA-FE4BE107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45999-0960-D3D1-398F-02BB5E73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23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56D33-2173-AC1B-EF43-B81D173E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336561-78E0-E97E-B783-7DE3AB35A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DD57F-4C71-261A-7F78-99F2BA39A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10BA8B-24E2-B841-3F3E-8B29CBDF2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B1CF42-8753-8314-0D3A-1FD264572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8A5A8F-0E23-F1CE-3CC1-D4889EB67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281F54-6FC9-AAC5-341C-D6C39D6C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09619F-FC70-4EDD-19BD-CC385D4D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1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5D4FA-3C3D-BBA7-DA27-BDC130336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F6380-15BC-447B-757C-1DB33380F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08F88E-6D8C-CFA3-02AA-3C939DB1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E47D8C-6C2A-89AF-50E3-E2CA2CB3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9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56810-2B36-01EC-509A-20B2AB08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A08C735-C651-AAC3-04D4-C6AEBD70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0A00EC-28FC-92E7-6591-61C8D42D3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64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7A03C-7464-3FA3-FAE4-3A70906A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5F199-C9E7-7AA0-0D6B-30E8DCB86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B1B434-3EA2-62B3-1419-F10700F37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7891C1-23FA-EB80-8401-E38D2D48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D5F03C-777E-D9CB-399B-BE1EF4A2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2A9A8A-7047-5F74-3683-62BA243D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7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8C3C4-175B-0FB9-5003-381E9547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F905BE-147B-7D56-9A92-F0EB43155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B60B7-E4E2-C207-399F-712649F77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DF37A0-2A58-432A-E4DA-312BDF31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EB11-37DD-61F2-6D4C-C08CFB66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D8D887-806A-C97C-80D1-CF821112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0C251-5BD6-AEF6-1DF5-EC9B2623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F51B93-0739-48E9-19C5-2A4E57678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85BFD-2604-5E53-E35A-507B900A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78DB4C-F582-746C-F9B5-6792C2EF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4F9C3-1326-BC70-A9A7-3DA4E6F9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14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687EF5-6924-AA1C-D8C5-D53CB416C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7CAD4D-9A0C-3DF6-A6D0-7D3B1511B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25119-7484-A9FB-CA19-6178F497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DCDCB-DB76-899D-2217-A17CEE33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B3622-E974-473C-7E0E-FE95E116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6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E6E2F7-B76A-C69D-6515-8390DA27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BF9CC-EB07-B442-3DF8-50DF2F016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76182-397F-BFB7-9F56-09CB086C1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13D2E-F16D-4407-96F4-9AFBD05A997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F972B8-3364-B327-A9C2-74E731916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A48E0-4A6D-A5C5-265D-B7E0CE13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D7537-1396-4CA5-9C04-0C5106286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1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77ECC5D6-3F10-C774-701E-170512F004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446292"/>
              </p:ext>
            </p:extLst>
          </p:nvPr>
        </p:nvGraphicFramePr>
        <p:xfrm>
          <a:off x="127000" y="1270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77B565F-5224-7391-A623-9633579A18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0839401"/>
              </p:ext>
            </p:extLst>
          </p:nvPr>
        </p:nvGraphicFramePr>
        <p:xfrm>
          <a:off x="6159500" y="1270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B4A4BB10-C2CC-54B4-090D-A1A8E01BC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750778"/>
              </p:ext>
            </p:extLst>
          </p:nvPr>
        </p:nvGraphicFramePr>
        <p:xfrm>
          <a:off x="127000" y="34925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1EE9D013-7136-E200-0608-F53923C988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006387"/>
              </p:ext>
            </p:extLst>
          </p:nvPr>
        </p:nvGraphicFramePr>
        <p:xfrm>
          <a:off x="6159500" y="34925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9727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E4127B80-AAD1-68CB-C2E1-8FB38532D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8960868"/>
              </p:ext>
            </p:extLst>
          </p:nvPr>
        </p:nvGraphicFramePr>
        <p:xfrm>
          <a:off x="127000" y="1270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CA3EF87-AA2E-E1BE-2A3F-21B722DA7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7382903"/>
              </p:ext>
            </p:extLst>
          </p:nvPr>
        </p:nvGraphicFramePr>
        <p:xfrm>
          <a:off x="6159500" y="1270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D8342AD-938F-1303-2E75-F7C6B2E7BE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44033"/>
              </p:ext>
            </p:extLst>
          </p:nvPr>
        </p:nvGraphicFramePr>
        <p:xfrm>
          <a:off x="127000" y="3492500"/>
          <a:ext cx="590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D1EEA1C9-1278-0C89-5D21-074BAE5178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948228"/>
              </p:ext>
            </p:extLst>
          </p:nvPr>
        </p:nvGraphicFramePr>
        <p:xfrm>
          <a:off x="6159500" y="3492500"/>
          <a:ext cx="381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6344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2026-10-26T11:09:46Z</dcterms:created>
  <dcterms:modified xsi:type="dcterms:W3CDTF">2026-10-26T11:09:46Z</dcterms:modified>
</cp:coreProperties>
</file>