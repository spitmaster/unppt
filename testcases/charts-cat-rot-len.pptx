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甲甲乙</c:v>
                </c:pt>
                <c:pt idx="1">
                  <c:v>乙甲乙</c:v>
                </c:pt>
                <c:pt idx="2">
                  <c:v>丙甲乙</c:v>
                </c:pt>
                <c:pt idx="3">
                  <c:v>丁甲乙</c:v>
                </c:pt>
                <c:pt idx="4">
                  <c:v>戊甲乙</c:v>
                </c:pt>
                <c:pt idx="5">
                  <c:v>己甲乙</c:v>
                </c:pt>
                <c:pt idx="6">
                  <c:v>庚甲乙</c:v>
                </c:pt>
                <c:pt idx="7">
                  <c:v>辛甲乙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0F-404C-8B24-60888B5262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035519"/>
        <c:axId val="91035999"/>
      </c:barChart>
      <c:catAx>
        <c:axId val="91035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035999"/>
        <c:crosses val="autoZero"/>
        <c:auto val="1"/>
        <c:lblAlgn val="ctr"/>
        <c:lblOffset val="100"/>
        <c:noMultiLvlLbl val="0"/>
      </c:catAx>
      <c:valAx>
        <c:axId val="91035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035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甲甲乙丙丁</c:v>
                </c:pt>
                <c:pt idx="1">
                  <c:v>乙甲乙丙丁</c:v>
                </c:pt>
                <c:pt idx="2">
                  <c:v>丙甲乙丙丁</c:v>
                </c:pt>
                <c:pt idx="3">
                  <c:v>丁甲乙丙丁</c:v>
                </c:pt>
                <c:pt idx="4">
                  <c:v>戊甲乙丙丁</c:v>
                </c:pt>
                <c:pt idx="5">
                  <c:v>己甲乙丙丁</c:v>
                </c:pt>
                <c:pt idx="6">
                  <c:v>庚甲乙丙丁</c:v>
                </c:pt>
                <c:pt idx="7">
                  <c:v>辛甲乙丙丁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51-43B1-BF07-E3CA4530F1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230255"/>
        <c:axId val="89236015"/>
      </c:barChart>
      <c:catAx>
        <c:axId val="89230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9236015"/>
        <c:crosses val="autoZero"/>
        <c:auto val="1"/>
        <c:lblAlgn val="ctr"/>
        <c:lblOffset val="100"/>
        <c:noMultiLvlLbl val="0"/>
      </c:catAx>
      <c:valAx>
        <c:axId val="89236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9230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甲甲乙丙丁戊己</c:v>
                </c:pt>
                <c:pt idx="1">
                  <c:v>乙甲乙丙丁戊己</c:v>
                </c:pt>
                <c:pt idx="2">
                  <c:v>丙甲乙丙丁戊己</c:v>
                </c:pt>
                <c:pt idx="3">
                  <c:v>丁甲乙丙丁戊己</c:v>
                </c:pt>
                <c:pt idx="4">
                  <c:v>戊甲乙丙丁戊己</c:v>
                </c:pt>
                <c:pt idx="5">
                  <c:v>己甲乙丙丁戊己</c:v>
                </c:pt>
                <c:pt idx="6">
                  <c:v>庚甲乙丙丁戊己</c:v>
                </c:pt>
                <c:pt idx="7">
                  <c:v>辛甲乙丙丁戊己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82-478C-A355-0676BB61CE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9881375"/>
        <c:axId val="239884735"/>
      </c:barChart>
      <c:catAx>
        <c:axId val="239881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9884735"/>
        <c:crosses val="autoZero"/>
        <c:auto val="1"/>
        <c:lblAlgn val="ctr"/>
        <c:lblOffset val="100"/>
        <c:noMultiLvlLbl val="0"/>
      </c:catAx>
      <c:valAx>
        <c:axId val="239884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98813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甲甲乙丙丁戊己庚辛</c:v>
                </c:pt>
                <c:pt idx="1">
                  <c:v>乙甲乙丙丁戊己庚辛</c:v>
                </c:pt>
                <c:pt idx="2">
                  <c:v>丙甲乙丙丁戊己庚辛</c:v>
                </c:pt>
                <c:pt idx="3">
                  <c:v>丁甲乙丙丁戊己庚辛</c:v>
                </c:pt>
                <c:pt idx="4">
                  <c:v>戊甲乙丙丁戊己庚辛</c:v>
                </c:pt>
                <c:pt idx="5">
                  <c:v>己甲乙丙丁戊己庚辛</c:v>
                </c:pt>
                <c:pt idx="6">
                  <c:v>庚甲乙丙丁戊己庚辛</c:v>
                </c:pt>
                <c:pt idx="7">
                  <c:v>辛甲乙丙丁戊己庚辛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98-4332-8D16-CB5C5EB6EC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228335"/>
        <c:axId val="89234575"/>
      </c:barChart>
      <c:catAx>
        <c:axId val="89228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9234575"/>
        <c:crosses val="autoZero"/>
        <c:auto val="1"/>
        <c:lblAlgn val="ctr"/>
        <c:lblOffset val="100"/>
        <c:noMultiLvlLbl val="0"/>
      </c:catAx>
      <c:valAx>
        <c:axId val="89234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9228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甲甲乙丙丁戊己庚辛壬癸子</c:v>
                </c:pt>
                <c:pt idx="1">
                  <c:v>乙甲乙丙丁戊己庚辛壬癸子</c:v>
                </c:pt>
                <c:pt idx="2">
                  <c:v>丙甲乙丙丁戊己庚辛壬癸子</c:v>
                </c:pt>
                <c:pt idx="3">
                  <c:v>丁甲乙丙丁戊己庚辛壬癸子</c:v>
                </c:pt>
                <c:pt idx="4">
                  <c:v>戊甲乙丙丁戊己庚辛壬癸子</c:v>
                </c:pt>
                <c:pt idx="5">
                  <c:v>己甲乙丙丁戊己庚辛壬癸子</c:v>
                </c:pt>
                <c:pt idx="6">
                  <c:v>庚甲乙丙丁戊己庚辛壬癸子</c:v>
                </c:pt>
                <c:pt idx="7">
                  <c:v>辛甲乙丙丁戊己庚辛壬癸子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1C-459D-8E27-15538AC846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9878975"/>
        <c:axId val="239881855"/>
      </c:barChart>
      <c:catAx>
        <c:axId val="239878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9881855"/>
        <c:crosses val="autoZero"/>
        <c:auto val="1"/>
        <c:lblAlgn val="ctr"/>
        <c:lblOffset val="100"/>
        <c:noMultiLvlLbl val="0"/>
      </c:catAx>
      <c:valAx>
        <c:axId val="23988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9878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甲甲乙丙丁戊己庚辛壬癸子丑寅卯辰</c:v>
                </c:pt>
                <c:pt idx="1">
                  <c:v>乙甲乙丙丁戊己庚辛壬癸子丑寅卯辰</c:v>
                </c:pt>
                <c:pt idx="2">
                  <c:v>丙甲乙丙丁戊己庚辛壬癸子丑寅卯辰</c:v>
                </c:pt>
                <c:pt idx="3">
                  <c:v>丁甲乙丙丁戊己庚辛壬癸子丑寅卯辰</c:v>
                </c:pt>
                <c:pt idx="4">
                  <c:v>戊甲乙丙丁戊己庚辛壬癸子丑寅卯辰</c:v>
                </c:pt>
                <c:pt idx="5">
                  <c:v>己甲乙丙丁戊己庚辛壬癸子丑寅卯辰</c:v>
                </c:pt>
                <c:pt idx="6">
                  <c:v>庚甲乙丙丁戊己庚辛壬癸子丑寅卯辰</c:v>
                </c:pt>
                <c:pt idx="7">
                  <c:v>辛甲乙丙丁戊己庚辛壬癸子丑寅卯辰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34-43C1-83D3-1330E3A967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9877535"/>
        <c:axId val="239886655"/>
      </c:barChart>
      <c:catAx>
        <c:axId val="239877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9886655"/>
        <c:crosses val="autoZero"/>
        <c:auto val="1"/>
        <c:lblAlgn val="ctr"/>
        <c:lblOffset val="100"/>
        <c:noMultiLvlLbl val="0"/>
      </c:catAx>
      <c:valAx>
        <c:axId val="239886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98775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A5F70-464F-FC4F-5CE7-638D16F7D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E58401-D785-4E27-6E91-99B425EEE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07046F-E30D-C0F3-F910-B47CD9E6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93F9FF-546F-68B6-E3E2-83D4287B0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DC4663-4E35-91CA-7B44-2E6C918B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36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4E539-2729-83E3-B1D3-69983845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E6852-DBE2-D1C8-F6A6-719D5C07A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3DE333-2FFF-5561-EC86-DE58D4FB7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57D840-1DFE-4BC1-2258-17B4F9EE3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9CC6F0-E91A-7A23-E103-7C3BD199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00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BEE84-55FA-0303-348D-21DB495F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5533B2-96D1-0B26-2746-D6ACCF323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6ED37B-B112-E5D8-2DB1-9E3CDC3DE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53120A-64AB-7BF0-E9F7-65C7543F0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E8D4FA-C54A-8CCC-6C62-1F29FA51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37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993CE-6DD4-C4AC-2006-40DD163EB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A9AF56-D638-40CB-3424-3B6CFB673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A19889-3C16-F089-714A-72F90686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934092-0CD1-C667-2E85-4DE59C2B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3C2128-4F4C-C763-1796-E9075EC0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FD9ED6-7333-2783-5033-C51280C7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89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7A986-7044-B204-9F00-B0748819C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86C909-7FBA-2C58-06AC-D522B1819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D919A5-231D-552C-376E-FCEE0663C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A775A2-7228-376B-EE33-2A3891EED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810D78-E752-492A-C66A-4C572350C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37BDB8-FE14-4C13-5C62-51F90EA4F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6FCDCF-8119-4D68-01E5-20C66CCF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59B26D-8E15-B54E-B77A-4620426CE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16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1D2D5-8475-C51B-7E6B-11AB9F54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6F7BE4-A042-25F4-9E7F-935D083A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104738-F272-4E71-5FAA-1D2BE514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634D29-A246-5111-8038-1F334F65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71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809AE1-A1C9-DB25-2C4E-57FE9AD2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81694D-105F-EAF6-4A90-EB8B79137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EF1CD-A87E-2BFC-F52B-F702C64F1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458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4D053-0A91-3B1E-1210-9085E95AC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8CA6B2-781A-4F99-8D8F-1155DEE0F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1E70A-7C79-C852-EBE1-3D827E637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C456DD-B602-DFDA-CEEC-96641DCA4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E1D51B-51D6-CF92-0315-22A70F31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7C3455-7A85-D58A-7717-98D39C23F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53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6E456-EC6D-6811-D69C-EF0CE0357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BC3659-7538-FF21-2428-B6DDFA5AD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B68285-212D-FD09-CA29-65C00EC4D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1C4A17-7895-7EF6-AE2B-9E3EFD088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D58ECB-E9C2-FE55-04E1-FFB11E71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5C3773-277F-0290-E85F-6E23FF16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973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5E25A-2DA9-ACA7-3076-2FF429037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BC3696-9661-6D8A-56E9-C7A5BAC29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DAFD6A-7119-D680-803F-931D37C0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3F1733-B197-A94F-947E-9A1749E2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D36DBB-5586-A967-4934-8D69FECE2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51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81B741-C239-3448-4635-F3206271F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C85204-CAF1-7548-46EB-B542D1C22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7078E3-64C3-81A4-71C8-93B727FB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E2D402-7E92-04F7-EDF6-A0F7E521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81E564-8DAE-B611-C2E4-77B54F6D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006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FBE16C-EC40-DDA3-E448-5829E05F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0F7E8D-5421-8375-F4AB-7EA17102C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98A927-6A62-E1AC-3312-A42B3B8D8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7C907-8A40-4825-B76D-2B565952BCD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F3C49A-1DD6-B9CB-1783-10D351B8D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393804-5147-DD72-B1F5-2B476E2D6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13CF0-7F22-4DBB-BE09-1FE8D8F0E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122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95170D0A-97A9-599A-75A1-26543BC87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9707908"/>
              </p:ext>
            </p:extLst>
          </p:nvPr>
        </p:nvGraphicFramePr>
        <p:xfrm>
          <a:off x="127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FAB2C1E8-BB12-E141-1B35-B3443842C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5010857"/>
              </p:ext>
            </p:extLst>
          </p:nvPr>
        </p:nvGraphicFramePr>
        <p:xfrm>
          <a:off x="41275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C1FF57D1-D6BB-ED57-6231-C7E439CBDD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4492769"/>
              </p:ext>
            </p:extLst>
          </p:nvPr>
        </p:nvGraphicFramePr>
        <p:xfrm>
          <a:off x="8128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56731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16AF276A-C575-7078-0E79-F0C39C7331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7067556"/>
              </p:ext>
            </p:extLst>
          </p:nvPr>
        </p:nvGraphicFramePr>
        <p:xfrm>
          <a:off x="127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73DF7B1-83E7-39F6-47A1-2112BA4FB5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4780495"/>
              </p:ext>
            </p:extLst>
          </p:nvPr>
        </p:nvGraphicFramePr>
        <p:xfrm>
          <a:off x="41275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855DC4C4-645A-90B9-C3C6-CEF7EF8AC0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872695"/>
              </p:ext>
            </p:extLst>
          </p:nvPr>
        </p:nvGraphicFramePr>
        <p:xfrm>
          <a:off x="8128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9332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2026-10-17T05:04:24Z</dcterms:created>
  <dcterms:modified xsi:type="dcterms:W3CDTF">2026-10-17T05:04:24Z</dcterms:modified>
</cp:coreProperties>
</file>