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17916-078D-38F1-35B3-FF15D89B2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92D973-9D91-B47F-EA3F-292224E8F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82AFDF-FD71-9B3E-133C-6FCC5E609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A6EB-9EA2-420C-BA23-0C57BA4A4F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23C596-AD5D-6D61-EB38-05351022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D14BBB-3EF7-18B8-B80D-6C2D86F6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C579-BD16-4036-9727-F08F849D5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697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DF60A-1CD9-EE4E-FB1A-713BDAF0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ACD47F-A768-7934-0904-F936AB2BD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78E3D8-44FE-7854-0C19-97FE20075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A6EB-9EA2-420C-BA23-0C57BA4A4F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F4032A-060D-A07B-E37D-7E58D746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CB8822-1146-25C2-68BE-EDB84534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C579-BD16-4036-9727-F08F849D5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11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34B688-846F-C42A-EF4E-A5CF7BAB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499878-3C33-448B-B1C0-87A5C3418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EC5F13-A9FB-C85D-0C73-08EF3DDE9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A6EB-9EA2-420C-BA23-0C57BA4A4F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38E21B-3336-4E50-67F2-205F3FB13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D9BBC9-8A5B-A423-E86A-83306A8EC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C579-BD16-4036-9727-F08F849D5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644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B74B1-8C78-FAA5-025D-FBE08500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8BC87B-AE97-AC5C-4C3B-7D2647243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361C9B-C465-2433-E3DB-26DD70E23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800991-4F83-F775-B50B-CF797FD60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A6EB-9EA2-420C-BA23-0C57BA4A4F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231B68-5201-46B0-68F8-3BFA6E648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F12BC7-3B5A-D321-27FB-1464D59AC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C579-BD16-4036-9727-F08F849D5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011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48EB6-DF20-56B1-48C6-A596B5EBF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7F3FA2-61DD-6238-E64B-DE369E5F0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85DB7B-6D8A-F9B9-3F8F-2ECF5DDA8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2520C2-30E4-51E2-36EA-F86D45E86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7710A8-287F-422F-5AEF-AFA90E81A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2DF9A9-1EB1-B6CF-89A8-B4AC0D673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A6EB-9EA2-420C-BA23-0C57BA4A4F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67FD91E-F0C3-9C78-101A-5BD1D7970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3D8C2B-71DF-21D8-EB41-CA97BB0B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C579-BD16-4036-9727-F08F849D5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229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5F3F31-290C-2963-745B-244343CAC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83FC54-82C1-8A9B-70F3-839D94BC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A6EB-9EA2-420C-BA23-0C57BA4A4F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243B520-5634-186B-66BC-A5E4FCD5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019606-C973-4089-F4AF-515E5ABD5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C579-BD16-4036-9727-F08F849D5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348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24084C-9280-0F34-091E-64E9CA510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A6EB-9EA2-420C-BA23-0C57BA4A4F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12D194E-6F59-0126-DB57-70D13C5B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490555-0649-DFE5-B2B6-A8732CC58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C579-BD16-4036-9727-F08F849D5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0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FED4E-0ED0-6BD3-AC98-9C379AE2D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22445A-2FFB-FA66-E2C5-5AD74F0DC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C85D29-365F-E595-56D4-99734F834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82CF2E-AFA3-A2CB-207A-11788DA83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A6EB-9EA2-420C-BA23-0C57BA4A4F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04B0CE-AF19-343B-CE96-78436E45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72C808-EE18-0B34-8F8F-8ED2E7F08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C579-BD16-4036-9727-F08F849D5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117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AD4ED9-7964-8726-7D8B-4BF56DCF8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97581B-7F73-5F74-41D4-2DB94E47E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3E5E84-8C60-EE0F-8EAD-177C2D8BF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ABEDBD-DE05-B63C-1673-9D61BC1DF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A6EB-9EA2-420C-BA23-0C57BA4A4F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9380C4-E372-B962-2D93-9D0E8159A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9FE94F-BAB9-35DC-9895-0C71110C1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C579-BD16-4036-9727-F08F849D5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679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C1E30-9D96-4F6F-E045-7EB14489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92BD50-617A-9878-A17C-A6FCA0135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438FC9-9C76-471C-CE4C-EB3A01BF8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A6EB-9EA2-420C-BA23-0C57BA4A4F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BF134B-DB67-B2C2-8DB2-5B7D3186A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179775-B8D0-ADD7-2507-17926438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C579-BD16-4036-9727-F08F849D5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816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6322EC-9EDB-C4F1-A98B-379584D09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D6D13C-D682-A8F1-6513-DDEE8E7DC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28293E-1B52-8F49-A6C3-CB2A7F343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A6EB-9EA2-420C-BA23-0C57BA4A4F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E19BBC-2186-DBCF-7B02-C2DD106B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1FC647-7695-F4E5-1650-C1DC63185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C579-BD16-4036-9727-F08F849D5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949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9490DD-9A85-6F29-36A5-D0714FA1A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74B16A-5850-B445-61F5-C41961EEE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A32DCF-0D45-9F65-D8EF-CFA884F29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A6EB-9EA2-420C-BA23-0C57BA4A4F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558712-5088-0604-28EC-D31E08E5A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71EBC0-CB20-C32F-0FA1-33A472B31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C579-BD16-4036-9727-F08F849D5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41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8C7731-EC1B-2ED1-5D5A-0860BBBC9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3D6E8E-27C9-2933-2194-B5912E66F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7D001E-540E-640C-D653-C5053B8E81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98A6EB-9EA2-420C-BA23-0C57BA4A4F1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50A40F-6D9E-04C3-36F9-685446900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777FEF-6FCD-3737-5976-EC3241B8A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1C579-BD16-4036-9727-F08F849D5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61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NoGeom 101"/>
          <p:cNvSpPr>
            <a:spLocks noGrp="1"/>
          </p:cNvSpPr>
          <p:nvPr>
            <p:ph idx="77"/>
          </p:nvPr>
        </p:nvSpPr>
        <p:spPr>
          <a:xfrm>
            <a:off x="600000" y="600000"/>
            <a:ext cx="3600000" cy="2400000"/>
          </a:xfrm>
          <a:solidFill>
            <a:srgbClr val="D9D9D9"/>
          </a:solidFill>
          <a:ln w="38100">
            <a:solidFill>
              <a:srgbClr val="C00000"/>
            </a:solidFill>
          </a:ln>
        </p:spPr>
        <p:txBody>
          <a:bodyPr/>
          <a:lstStyle/>
          <a:p>
            <a:r>
              <a:rPr lang="zh-CN" altLang="en-US" sz="2400"/>
              <a:t>版式里没有的占位符</a:t>
            </a:r>
          </a:p>
        </p:txBody>
      </p:sp>
      <p:sp>
        <p:nvSpPr>
          <p:cNvPr id="102" name="NoGeom 102"/>
          <p:cNvSpPr txBox="1"/>
          <p:nvPr/>
        </p:nvSpPr>
        <p:spPr>
          <a:xfrm>
            <a:off x="4800000" y="600000"/>
            <a:ext cx="3600000" cy="2400000"/>
          </a:xfrm>
          <a:solidFill>
            <a:srgbClr val="D9D9D9"/>
          </a:solidFill>
          <a:ln w="38100">
            <a:solidFill>
              <a:srgbClr val="C00000"/>
            </a:solidFill>
          </a:ln>
        </p:spPr>
        <p:txBody>
          <a:bodyPr/>
          <a:lstStyle/>
          <a:p>
            <a:r>
              <a:rPr lang="zh-CN" altLang="en-US" sz="2400"/>
              <a:t>没写形状的文本框</a:t>
            </a:r>
          </a:p>
        </p:txBody>
      </p:sp>
    </p:spTree>
    <p:extLst>
      <p:ext uri="{BB962C8B-B14F-4D97-AF65-F5344CB8AC3E}">
        <p14:creationId xmlns:p14="http://schemas.microsoft.com/office/powerpoint/2010/main" val="3668443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51063-A121-339D-DB6A-02A715A05D9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E699"/>
          </a:solidFill>
        </p:spPr>
        <p:txBody>
          <a:bodyPr/>
          <a:lstStyle/>
          <a:p>
            <a:r>
              <a:rPr lang="zh-CN" altLang="en-US"/>
              <a:t>标题占位符只设填充</a:t>
            </a:r>
          </a:p>
        </p:txBody>
      </p:sp>
    </p:spTree>
    <p:extLst>
      <p:ext uri="{BB962C8B-B14F-4D97-AF65-F5344CB8AC3E}">
        <p14:creationId xmlns:p14="http://schemas.microsoft.com/office/powerpoint/2010/main" val="3410287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FB599-B44A-D966-80C2-E520445D6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版式里的图片项目符号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6E405E-F2B1-E20F-2CA4-B9C804271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第一条要点</a:t>
            </a:r>
          </a:p>
          <a:p>
            <a:r>
              <a:rPr lang="zh-CN" altLang="en-US"/>
              <a:t>第二条要点 </a:t>
            </a:r>
            <a:r>
              <a:rPr lang="en-US" altLang="zh-CN"/>
              <a:t>Second item</a:t>
            </a:r>
          </a:p>
          <a:p>
            <a:r>
              <a:rPr lang="zh-CN" altLang="en-US"/>
              <a:t>第三条要点</a:t>
            </a:r>
          </a:p>
        </p:txBody>
      </p:sp>
    </p:spTree>
    <p:extLst>
      <p:ext uri="{BB962C8B-B14F-4D97-AF65-F5344CB8AC3E}">
        <p14:creationId xmlns:p14="http://schemas.microsoft.com/office/powerpoint/2010/main" val="253811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自定义</PresentationFormat>
  <Paragraphs>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标题占位符只设填充</vt:lpstr>
      <vt:lpstr>版式里的图片项目符号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2026-10-15T06:30:52Z</dcterms:created>
  <dcterms:modified xsi:type="dcterms:W3CDTF">2026-10-15T06:30:52Z</dcterms:modified>
</cp:coreProperties>
</file>