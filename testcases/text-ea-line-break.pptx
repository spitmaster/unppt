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CC57A-2BD9-0321-3B46-0D4F99844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8B63BB-AFEA-1F52-371B-43364BADA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A36D33-D2FE-312A-1525-4BE7129DF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A707-68AA-43BF-9D65-9C45244293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0E6623-67BB-5F4C-F902-756E83DFB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462867-41FC-0D29-20D6-4B8C1E12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2F0A-4054-482F-96AC-8104874A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3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55397-39D9-75B8-F529-BCE429D5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44B763-D76E-C2C3-268D-D3E9349DF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7B5D5A-ABEA-68F6-F8E2-7F5328B99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A707-68AA-43BF-9D65-9C45244293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77434E-7610-3BF6-7C15-24784803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CC2BA-B984-7216-6B3A-2BDFF59E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2F0A-4054-482F-96AC-8104874A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736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EC5500-D756-50BA-D90F-E25DCBDF9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75BD11-95E7-C42A-5869-DC06CFE06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FC6D7D-630F-7EBF-278C-E75FD8FAB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A707-68AA-43BF-9D65-9C45244293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F2717E-1C8E-BAEF-30E5-95310744A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5C3065-E353-6FCE-3F8D-2AD0F521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2F0A-4054-482F-96AC-8104874A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228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3C416-A5E3-D89A-D786-DAD83039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96F8FC-4478-0E01-2A06-ADE748FA9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32D626-4C0B-B9C0-F150-ED9C5FF2F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AB4A20-567B-93EC-31C5-2C9F5124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A707-68AA-43BF-9D65-9C45244293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FDD314-DDB5-958D-97E9-091E4339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88794B-8231-05BA-C3AF-6C2A5587D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2F0A-4054-482F-96AC-8104874A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325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FE9E6-6184-4EA2-506D-4F0699BDF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0540F2-2818-7DD6-5AF4-A224A0CED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4E2149-7069-3CC1-9775-9BBBB78A2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0E4AC8-9B1B-1C68-4D95-636B06AF2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CF7609-1118-0C69-69B5-21ED6DEA3A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2675DF-7412-1236-97BB-EE8AD384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A707-68AA-43BF-9D65-9C45244293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8984CA3-E8A3-BADD-2C8F-0734B18A3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D4BF62-89E9-4E7A-EB08-4F33F10E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2F0A-4054-482F-96AC-8104874A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199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61804A-3FCF-6A56-DF94-CD7FDA2A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3BC3FF-A5BD-D305-8462-25C9F96EE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A707-68AA-43BF-9D65-9C45244293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BB0677-D9A3-30C7-1FEC-75321C108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258DFB-9D5A-23AE-E661-8E119E68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2F0A-4054-482F-96AC-8104874A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09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EB0D6A-DE1A-E5CD-A1DE-5A67106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A707-68AA-43BF-9D65-9C45244293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257AD5-A8D2-278E-8F9E-2E47F8191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4B0BA2-87AE-9345-29F1-ABE6991E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2F0A-4054-482F-96AC-8104874A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942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EF6D0-C16B-B94E-6064-4808DC9DE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6348C8-BBE9-E2E0-862F-230297745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1BBDF3-39CB-9E93-97B6-2E9F6C889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C60FA2-D0CC-0C95-0A5F-98FE03B0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A707-68AA-43BF-9D65-9C45244293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84D967-F2B8-14D9-C916-3B985F0F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00334F-16D5-2F2E-C4E2-E261AD1C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2F0A-4054-482F-96AC-8104874A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12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BAD724-4E00-555B-F40B-E177B5A3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B83083-950A-54CC-6EEB-DE84755B8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062C01-2FB2-C928-ADD5-42DF76261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A8B23F-B3C2-4B2C-242B-BCA1B40B2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A707-68AA-43BF-9D65-9C45244293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A47DF7-BB79-6A45-65D9-35F482B2D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D23316-7BF4-7405-D85D-6116EF66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2F0A-4054-482F-96AC-8104874A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8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BB232-4E15-0C5A-4825-6C28AB0A1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47CB42-CE5A-5EDE-4B44-179C171A8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E652F2-DF4F-87FC-1FB4-CE1A8270D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A707-68AA-43BF-9D65-9C45244293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C9214F-3949-8EE6-F86A-137798DD5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ECFAAD-5F0F-7967-1ACA-B89B68DA2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2F0A-4054-482F-96AC-8104874A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68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BC0E4A-6E0E-D09D-B126-FCD7FE4E2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0EBD05-202B-757F-277B-4DE3705FA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365C26-E697-7E28-CF9B-A7F8D677C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A707-68AA-43BF-9D65-9C45244293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A1CC8B-DFD9-D9AA-C851-C07A99E8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460997-1DB9-B147-6347-F99C45086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2F0A-4054-482F-96AC-8104874A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81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5DB9A8-3912-AE23-3F97-3316BC2C9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06F36E-F49A-89B7-8EB2-001648090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C78B28-3AD0-3028-D16C-7D30367450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EA707-68AA-43BF-9D65-9C452442936D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35F279-0B7F-0053-0E8B-26D08FE74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C4C72-7A91-3E92-9558-1E6D5B35A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72F0A-4054-482F-96AC-8104874A0B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015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25758F-A17A-ECD3-93C0-7AAC748B2F2E}"/>
              </a:ext>
            </a:extLst>
          </p:cNvPr>
          <p:cNvSpPr txBox="1"/>
          <p:nvPr/>
        </p:nvSpPr>
        <p:spPr>
          <a:xfrm>
            <a:off x="254000" y="254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hangingPunct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一二三四五六七八九十，后续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6B72AC-B862-9A67-20DC-1C224B3519BC}"/>
              </a:ext>
            </a:extLst>
          </p:cNvPr>
          <p:cNvSpPr txBox="1"/>
          <p:nvPr/>
        </p:nvSpPr>
        <p:spPr>
          <a:xfrm>
            <a:off x="4191000" y="254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hangingPunct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一二三四五六七八九十。后续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6E9BE7-121A-A56D-36C9-B6408E0DEBB6}"/>
              </a:ext>
            </a:extLst>
          </p:cNvPr>
          <p:cNvSpPr txBox="1"/>
          <p:nvPr/>
        </p:nvSpPr>
        <p:spPr>
          <a:xfrm>
            <a:off x="8128000" y="254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hangingPunct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一二三四五六七八九（十后续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82CC49-A4F9-C392-745C-2C5AE2C758AA}"/>
              </a:ext>
            </a:extLst>
          </p:cNvPr>
          <p:cNvSpPr txBox="1"/>
          <p:nvPr/>
        </p:nvSpPr>
        <p:spPr>
          <a:xfrm>
            <a:off x="254000" y="1778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eaLnBrk="0" hangingPunct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一二三四五六七八九十，后续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1957C2-A89E-829E-6850-AEA777E219D9}"/>
              </a:ext>
            </a:extLst>
          </p:cNvPr>
          <p:cNvSpPr txBox="1"/>
          <p:nvPr/>
        </p:nvSpPr>
        <p:spPr>
          <a:xfrm>
            <a:off x="4191000" y="1778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eaLnBrk="0" hangingPunct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一二三四五六七八九十。后续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68B9B5-8786-5689-FDA3-F5E3E388B9D6}"/>
              </a:ext>
            </a:extLst>
          </p:cNvPr>
          <p:cNvSpPr txBox="1"/>
          <p:nvPr/>
        </p:nvSpPr>
        <p:spPr>
          <a:xfrm>
            <a:off x="8128000" y="1778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eaLnBrk="0" hangingPunct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一二三四五六七八九（十后续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2D6232-CEB9-6D2B-0997-140D0F937958}"/>
              </a:ext>
            </a:extLst>
          </p:cNvPr>
          <p:cNvSpPr txBox="1"/>
          <p:nvPr/>
        </p:nvSpPr>
        <p:spPr>
          <a:xfrm>
            <a:off x="254000" y="3302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一二三四五六七八九十，后续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8137F0-F75E-5FE0-A235-84C57D1CDFDF}"/>
              </a:ext>
            </a:extLst>
          </p:cNvPr>
          <p:cNvSpPr txBox="1"/>
          <p:nvPr/>
        </p:nvSpPr>
        <p:spPr>
          <a:xfrm>
            <a:off x="4191000" y="3302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一二三四五六七八九十。后续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A56225-0934-EDBA-93A9-5CDFF681F4C3}"/>
              </a:ext>
            </a:extLst>
          </p:cNvPr>
          <p:cNvSpPr txBox="1"/>
          <p:nvPr/>
        </p:nvSpPr>
        <p:spPr>
          <a:xfrm>
            <a:off x="8128000" y="3302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一二三四五六七八九（十后续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9598AC-C522-1364-DE2C-1084272179AC}"/>
              </a:ext>
            </a:extLst>
          </p:cNvPr>
          <p:cNvSpPr txBox="1"/>
          <p:nvPr/>
        </p:nvSpPr>
        <p:spPr>
          <a:xfrm>
            <a:off x="254000" y="4826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eaLnBrk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一二三四五六七八九十，后续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B1EE51C-11F6-F3A2-C065-C83200C8E24C}"/>
              </a:ext>
            </a:extLst>
          </p:cNvPr>
          <p:cNvSpPr txBox="1"/>
          <p:nvPr/>
        </p:nvSpPr>
        <p:spPr>
          <a:xfrm>
            <a:off x="4191000" y="4826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eaLnBrk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一二三四五六七八九十。后续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364F23F-81D8-585D-13BB-719C30CD12A9}"/>
              </a:ext>
            </a:extLst>
          </p:cNvPr>
          <p:cNvSpPr txBox="1"/>
          <p:nvPr/>
        </p:nvSpPr>
        <p:spPr>
          <a:xfrm>
            <a:off x="8128000" y="4826000"/>
            <a:ext cx="3054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eaLnBrk="0"/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一二三四五六七八九（十后续</a:t>
            </a:r>
          </a:p>
        </p:txBody>
      </p:sp>
    </p:spTree>
    <p:extLst>
      <p:ext uri="{BB962C8B-B14F-4D97-AF65-F5344CB8AC3E}">
        <p14:creationId xmlns:p14="http://schemas.microsoft.com/office/powerpoint/2010/main" val="3015563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自定义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2026-10-15T14:36:02Z</dcterms:created>
  <dcterms:modified xsi:type="dcterms:W3CDTF">2026-10-15T14:36:02Z</dcterms:modified>
</cp:coreProperties>
</file>