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6D1C7-974C-AC86-04BB-AD2142FA7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292610-5738-A19A-CC8D-17565D0B6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7780D2-7A72-331D-63B0-B8D88E0B7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57069-941C-1AF1-F84E-082238F9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EFE3B-7D1F-8DD6-E378-C0209B60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76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AC20D-CD0D-A5A5-1483-9BD1745E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B82C04-C04D-AE5D-D4DE-6113B3710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534BA-D5CC-0EA5-1D5F-11372275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BD8AA-0325-A3B4-AD9B-7602A435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8C7BC-F593-5CB4-39B8-661CDEB2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43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C91F4-EB14-B1FA-5CEC-F7FC91A5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B63E20-9C76-8F0F-76AF-52415C481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40ED6-2444-CE84-8ECB-26D8913D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BCCDE-ECC2-F04C-AC72-2900A506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01316-B0FD-582E-D2BD-951FA39A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14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7F5A-E490-A0A4-84EB-C463F566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CEAD06-9D4F-0E9D-86C0-848617BFA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7A5541-A5F3-24E3-D0AB-D6147C154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484B8F-3930-6044-A518-7A4C9B5B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F07E7-C4DA-0B9A-0203-C8842DF3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05DB4-8CF8-2773-C9F9-94C0DBF8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4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7803D-A6CE-1198-C425-7EA32898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C0A361-A8F4-99CE-5497-820447CE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9829DF-3814-ED41-B5EF-0D904D51C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1C889C-3D1E-7DC8-2B21-5BB3286E8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B2D2E9-68CD-CB43-D942-24FA81592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05F786-2F59-8430-7121-FC191C3D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F192A6-A1BC-9FA8-3801-FAB81642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ACFF81-6155-0A33-109B-E4FC182A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2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736AB-918A-3AE9-E625-66B41DA8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96B6E3-B69B-AC52-E8F6-1B59568C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883FA8-35E3-B5E3-41FB-13440602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76AB6F-901E-8A78-E8EA-C840DBAD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12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8FDE89-E689-2E61-93A9-11725774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7C5B4D-C4BE-A181-A605-C9ED995C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9FEFE-5FE1-E9BB-3153-83D9432B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394FB-321D-CC6D-5F90-E4CC8D49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70C5-295C-61C0-905E-9B4330F9E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9EF065-4A2E-43C2-7AE9-B8F4B9CC2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A9F41-0CDF-136E-E9F2-753EBB87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C737A-798D-F3DB-F678-C489E19F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CAE2BF-63EF-1048-C676-472C93AC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19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56768-1732-000B-DB9B-76FCDA54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2FBBFA-2EC8-8872-1477-DACD5DA85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68B216-B518-1E27-AB08-E06D964C8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12EBCC-ED2C-D1EE-959B-463671C0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EED0A-FAEB-B9D9-181C-6EF574EF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08218E-C36F-D35F-6313-8E28C22F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45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DAA26-45A3-AA6C-3647-D5028714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E9A2CB-9612-D7D2-FFEB-7682FCEC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6EECF-0FDB-44F5-0142-F505AFBB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6E060-04DA-526E-773E-715CC4CB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2CC991-E99C-E234-3576-7EB704C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3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59C488-8BC1-0099-4B70-C9CB6181B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34F36C-B02B-1DD4-E8F0-00977FFAB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53AAF-4C47-49B1-FD22-CAE65130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FEC25-9B04-E3DA-B5F3-620C7241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A83A3-B312-C87E-E031-0374F8FD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56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79B4E9-0256-E67A-088F-200F3B44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28E11-7730-A84A-CAE4-34AF508CD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D450A-01E4-895F-67D6-05ABE9D55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0691B-EF39-4230-848C-57FD92B1C59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2D26B-5B04-3E0F-069E-3CFE74FC3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62E3C-2E16-833E-558E-8D96C76DF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4EEA0-0D44-4401-9A15-5D316DFCA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2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4BD707-CFF7-D395-7923-B1FE35BFFE35}"/>
              </a:ext>
            </a:extLst>
          </p:cNvPr>
          <p:cNvSpPr txBox="1"/>
          <p:nvPr/>
        </p:nvSpPr>
        <p:spPr>
          <a:xfrm>
            <a:off x="254000" y="381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第二行稍微长一点的文字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875A6A-152E-E612-601B-A7CC30727A56}"/>
              </a:ext>
            </a:extLst>
          </p:cNvPr>
          <p:cNvSpPr txBox="1"/>
          <p:nvPr/>
        </p:nvSpPr>
        <p:spPr>
          <a:xfrm>
            <a:off x="4254500" y="381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第二行稍微长一点的文字</a:t>
            </a:r>
          </a:p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350B09-D79F-320D-9ECC-22CBC9A2171E}"/>
              </a:ext>
            </a:extLst>
          </p:cNvPr>
          <p:cNvSpPr txBox="1"/>
          <p:nvPr/>
        </p:nvSpPr>
        <p:spPr>
          <a:xfrm>
            <a:off x="8255000" y="381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左对齐的一段文字放不下一行时会折成两行看看居中的效果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EFB052-42EB-0D68-D371-25C0570AC730}"/>
              </a:ext>
            </a:extLst>
          </p:cNvPr>
          <p:cNvSpPr txBox="1"/>
          <p:nvPr/>
        </p:nvSpPr>
        <p:spPr>
          <a:xfrm>
            <a:off x="254000" y="3556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 anchorCtr="1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第二行稍微长一点的文字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37A843-DC0F-74DE-5EAD-591D46DC2C0B}"/>
              </a:ext>
            </a:extLst>
          </p:cNvPr>
          <p:cNvSpPr txBox="1"/>
          <p:nvPr/>
        </p:nvSpPr>
        <p:spPr>
          <a:xfrm>
            <a:off x="4254500" y="3556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 anchorCtr="1">
            <a:noAutofit/>
          </a:bodyPr>
          <a:lstStyle/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第二行稍微长一点的文字</a:t>
            </a:r>
          </a:p>
          <a:p>
            <a:pPr algn="r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AA8845-BC2A-3855-9C79-FE49BA2CBC04}"/>
              </a:ext>
            </a:extLst>
          </p:cNvPr>
          <p:cNvSpPr txBox="1"/>
          <p:nvPr/>
        </p:nvSpPr>
        <p:spPr>
          <a:xfrm>
            <a:off x="8255000" y="3556000"/>
            <a:ext cx="381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 anchorCtr="1">
            <a:noAutofit/>
          </a:bodyPr>
          <a:lstStyle/>
          <a:p>
            <a:pPr algn="just"/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左对齐的一段文字放不下一行时会折成两行看看居中的效果</a:t>
            </a:r>
          </a:p>
        </p:txBody>
      </p:sp>
    </p:spTree>
    <p:extLst>
      <p:ext uri="{BB962C8B-B14F-4D97-AF65-F5344CB8AC3E}">
        <p14:creationId xmlns:p14="http://schemas.microsoft.com/office/powerpoint/2010/main" val="140256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2026-10-19T05:01:06Z</dcterms:created>
  <dcterms:modified xsi:type="dcterms:W3CDTF">2026-10-19T05:01:06Z</dcterms:modified>
</cp:coreProperties>
</file>