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AC8-47FD-91D7-813A010AB4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AC8-47FD-91D7-813A010AB4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AC8-47FD-91D7-813A010AB4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5014911"/>
        <c:axId val="1485025951"/>
      </c:lineChart>
      <c:catAx>
        <c:axId val="1485014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5025951"/>
        <c:crosses val="autoZero"/>
        <c:auto val="1"/>
        <c:lblAlgn val="ctr"/>
        <c:lblOffset val="100"/>
        <c:noMultiLvlLbl val="0"/>
      </c:catAx>
      <c:valAx>
        <c:axId val="1485025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5014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9-411A-8055-A8FEF107A5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79-411A-8055-A8FEF107A5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79-411A-8055-A8FEF107A5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85027391"/>
        <c:axId val="1485016351"/>
      </c:barChart>
      <c:catAx>
        <c:axId val="148502739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5016351"/>
        <c:crosses val="autoZero"/>
        <c:auto val="1"/>
        <c:lblAlgn val="ctr"/>
        <c:lblOffset val="100"/>
        <c:noMultiLvlLbl val="0"/>
      </c:catAx>
      <c:valAx>
        <c:axId val="1485016351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85027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explosion val="25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7D2-430D-BE5A-730BC6F07F3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D2-430D-BE5A-730BC6F07F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81-4CF5-B339-08257D81CB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81-4CF5-B339-08257D81CB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81-4CF5-B339-08257D81C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503472"/>
        <c:axId val="38506352"/>
      </c:barChart>
      <c:catAx>
        <c:axId val="38503472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8506352"/>
        <c:crosses val="autoZero"/>
        <c:auto val="1"/>
        <c:lblAlgn val="ctr"/>
        <c:lblOffset val="100"/>
        <c:noMultiLvlLbl val="0"/>
      </c:catAx>
      <c:valAx>
        <c:axId val="38506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out"/>
        <c:minorTickMark val="in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8503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47C-4354-9645-26DDFE3F32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380576"/>
        <c:axId val="41389696"/>
      </c:scatterChart>
      <c:valAx>
        <c:axId val="413805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1389696"/>
        <c:crosses val="autoZero"/>
        <c:crossBetween val="midCat"/>
      </c:valAx>
      <c:valAx>
        <c:axId val="41389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13805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5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8E-4047-A211-1CF0A21BBC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fixedVal"/>
            <c:noEndCap val="0"/>
            <c:val val="0.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8E-4047-A211-1CF0A21BBC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8E-4047-A211-1CF0A21BBC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383456"/>
        <c:axId val="41382016"/>
      </c:barChart>
      <c:catAx>
        <c:axId val="4138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1382016"/>
        <c:crosses val="autoZero"/>
        <c:auto val="1"/>
        <c:lblAlgn val="ctr"/>
        <c:lblOffset val="100"/>
        <c:noMultiLvlLbl val="0"/>
      </c:catAx>
      <c:valAx>
        <c:axId val="41382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1383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25</c:v>
                </c:pt>
                <c:pt idx="2">
                  <c:v>400</c:v>
                </c:pt>
                <c:pt idx="3">
                  <c:v>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90-425A-B6A7-60437CB053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120</c:v>
                </c:pt>
                <c:pt idx="1">
                  <c:v>900</c:v>
                </c:pt>
                <c:pt idx="2">
                  <c:v>60</c:v>
                </c:pt>
                <c:pt idx="3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90-425A-B6A7-60437CB053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62603103"/>
        <c:axId val="1362597823"/>
      </c:lineChart>
      <c:catAx>
        <c:axId val="1362603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62597823"/>
        <c:crosses val="autoZero"/>
        <c:auto val="1"/>
        <c:lblAlgn val="ctr"/>
        <c:lblOffset val="100"/>
        <c:noMultiLvlLbl val="0"/>
      </c:catAx>
      <c:valAx>
        <c:axId val="1362597823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626031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4300</c:v>
                </c:pt>
                <c:pt idx="1">
                  <c:v>2500</c:v>
                </c:pt>
                <c:pt idx="2">
                  <c:v>3500</c:v>
                </c:pt>
                <c:pt idx="3">
                  <c:v>4500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19-4D87-A5C8-C2BA3F4844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2400</c:v>
                </c:pt>
                <c:pt idx="1">
                  <c:v>4400</c:v>
                </c:pt>
                <c:pt idx="2">
                  <c:v>1800</c:v>
                </c:pt>
                <c:pt idx="3">
                  <c:v>2800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19-4D87-A5C8-C2BA3F4844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374816"/>
        <c:axId val="41379136"/>
      </c:barChart>
      <c:catAx>
        <c:axId val="41374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1379136"/>
        <c:crosses val="autoZero"/>
        <c:auto val="1"/>
        <c:lblAlgn val="ctr"/>
        <c:lblOffset val="100"/>
        <c:noMultiLvlLbl val="0"/>
      </c:catAx>
      <c:valAx>
        <c:axId val="41379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137481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8DBC4-FEC7-35B9-F3A4-2E2628805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C1713A-A342-2DA5-020E-79F94DF72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B4D7D-6E88-E13F-E335-F7D07267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FDEF31-2273-7AB9-D2B8-5C69F63D1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5C55CD-AF22-1CFA-6642-1E6EF73B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329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8DE4B-52CD-8BAE-3EF8-0EC87FAD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DAB0AB-270C-B1A7-5612-86C99BB1C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8B50DF-0AD8-B55E-D56B-592C2517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8E2E8A-BB6D-A354-05AD-E58D8C11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671C32-94B0-7BD1-041F-4B9007234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154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8B683C-AC80-FB67-5180-0639411DE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CFAA93-5E9A-7690-9A3A-DF67CEC6A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0924FB-7289-D5CF-3B68-8D1A5393D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65AB96-0AF3-3F1D-31D2-0FB8E90E5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F1AB4B-5CD6-156D-69BF-7F0757C7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240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BF528-D26F-C154-A9A3-09DC3097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65039E-D35D-0B9F-39EF-42D6A3AB0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B1ED8F-122C-F79F-7AF4-BD4079694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46384D-D3ED-1D09-0D4A-0556A1BA1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B652FA-FA0F-55F9-D3E2-288BEC3C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1BC5C6-6342-CCC3-6A1E-4C6B7D038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242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0BD2E-579D-F07A-9DFE-CFAB1E1DD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E05051-DF73-4379-D5BA-F82BC0CC2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8E6EC0-B7C5-DA43-D542-97B178E72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6196C6-FECD-AD2E-D872-1E8D4BF0FA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A93345-8A40-0B7F-A817-21BCF593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01FB2C-943C-E4C6-09CE-74B991FD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5FDF58-A993-A25F-6C42-80A2C282D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173B4FB-FE00-26E7-EEE2-4D19526B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373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C8888-CE4C-6BB0-150A-2F751F4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014A6C-E8B3-4927-CB7C-0973CBF6D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01809A-F63C-D3F5-0E2B-243EBA4D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6BF59E-C745-3299-79DB-6DF72ECE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527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496664-8AD8-FF0F-0335-C7D74C3B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F24707-50B1-BB65-4C91-417A2F2D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DDFCAC-1F3B-F372-3781-1E421153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528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2BA74-BFC7-725D-1ADD-1E9C0C3F3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6F06BC-9A3D-D3CA-A7F8-AE3F5AAC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A6363C-6945-3B0E-F308-8D46C1B3D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64A0B8-80BF-632B-0B90-31D2B834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542F85-A1F9-B66B-40B6-EBE5BFD98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87E449-856C-B569-03A7-526985D4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142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870EE-E5A8-E460-672C-51A35B34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1C31CD-8B72-325E-424A-4246285AC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B0C822-D9F2-3957-E371-7A09CF223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792765-7D98-0AA4-F448-A40E7157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843FD3-0FD0-5865-6BC5-95352FA1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205E4F-47B7-C45E-E528-790CC9E4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27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C8732-3E77-7442-EE83-4EAE6EF5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24E96-2183-C342-DA7B-A115B1529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883E92-FF8C-183F-463A-E0FBD636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3D7A88-E610-7368-DAB9-90B2B496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CFFAA4-7995-339D-1C79-141D1CA9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32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39C367-0295-3CC0-5233-BA3E055B2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51F676-5AC6-1A0D-2F04-D0656F8D9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C01D7E-BB0E-53E1-A674-FEC11A189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DA20DC-2F02-6A01-327D-78E0BBDF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5AB185-7A3F-3A3A-7ED1-3F2DE3BA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7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4C5449-7B3E-2423-4441-12FA5D0F9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E6D6EE-9943-7228-A985-ECE9B410B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225009-C412-8249-128C-76B606C6F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EA9203-89C2-4773-AEB1-3A36D4E05AA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91686F-DC71-EDD2-A9C0-4750EA399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1ABD97-92CD-E3C1-3465-1DA03CE1E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9C78E-BF23-4724-AE0A-80D0384FAA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19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C435124E-9C9B-C300-B2F4-CD7BE98AE3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2187308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DAA7766E-6D61-EE8F-CA95-D26C964728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9219099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99591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AE24B496-D1BD-C733-5642-56361D6173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6213917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F9D2B64B-ED09-13AA-1C2E-A1A0FA7111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151829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7406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459BA205-FEE3-6842-289E-A7C3706DFD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6927039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8BA9282D-2DC1-7FAC-DBE9-1C8DF319E1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6391555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86677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2D61D3D0-8172-5509-A11E-EE858B78FB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2210723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14FC41E-B43E-E09C-B6FF-4DFB8302AF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7432973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70130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2026-10-13T13:29:56Z</dcterms:created>
  <dcterms:modified xsi:type="dcterms:W3CDTF">2026-10-13T13:29:56Z</dcterms:modified>
</cp:coreProperties>
</file>