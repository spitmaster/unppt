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这是一个比较长的分类名称一</c:v>
                </c:pt>
                <c:pt idx="1">
                  <c:v>这是一个比较长的分类名称二</c:v>
                </c:pt>
                <c:pt idx="2">
                  <c:v>短名称</c:v>
                </c:pt>
                <c:pt idx="3">
                  <c:v>这是一个特别特别长的分类名称四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7-4A3F-AED6-209C8EC1C0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1894576"/>
        <c:axId val="131887376"/>
      </c:barChart>
      <c:catAx>
        <c:axId val="131894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1887376"/>
        <c:crosses val="autoZero"/>
        <c:auto val="1"/>
        <c:lblAlgn val="ctr"/>
        <c:lblOffset val="100"/>
        <c:noMultiLvlLbl val="0"/>
      </c:catAx>
      <c:valAx>
        <c:axId val="1318873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1894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 fairly long category name</c:v>
                </c:pt>
                <c:pt idx="1">
                  <c:v>Another long category label</c:v>
                </c:pt>
                <c:pt idx="2">
                  <c:v>Short</c:v>
                </c:pt>
                <c:pt idx="3">
                  <c:v>Yet another very long category name here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70-4320-8742-2B7666F72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61781456"/>
        <c:axId val="961773776"/>
      </c:barChart>
      <c:catAx>
        <c:axId val="961781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1773776"/>
        <c:crosses val="autoZero"/>
        <c:auto val="1"/>
        <c:lblAlgn val="ctr"/>
        <c:lblOffset val="100"/>
        <c:noMultiLvlLbl val="0"/>
      </c:catAx>
      <c:valAx>
        <c:axId val="961773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178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这是一个比较长的分类名称一</c:v>
                </c:pt>
                <c:pt idx="1">
                  <c:v>这是一个比较长的分类名称二</c:v>
                </c:pt>
                <c:pt idx="2">
                  <c:v>短名称</c:v>
                </c:pt>
                <c:pt idx="3">
                  <c:v>这是一个特别特别长的分类名称四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7-4370-B446-9C8F979A6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0415119"/>
        <c:axId val="950411759"/>
      </c:barChart>
      <c:catAx>
        <c:axId val="950415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0411759"/>
        <c:crosses val="autoZero"/>
        <c:auto val="1"/>
        <c:lblAlgn val="ctr"/>
        <c:lblOffset val="100"/>
        <c:noMultiLvlLbl val="0"/>
      </c:catAx>
      <c:valAx>
        <c:axId val="950411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0415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683D1-4D01-CF57-C5D4-8A9920E78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0EFD1E-4F2A-E73B-2507-E78068500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BBEF5C-4AB1-57B4-3358-CE85C727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C6730-D4AF-309D-CE3B-B292D7A3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48726-FE63-5F30-450D-DC6E9E19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99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0F5B3-7F40-884F-C960-B240CC01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748DF-C714-955F-7E8A-E87B55B9A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701E5-AAF0-0410-39AE-88BE17D3B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EA5AB6-FB43-F728-A3ED-A54C7485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C5C97-87AA-7CB8-0A2F-804D30DF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006FB-5781-DCA8-8F6A-E17EEF46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B8F85B-6769-0D5C-43D4-2CBBA4326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571B0-0C2F-FF1B-B42A-754CDEA0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AC2D59-7C64-C1A6-D8F2-5A9A3567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622D1-3E04-1B50-A638-B01143F9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97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C6741-B364-49C2-7313-CD83138D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B8CEA-AE5D-F749-2C30-8F6B43959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F17619-ED13-D7C1-3514-B6EC1AB57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605B62-5658-1A52-B332-2C7371E0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899DE6-29A4-4212-3542-B80EAC975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47FE00-ACC0-5EBB-E8B4-CC035855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35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623E7-00F7-500D-0C04-87A82211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3DF3FA-3807-1ACB-D73F-5711819E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DD6EA0-3338-18A9-D6A0-0F0669010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1CF667-A618-8A60-AB99-005E0BB7E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8B249F-6976-CE7F-5949-058B25E45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990009-5D70-BFA4-CACF-79042523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50D99C-443A-DB22-A5BF-6D7FA32C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DABD50-8900-CBE6-B3ED-3FD9E514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28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F4839-CA8C-23A0-97C2-5C2002BB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F3500C-FCCB-AEB8-C0B4-66F1B449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DDAD27-D662-5F6C-FAB3-00BA41FD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37630E-5634-FD52-3CAE-67EBD479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10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4673A4-C474-91E5-158D-C585A7D9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07AB27-C3E1-5A0F-F168-F65025A1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E8178E-4AC9-3CA4-5C37-AFCB539F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30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A1AAD-FD91-6ECE-5C2B-1D7A4B0F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FA1A4-DF50-8E85-7BFD-C85C61086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8137AE-DACF-319F-03D4-47A303F9E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FB80C9-1733-170C-3CF2-F4DA8C00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A77B6-4F29-C5E7-B11E-9181B586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875526-100C-3BD5-2799-603AC56C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50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69DE5-AA85-EB3A-D127-B06CD26B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210EA7-3E02-8381-C41E-8887D625D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F38D90-5D4A-2095-4983-9E4C2B1C4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3CDDCD-6263-3D58-DD21-344F9360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0146C6-B44B-3629-0E9C-41516DA5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041EE-E443-E176-D719-93BF5715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85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C8DA4-1073-FDDF-629B-3DBDA798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0088D5-E063-A42A-C641-DBC3D3E6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30928-33BF-DACB-774A-0F5A9DAB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6C31E-A900-472F-9C6C-835E19CD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1B9A3-D973-8BE1-5F71-A6251993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93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BFA783-3CE4-C1D6-B9F3-5B81DAEC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AC0537-DBC2-C36A-B703-90D3BFB14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E5042-601D-E5D0-D4C1-E009D7ED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EA2F8-E37D-3F5D-CBF5-1885B3EC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5AAB0-69C9-BF94-0FFD-5253A1AE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2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E00AD9-A8D0-9D07-3CB2-231B57F8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C8682F-CD56-1676-9A4C-96F4BB244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D941A-12E7-8573-94B0-EF5B103D7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24B01-3BAA-449B-88FB-621D62BB7A7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F5854-70D1-7CF5-22A5-1C1602B1E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6FA7F0-F705-CC96-ABC1-10FEC4139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91214-C88F-4AD0-A36F-81BBBC6C7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5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F87928B-3560-CF43-62AA-A3D802B09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1315129"/>
              </p:ext>
            </p:extLst>
          </p:nvPr>
        </p:nvGraphicFramePr>
        <p:xfrm>
          <a:off x="254000" y="508000"/>
          <a:ext cx="381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2985763-0ADE-B0BB-204A-7866296F26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0122366"/>
              </p:ext>
            </p:extLst>
          </p:nvPr>
        </p:nvGraphicFramePr>
        <p:xfrm>
          <a:off x="4318000" y="508000"/>
          <a:ext cx="762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421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E344B1B-C582-BA0A-14FF-AEE5B1C728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034131"/>
              </p:ext>
            </p:extLst>
          </p:nvPr>
        </p:nvGraphicFramePr>
        <p:xfrm>
          <a:off x="254000" y="508000"/>
          <a:ext cx="11684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18262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2026-10-14T05:23:05Z</dcterms:created>
  <dcterms:modified xsi:type="dcterms:W3CDTF">2026-10-14T05:23:05Z</dcterms:modified>
</cp:coreProperties>
</file>