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23-4599-94C8-180DBEB52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9-4DC0-B257-CFE4BF4973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9-4DC0-B257-CFE4BF4973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79-4DC0-B257-CFE4BF4973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6302591"/>
        <c:axId val="86306911"/>
        <c:axId val="0"/>
      </c:bar3DChart>
      <c:catAx>
        <c:axId val="86302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306911"/>
        <c:crosses val="autoZero"/>
        <c:auto val="1"/>
        <c:lblAlgn val="ctr"/>
        <c:lblOffset val="100"/>
        <c:noMultiLvlLbl val="0"/>
      </c:catAx>
      <c:valAx>
        <c:axId val="86306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302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1B03F-548F-378F-8694-0600B240C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CE8B92-4768-0A8A-4BA9-66B18A8C6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0B848-BF0F-6FD4-DF8F-80B39A119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5F80FB-08ED-CF15-7E02-58EC7281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154FB-A70D-0C69-DFD3-4CF55D99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12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3D9FE-7EA4-07AD-6E9F-5314E856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CE70C-C087-6ED3-7787-6F96D528A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9453A0-96F9-0165-124A-7B201C091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D40A5-A5D4-6D21-A9D4-473131A0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532DC1-FC58-5F7E-D388-57EB5C4D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75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18B4C-A8BB-DBAC-F6A8-B5A51BCC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1B77F-C581-84E6-779B-5ABED4BD2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362FB-97F6-EF57-4085-0124546B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A09E8-FBD9-ABC5-52BC-A8989153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481F7D-1BB9-F937-EB2B-69F1F93D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06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01089-E967-FFD6-72B8-CE547A927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F693D4-453E-F340-6231-0E5E74480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A2C553-8576-E775-402E-34647EF89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7FC861-916D-F0F9-5470-DA692A13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6233BA-62F1-ED45-D27C-337CE48D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F904FD-355C-078E-A411-1772E1AB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7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0C2C2-0447-2E96-44AD-73E00D5A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30DA1D-B44E-29C4-1C34-67874C002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A82EEC-0033-92B3-8B37-A9C555287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4CF109-A7F5-B7F7-8D03-D4E6FAF42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704979-6423-CC2B-6319-52463AF80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03E2A1-DB6D-75C0-D5FB-42221FF6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11CFA5-16A5-A7C7-64BD-DB170FED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9526B4-DF5E-665F-5D3F-2F49DF70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59309-1B3A-BA66-23B1-B3465F3D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5785CB-1F21-2597-7149-E4EF40F3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0F05D-5EE5-7761-032F-D9A64639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384507-F922-D5AA-378F-3FD62F31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20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FECE66-0EB5-0019-7521-F5E4291E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3BE526-C206-8EBD-8D9F-51F40B75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18BE27-7000-03F6-29F7-47EE5DA9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89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1F84E-62FB-CB42-23E1-A6F49D9F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E1A20-60E7-BE4C-EA12-76C384D3B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9D8ED6-A26B-659E-04C8-3A58D027F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181767-89E0-031A-8B4E-9614C32C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253CA-D5F3-46A6-B745-2AEB2F92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CE89C-68A2-B283-0C69-C44F62B7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6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F0CF0-9026-0660-7783-12ED429F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ABD498-942C-0A9A-EC61-30DFEB03C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9C3B72-D7AF-3890-37AF-BFE45018A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A3889D-5032-92E4-35ED-4A415A8C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324525-D012-02C3-4244-262CBD2E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9DBE0-CB48-3319-7847-8425049D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81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357C-37A4-34A5-DF4D-25C7D8A0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1AB49E-E73D-752D-308C-EB9D1DC5C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5E2A2-3CAF-CC50-FED3-9F7228AA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A3986-4CA4-8167-EEA7-C87FECAC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36CA7-E059-2A73-600B-1ACEB7A8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90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93F195-8C27-C4F9-5CCB-8C47D62F0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10B19D-424A-86A0-BEBA-56224BB6D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CDB7C3-55B4-B0E3-679E-1C9ACDC1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38208-E588-F7DD-A0C9-F35FDA65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BED553-D020-7DFD-EF53-3C43D2B1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56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C1A7D-17B7-3772-C585-196E28821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0FDC66-D1B5-BF81-7EE2-68BBD470D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38140F-9948-4668-69A2-EFA83C46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2637C-FD9A-44A8-9DCF-999336935D6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9C217-7AEC-4F93-FB5F-5DB5E0937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D8A1B4-032B-AC4D-01EC-214A12749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3B61A-DB7F-49DF-86D5-DB7BEACE93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89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7AAE7135-C1E5-2995-F3AE-48365C6968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211432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0AC24A0-490C-67BF-6D63-0962D9568F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148181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2003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2026-10-13T17:16:59Z</dcterms:created>
  <dcterms:modified xsi:type="dcterms:W3CDTF">2026-10-13T17:16:59Z</dcterms:modified>
</cp:coreProperties>
</file>