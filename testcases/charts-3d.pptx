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8" d="100"/>
          <a:sy n="38" d="100"/>
        </p:scale>
        <p:origin x="61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销售额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</c:dPt>
          <c:cat>
            <c:strRef>
              <c:f>Sheet1!$A$2:$A$5</c:f>
              <c:strCache>
                <c:ptCount val="4"/>
                <c:pt idx="0">
                  <c:v>第一季度</c:v>
                </c:pt>
                <c:pt idx="1">
                  <c:v>第二季度</c:v>
                </c:pt>
                <c:pt idx="2">
                  <c:v>第三季度</c:v>
                </c:pt>
                <c:pt idx="3">
                  <c:v>第四季度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DAA-4BE2-B6D9-CE8581DB84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D77-454F-AE2B-FF83330101F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D77-454F-AE2B-FF83330101F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  <a:sp3d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D77-454F-AE2B-FF83330101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29546079"/>
        <c:axId val="29551839"/>
        <c:axId val="0"/>
      </c:bar3DChart>
      <c:catAx>
        <c:axId val="2954607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29551839"/>
        <c:crosses val="autoZero"/>
        <c:auto val="1"/>
        <c:lblAlgn val="ctr"/>
        <c:lblOffset val="100"/>
        <c:noMultiLvlLbl val="0"/>
      </c:catAx>
      <c:valAx>
        <c:axId val="2955183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2954607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E3C-4799-8533-EDAD068C9B2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E3C-4799-8533-EDAD068C9B2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  <a:sp3d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5E3C-4799-8533-EDAD068C9B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1815569376"/>
        <c:axId val="1815574176"/>
        <c:axId val="0"/>
      </c:bar3DChart>
      <c:catAx>
        <c:axId val="1815569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815574176"/>
        <c:crosses val="autoZero"/>
        <c:auto val="1"/>
        <c:lblAlgn val="ctr"/>
        <c:lblOffset val="100"/>
        <c:noMultiLvlLbl val="0"/>
      </c:catAx>
      <c:valAx>
        <c:axId val="18155741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18155693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FF7-47FB-85F0-66051225376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FF7-47FB-85F0-66051225376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  <a:sp3d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FF7-47FB-85F0-66051225376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37418735"/>
        <c:axId val="37421135"/>
        <c:axId val="0"/>
      </c:bar3DChart>
      <c:catAx>
        <c:axId val="37418735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37421135"/>
        <c:crosses val="autoZero"/>
        <c:auto val="1"/>
        <c:lblAlgn val="ctr"/>
        <c:lblOffset val="100"/>
        <c:noMultiLvlLbl val="0"/>
      </c:catAx>
      <c:valAx>
        <c:axId val="37421135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3741873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15"/>
      <c:rotY val="20"/>
      <c:depthPercent val="100"/>
      <c:rAngAx val="1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bar3DChart>
        <c:barDir val="col"/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B84-4578-AB6D-424CE0E9E35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B84-4578-AB6D-424CE0E9E35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  <a:sp3d/>
          </c:spPr>
          <c:invertIfNegative val="0"/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B84-4578-AB6D-424CE0E9E35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shape val="box"/>
        <c:axId val="37427375"/>
        <c:axId val="37424495"/>
        <c:axId val="1490209120"/>
      </c:bar3DChart>
      <c:catAx>
        <c:axId val="3742737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37424495"/>
        <c:crosses val="autoZero"/>
        <c:auto val="1"/>
        <c:lblAlgn val="ctr"/>
        <c:lblOffset val="100"/>
        <c:noMultiLvlLbl val="0"/>
      </c:catAx>
      <c:valAx>
        <c:axId val="3742449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37427375"/>
        <c:crosses val="autoZero"/>
        <c:crossBetween val="between"/>
      </c:valAx>
      <c:serAx>
        <c:axId val="149020912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37424495"/>
        <c:crosses val="autoZero"/>
      </c:ser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view3D>
      <c:rotX val="15"/>
      <c:rotY val="2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line3D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系列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  <a:sp3d/>
          </c:spPr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0E0-4D18-929A-1C4F807A664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系列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  <a:sp3d/>
          </c:spPr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0E0-4D18-929A-1C4F807A664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系列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  <a:sp3d/>
          </c:spPr>
          <c:cat>
            <c:strRef>
              <c:f>Sheet1!$A$2:$A$5</c:f>
              <c:strCache>
                <c:ptCount val="4"/>
                <c:pt idx="0">
                  <c:v>类别 1</c:v>
                </c:pt>
                <c:pt idx="1">
                  <c:v>类别 2</c:v>
                </c:pt>
                <c:pt idx="2">
                  <c:v>类别 3</c:v>
                </c:pt>
                <c:pt idx="3">
                  <c:v>类别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0E0-4D18-929A-1C4F807A66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7418255"/>
        <c:axId val="37423535"/>
        <c:axId val="1490216400"/>
      </c:line3DChart>
      <c:catAx>
        <c:axId val="37418255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37423535"/>
        <c:crosses val="autoZero"/>
        <c:auto val="1"/>
        <c:lblAlgn val="ctr"/>
        <c:lblOffset val="100"/>
        <c:noMultiLvlLbl val="0"/>
      </c:catAx>
      <c:valAx>
        <c:axId val="374235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37418255"/>
        <c:crosses val="autoZero"/>
        <c:crossBetween val="between"/>
      </c:valAx>
      <c:serAx>
        <c:axId val="1490216400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37423535"/>
        <c:crosses val="autoZero"/>
      </c:ser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6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8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30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684E9D-1530-E516-5318-276B20955C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6BE4076-11F2-72A6-BEA6-66AB0B483D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4052ACD-A4F4-B338-F82E-F10A95860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5DA8D-58CC-49A0-9908-23330BA06404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39C7EC-41CB-69BD-B511-AE17C53DB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5B5340-3088-A526-81DC-920411D1B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17C2F-95E2-4CA1-A6B9-3702D161CAA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34228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D487E6-8248-DE90-9C03-5F42A7365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5A6A992-BC71-7C29-6A09-97816327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210F990-D11F-BEEF-1E58-EAFA68FB5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5DA8D-58CC-49A0-9908-23330BA06404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D7623B7-4DFF-042A-F50E-D63AF624D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F2D74E7-B74A-A196-A966-3EBC9ABAD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17C2F-95E2-4CA1-A6B9-3702D161CAA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12237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5CEA51-48C3-D15E-D147-A43131E97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3D26BD2-FDE7-3D1A-C55B-E005935CCC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2772B62-AA25-FD64-F0C5-EBADD686D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5DA8D-58CC-49A0-9908-23330BA06404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CE7517-F51A-7137-D22D-D00104F0F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45FB3F9-D761-8071-E4F1-AE757A007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17C2F-95E2-4CA1-A6B9-3702D161CAA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7059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7425CA-1ADA-D137-1AA5-B12C0C46A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FC7EFDB-6EC5-6421-633E-FEFBA0A6F7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E5C4A0E-50BF-A2F9-6BCD-0A8F3B0FF4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469C07B-4495-C396-CB26-F37F6DC0B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5DA8D-58CC-49A0-9908-23330BA06404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8CA737C-A550-0E50-4673-04309D1BB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56F4BB4-4ABE-390A-EA4E-97AF4021C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17C2F-95E2-4CA1-A6B9-3702D161CAA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1797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371918-7D3F-1827-C8AC-72FC9D01E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29E3738-AD23-4AD5-C565-543E246CF1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AE85574-90D0-739D-7267-A107218E6C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01A991C-EB7B-472D-DD4C-F413BABE8B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6833932-2A69-7E4B-7F1D-833B85D89B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71900BD-C56F-73B6-1677-D0AAAFB15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5DA8D-58CC-49A0-9908-23330BA06404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E3D6A30-C638-5490-E2FA-96AC1D511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8CC6038-2DE6-89F9-9D57-05BFEABBF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17C2F-95E2-4CA1-A6B9-3702D161CAA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2981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37B28C-30A7-3B75-F2E2-A9D712A3A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157E06-7EFE-4571-EEE0-8A43060BE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5DA8D-58CC-49A0-9908-23330BA06404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AB818BB-6FA5-EF70-3A73-6620C11C00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5CF70FE-E154-9D3D-86E1-0D1269FC3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17C2F-95E2-4CA1-A6B9-3702D161CAA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6123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D0EAF53-A34B-D2A5-8D21-4C22DE5B4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5DA8D-58CC-49A0-9908-23330BA06404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C223F92-CE76-05AC-70A6-D079EFD11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C7683A5-1270-4481-8CC7-4074367E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17C2F-95E2-4CA1-A6B9-3702D161CAA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38330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6BDF58-D820-BFA0-4B02-4BA19EAA4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7D70555-2E66-FE08-BEE0-E658041E00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A7E898E-2D8D-DAF3-EC41-B515CADB4B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BE476BB-FCF5-9067-99D4-19DBFB89E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5DA8D-58CC-49A0-9908-23330BA06404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3509E69-98DC-BB25-BD8D-E5AD82ACF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3616BDE-B8EB-56A7-E1B0-A0702E288D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17C2F-95E2-4CA1-A6B9-3702D161CAA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9373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5F9547-9A68-49AB-55FD-4AE66816E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832B3933-B2F2-DEDB-D478-780D597C65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AB22629-ED83-52E5-232D-130E55A1D3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AD68BCF-C395-B1AE-422F-103E44BD4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5DA8D-58CC-49A0-9908-23330BA06404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DD21C80-FC49-9F88-A204-481D943CE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0389F25-C282-6BA3-8A3A-C6DBE3E28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17C2F-95E2-4CA1-A6B9-3702D161CAA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9448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F43DCB-9F64-3FFB-DB38-8A3191B2B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03157A5-0210-1073-9F00-4271C6F895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0581FA3-1288-6AE4-39AB-0EC2CBF40C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5DA8D-58CC-49A0-9908-23330BA06404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A4FAE3-0318-408D-3D4C-AA160E7DE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F8BABE3-8FFB-3D1A-78BC-ED86BA425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17C2F-95E2-4CA1-A6B9-3702D161CAA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6103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DEECB23-970B-1BDF-ACD5-7F7EA59A31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D3857D3-CF3A-7D9B-CF3A-5D49A82DC0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F34D81-92D2-353B-00F2-734169DCD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5DA8D-58CC-49A0-9908-23330BA06404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6221C40-F878-44A0-E910-36F8D201D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18D57E4-EE71-A8C5-7579-A3FAD0F9A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717C2F-95E2-4CA1-A6B9-3702D161CAA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18143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9B91BA9-E817-445A-2814-392A522DC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BFA7647-6C4D-D76F-1A71-DCB22E1491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888A08E-A907-44B6-E0F9-1DE347CD6D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C5DA8D-58CC-49A0-9908-23330BA06404}" type="datetimeFigureOut">
              <a:rPr lang="zh-CN" altLang="en-US" smtClean="0"/>
              <a:t>2026/10/14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89143D3-2C36-248F-564E-9B5007DEC6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2932425-148A-0133-464E-FEB3812115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717C2F-95E2-4CA1-A6B9-3702D161CAA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5405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图表 1">
            <a:extLst>
              <a:ext uri="{FF2B5EF4-FFF2-40B4-BE49-F238E27FC236}">
                <a16:creationId xmlns:a16="http://schemas.microsoft.com/office/drawing/2014/main" id="{A227CCE1-0BE7-B431-8337-32C0D8A0290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53849934"/>
              </p:ext>
            </p:extLst>
          </p:nvPr>
        </p:nvGraphicFramePr>
        <p:xfrm>
          <a:off x="254000" y="508000"/>
          <a:ext cx="5715000" cy="55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图表 2">
            <a:extLst>
              <a:ext uri="{FF2B5EF4-FFF2-40B4-BE49-F238E27FC236}">
                <a16:creationId xmlns:a16="http://schemas.microsoft.com/office/drawing/2014/main" id="{709E93CF-D38D-6D96-A581-1ECA2683019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23249641"/>
              </p:ext>
            </p:extLst>
          </p:nvPr>
        </p:nvGraphicFramePr>
        <p:xfrm>
          <a:off x="6223000" y="508000"/>
          <a:ext cx="5715000" cy="55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5524031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图表 1">
            <a:extLst>
              <a:ext uri="{FF2B5EF4-FFF2-40B4-BE49-F238E27FC236}">
                <a16:creationId xmlns:a16="http://schemas.microsoft.com/office/drawing/2014/main" id="{7DAF5C20-56DF-EFA8-1BEB-EA98A6EB701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1819569"/>
              </p:ext>
            </p:extLst>
          </p:nvPr>
        </p:nvGraphicFramePr>
        <p:xfrm>
          <a:off x="254000" y="508000"/>
          <a:ext cx="5715000" cy="55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图表 2">
            <a:extLst>
              <a:ext uri="{FF2B5EF4-FFF2-40B4-BE49-F238E27FC236}">
                <a16:creationId xmlns:a16="http://schemas.microsoft.com/office/drawing/2014/main" id="{70E9E7F6-9A98-D40D-2283-FAE675AF16D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58288475"/>
              </p:ext>
            </p:extLst>
          </p:nvPr>
        </p:nvGraphicFramePr>
        <p:xfrm>
          <a:off x="6223000" y="508000"/>
          <a:ext cx="5715000" cy="55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5069832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图表 1">
            <a:extLst>
              <a:ext uri="{FF2B5EF4-FFF2-40B4-BE49-F238E27FC236}">
                <a16:creationId xmlns:a16="http://schemas.microsoft.com/office/drawing/2014/main" id="{83496741-E122-FC62-3B4B-B2FFEA33EAE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31382449"/>
              </p:ext>
            </p:extLst>
          </p:nvPr>
        </p:nvGraphicFramePr>
        <p:xfrm>
          <a:off x="254000" y="508000"/>
          <a:ext cx="5715000" cy="55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" name="图表 2">
            <a:extLst>
              <a:ext uri="{FF2B5EF4-FFF2-40B4-BE49-F238E27FC236}">
                <a16:creationId xmlns:a16="http://schemas.microsoft.com/office/drawing/2014/main" id="{650F34EF-AEE8-73D6-F315-B55779E3E42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17342959"/>
              </p:ext>
            </p:extLst>
          </p:nvPr>
        </p:nvGraphicFramePr>
        <p:xfrm>
          <a:off x="6223000" y="508000"/>
          <a:ext cx="5715000" cy="55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42591800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自定义</PresentationFormat>
  <Paragraphs>1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7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yijin zhou</dc:creator>
  <cp:lastModifiedBy>yijin zhou</cp:lastModifiedBy>
  <cp:revision>1</cp:revision>
  <dcterms:created xsi:type="dcterms:W3CDTF">2026-10-13T17:41:25Z</dcterms:created>
  <dcterms:modified xsi:type="dcterms:W3CDTF">2026-10-13T17:41:25Z</dcterms:modified>
</cp:coreProperties>
</file>