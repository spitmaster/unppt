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42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6DCCF8E-A28E-9F8C-936E-A1C3FA1E2C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484BFB4-F74B-CEBE-BCB8-E4D0D82F69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7BA0004-4510-451A-3710-6EFBDED353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B252FC-AA1C-4F1E-9721-828FAE4A4236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038B0A7-C07C-9942-2872-BF430B389D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5C5728F-4709-D578-0CCD-E34994591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17C98-D1C8-48AD-A323-35CFC4E74D1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55188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945A2E-0927-0A94-A8CE-836D1843DB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CCF2CC3-2E56-4E84-6CCF-6F365E4BC8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F7931DF-DDDD-B5FE-6E85-87E7053B87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B252FC-AA1C-4F1E-9721-828FAE4A4236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CBD032F-EE90-822D-ABE7-91B191AEE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0E9989-AE3A-9B43-B6C1-14754F56B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17C98-D1C8-48AD-A323-35CFC4E74D1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500883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BBDDCE-4066-7ECE-A0F9-16893C8964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C569195-D410-2189-6970-7A3B5A7364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9E9809D-FE5B-4472-0623-04C2B1F48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B252FC-AA1C-4F1E-9721-828FAE4A4236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37A706E-99AC-3E5E-DE00-8A936B8803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F4228EC-3D01-9435-E3DD-320444C04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17C98-D1C8-48AD-A323-35CFC4E74D1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90879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3A0DF6-4663-1339-1D7E-5A948F3783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34945D2-B656-88F1-9346-4065CE1276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133FFEF-CD58-163A-D3EB-2A1F46D38D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9535685-00C2-65D0-4E68-FB76FC7DF0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B252FC-AA1C-4F1E-9721-828FAE4A4236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E399191-B064-D21D-BA57-FFE06B1EC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C86C66B-E90C-98F5-C389-761324E49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17C98-D1C8-48AD-A323-35CFC4E74D1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20883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314FA4-1D75-EC69-5C35-26AD38636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737487F-1D95-42C1-62AD-F4478F54D2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177E325-C5DD-DDF4-B243-AB3AC370FA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32E25507-CAFC-7E2F-03A7-F146FE91EE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5A8CAF0-2787-809D-1F00-5B413163D0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D2F8661-74D3-F9D2-8D27-839895903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B252FC-AA1C-4F1E-9721-828FAE4A4236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7F4C314-C631-AD54-FEA9-1E61D8F8A7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2DC6861E-C420-AD42-AF1A-F888BACFB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17C98-D1C8-48AD-A323-35CFC4E74D1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4509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D546C23-E79F-4661-FB67-35AF4A696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A1FFDCE-3A77-9D53-92DD-ED1103F185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B252FC-AA1C-4F1E-9721-828FAE4A4236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5FAA41B-7A20-F409-08CE-B78953CDA1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93C39CD-92DB-961D-901A-2800CE49E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17C98-D1C8-48AD-A323-35CFC4E74D1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72405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D58453E0-10A4-BC89-4094-14D00DA69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B252FC-AA1C-4F1E-9721-828FAE4A4236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27ABB09-4B5D-546F-4203-973671A8A1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03FC616-B972-60B6-2005-6A53724A6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17C98-D1C8-48AD-A323-35CFC4E74D1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59829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AF1D75-EE19-A3D7-87E9-D08A93555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77455A8-D9C3-60FC-AA63-D91D1FC0AF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46DADEE-CFE0-6E8C-41DA-CB80EB0A54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D8DF272-D58C-EDD6-33B9-33FF0A25A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B252FC-AA1C-4F1E-9721-828FAE4A4236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7E33009-693B-B7B6-C102-0F71E7020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E080E3A-1894-39F9-A588-05682AC15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17C98-D1C8-48AD-A323-35CFC4E74D1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180518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A26276-FEFC-105E-858A-690EFB98D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71A144CC-6C74-BCE4-FB2B-5958BE5F7E8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E8AF177-B87C-8684-63ED-ADBB352E60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3590C65-5B42-D16F-CBB6-D17D9DAFCF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B252FC-AA1C-4F1E-9721-828FAE4A4236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7031EC6-227E-F356-224E-DE6A4D3A93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E2D769-8AB1-5FC8-7DF1-32EA58034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17C98-D1C8-48AD-A323-35CFC4E74D1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804754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C5FFD21-77F3-D657-8111-54111D7435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4221D5A-4093-1B42-9AFC-4FE35760D1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5F13D28-F434-C4F7-97B8-D8C30F992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B252FC-AA1C-4F1E-9721-828FAE4A4236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D3218D2-14DC-8EE2-2555-57B4B46EA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284E973-B17F-38ED-47A6-4DF06F858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17C98-D1C8-48AD-A323-35CFC4E74D1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171266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14FD397-62F5-49FE-0307-68EAA2850C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844DD4B-A354-D46E-8537-31C6253D33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662C86B-E9AB-51CA-6EB4-FDC2EC1D74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B252FC-AA1C-4F1E-9721-828FAE4A4236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5171288-C371-FB13-BD12-34535323D0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53B4EAD-4770-3106-EFA8-A0132E870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17C98-D1C8-48AD-A323-35CFC4E74D1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31410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68B686A-E557-233D-45C4-10CD41D19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2C17119-544D-CA46-0980-3942CF4C95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A3B7E4B-23DD-0BC7-6749-89353EEB2A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B252FC-AA1C-4F1E-9721-828FAE4A4236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F7E8EED-560D-47E7-F13E-D17390FF06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57708FC-8452-2042-E579-0577AFBA94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817C98-D1C8-48AD-A323-35CFC4E74D1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427644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microsoft.com/office/2007/relationships/media" Target="../media/media1.wav"/><Relationship Id="rId1" Type="http://schemas.openxmlformats.org/officeDocument/2006/relationships/audio" Target="NULL" TargetMode="Externa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74A7024-0FA7-785B-25F1-FDC7F92E5C5B}"/>
              </a:ext>
            </a:extLst>
          </p:cNvPr>
          <p:cNvSpPr txBox="1"/>
          <p:nvPr/>
        </p:nvSpPr>
        <p:spPr>
          <a:xfrm>
            <a:off x="762000" y="762000"/>
            <a:ext cx="8890000" cy="762000"/>
          </a:xfrm>
          <a:prstGeom prst="rect">
            <a:avLst/>
          </a:prstGeom>
          <a:noFill/>
          <a:ln w="6350">
            <a:solidFill>
              <a:srgbClr val="C8C8C8"/>
            </a:solidFill>
          </a:ln>
        </p:spPr>
        <p:txBody>
          <a:bodyPr vert="horz" wrap="square" rtlCol="0" anchor="t">
            <a:noAutofit/>
          </a:bodyPr>
          <a:lstStyle/>
          <a:p>
            <a:r>
              <a:rPr lang="zh-CN" altLang="en-US" sz="2800">
                <a:latin typeface="Microsoft YaHei" panose="020B0503020204020204" pitchFamily="34" charset="-122"/>
                <a:ea typeface="Microsoft YaHei" panose="020B0503020204020204" pitchFamily="34" charset="-122"/>
              </a:rPr>
              <a:t>背景音乐从这页开始，跨 </a:t>
            </a:r>
            <a:r>
              <a:rPr lang="en-US" altLang="zh-CN" sz="2800">
                <a:latin typeface="Microsoft YaHei" panose="020B0503020204020204" pitchFamily="34" charset="-122"/>
                <a:ea typeface="Microsoft YaHei" panose="020B0503020204020204" pitchFamily="34" charset="-122"/>
              </a:rPr>
              <a:t>3 </a:t>
            </a:r>
            <a:r>
              <a:rPr lang="zh-CN" altLang="en-US" sz="2800">
                <a:latin typeface="Microsoft YaHei" panose="020B0503020204020204" pitchFamily="34" charset="-122"/>
                <a:ea typeface="Microsoft YaHei" panose="020B0503020204020204" pitchFamily="34" charset="-122"/>
              </a:rPr>
              <a:t>页播放</a:t>
            </a:r>
          </a:p>
        </p:txBody>
      </p:sp>
      <p:pic>
        <p:nvPicPr>
          <p:cNvPr id="3" name="tone">
            <a:hlinkClick r:id="" action="ppaction://media"/>
            <a:extLst>
              <a:ext uri="{FF2B5EF4-FFF2-40B4-BE49-F238E27FC236}">
                <a16:creationId xmlns:a16="http://schemas.microsoft.com/office/drawing/2014/main" id="{F25BBD73-A429-62A3-6A2C-AADD72F68A47}"/>
              </a:ext>
            </a:extLst>
          </p:cNvPr>
          <p:cNvPicPr>
            <a:picLocks noChangeAspect="1"/>
          </p:cNvPicPr>
          <p:nvPr>
            <a:audioFile r:link="rId1"/>
            <p:extLst>
              <p:ext uri="{DAA4B4D4-6D71-4841-9C94-3DE7FCFB9230}">
                <p14:media xmlns:p14="http://schemas.microsoft.com/office/powerpoint/2010/main" r:embed="rId2">
                  <p14:trim st="300" end="200"/>
                </p14:media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0160000" y="5334000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3472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3" showWhenStopped="0">
                <p:cTn id="7" repeatCount="indefinite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5E5F4D4-05F7-7925-4F11-AC188CA5BCD6}"/>
              </a:ext>
            </a:extLst>
          </p:cNvPr>
          <p:cNvSpPr txBox="1"/>
          <p:nvPr/>
        </p:nvSpPr>
        <p:spPr>
          <a:xfrm>
            <a:off x="762000" y="762000"/>
            <a:ext cx="7620000" cy="762000"/>
          </a:xfrm>
          <a:prstGeom prst="rect">
            <a:avLst/>
          </a:prstGeom>
          <a:noFill/>
          <a:ln w="6350">
            <a:solidFill>
              <a:srgbClr val="C8C8C8"/>
            </a:solidFill>
          </a:ln>
        </p:spPr>
        <p:txBody>
          <a:bodyPr vert="horz" wrap="square" rtlCol="0" anchor="t">
            <a:noAutofit/>
          </a:bodyPr>
          <a:lstStyle/>
          <a:p>
            <a:r>
              <a:rPr lang="zh-CN" altLang="en-US" sz="2800">
                <a:latin typeface="Microsoft YaHei" panose="020B0503020204020204" pitchFamily="34" charset="-122"/>
                <a:ea typeface="Microsoft YaHei" panose="020B0503020204020204" pitchFamily="34" charset="-122"/>
              </a:rPr>
              <a:t>第 </a:t>
            </a:r>
            <a:r>
              <a:rPr lang="en-US" altLang="zh-CN" sz="2800">
                <a:latin typeface="Microsoft YaHei" panose="020B0503020204020204" pitchFamily="34" charset="-122"/>
                <a:ea typeface="Microsoft YaHei" panose="020B0503020204020204" pitchFamily="34" charset="-122"/>
              </a:rPr>
              <a:t>2 </a:t>
            </a:r>
            <a:r>
              <a:rPr lang="zh-CN" altLang="en-US" sz="2800">
                <a:latin typeface="Microsoft YaHei" panose="020B0503020204020204" pitchFamily="34" charset="-122"/>
                <a:ea typeface="Microsoft YaHei" panose="020B0503020204020204" pitchFamily="34" charset="-122"/>
              </a:rPr>
              <a:t>页</a:t>
            </a:r>
          </a:p>
        </p:txBody>
      </p:sp>
    </p:spTree>
    <p:extLst>
      <p:ext uri="{BB962C8B-B14F-4D97-AF65-F5344CB8AC3E}">
        <p14:creationId xmlns:p14="http://schemas.microsoft.com/office/powerpoint/2010/main" val="24375789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60B463E-DC5F-A3BD-100E-B0B61AC8A9EC}"/>
              </a:ext>
            </a:extLst>
          </p:cNvPr>
          <p:cNvSpPr txBox="1"/>
          <p:nvPr/>
        </p:nvSpPr>
        <p:spPr>
          <a:xfrm>
            <a:off x="762000" y="762000"/>
            <a:ext cx="7620000" cy="762000"/>
          </a:xfrm>
          <a:prstGeom prst="rect">
            <a:avLst/>
          </a:prstGeom>
          <a:noFill/>
          <a:ln w="6350">
            <a:solidFill>
              <a:srgbClr val="C8C8C8"/>
            </a:solidFill>
          </a:ln>
        </p:spPr>
        <p:txBody>
          <a:bodyPr vert="horz" wrap="square" rtlCol="0" anchor="t">
            <a:noAutofit/>
          </a:bodyPr>
          <a:lstStyle/>
          <a:p>
            <a:r>
              <a:rPr lang="zh-CN" altLang="en-US" sz="2800">
                <a:latin typeface="Microsoft YaHei" panose="020B0503020204020204" pitchFamily="34" charset="-122"/>
                <a:ea typeface="Microsoft YaHei" panose="020B0503020204020204" pitchFamily="34" charset="-122"/>
              </a:rPr>
              <a:t>第 </a:t>
            </a:r>
            <a:r>
              <a:rPr lang="en-US" altLang="zh-CN" sz="2800">
                <a:latin typeface="Microsoft YaHei" panose="020B0503020204020204" pitchFamily="34" charset="-122"/>
                <a:ea typeface="Microsoft YaHei" panose="020B0503020204020204" pitchFamily="34" charset="-122"/>
              </a:rPr>
              <a:t>3 </a:t>
            </a:r>
            <a:r>
              <a:rPr lang="zh-CN" altLang="en-US" sz="2800">
                <a:latin typeface="Microsoft YaHei" panose="020B0503020204020204" pitchFamily="34" charset="-122"/>
                <a:ea typeface="Microsoft YaHei" panose="020B0503020204020204" pitchFamily="34" charset="-122"/>
              </a:rPr>
              <a:t>页</a:t>
            </a:r>
          </a:p>
        </p:txBody>
      </p:sp>
    </p:spTree>
    <p:extLst>
      <p:ext uri="{BB962C8B-B14F-4D97-AF65-F5344CB8AC3E}">
        <p14:creationId xmlns:p14="http://schemas.microsoft.com/office/powerpoint/2010/main" val="23392639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1EE4053-2C53-3F7E-8F4E-F3A2E19100C0}"/>
              </a:ext>
            </a:extLst>
          </p:cNvPr>
          <p:cNvSpPr txBox="1"/>
          <p:nvPr/>
        </p:nvSpPr>
        <p:spPr>
          <a:xfrm>
            <a:off x="762000" y="762000"/>
            <a:ext cx="7620000" cy="762000"/>
          </a:xfrm>
          <a:prstGeom prst="rect">
            <a:avLst/>
          </a:prstGeom>
          <a:noFill/>
          <a:ln w="6350">
            <a:solidFill>
              <a:srgbClr val="C8C8C8"/>
            </a:solidFill>
          </a:ln>
        </p:spPr>
        <p:txBody>
          <a:bodyPr vert="horz" wrap="square" rtlCol="0" anchor="t">
            <a:noAutofit/>
          </a:bodyPr>
          <a:lstStyle/>
          <a:p>
            <a:r>
              <a:rPr lang="zh-CN" altLang="en-US" sz="2800">
                <a:latin typeface="Microsoft YaHei" panose="020B0503020204020204" pitchFamily="34" charset="-122"/>
                <a:ea typeface="Microsoft YaHei" panose="020B0503020204020204" pitchFamily="34" charset="-122"/>
              </a:rPr>
              <a:t>第 </a:t>
            </a:r>
            <a:r>
              <a:rPr lang="en-US" altLang="zh-CN" sz="2800">
                <a:latin typeface="Microsoft YaHei" panose="020B0503020204020204" pitchFamily="34" charset="-122"/>
                <a:ea typeface="Microsoft YaHei" panose="020B0503020204020204" pitchFamily="34" charset="-122"/>
              </a:rPr>
              <a:t>4 </a:t>
            </a:r>
            <a:r>
              <a:rPr lang="zh-CN" altLang="en-US" sz="2800">
                <a:latin typeface="Microsoft YaHei" panose="020B0503020204020204" pitchFamily="34" charset="-122"/>
                <a:ea typeface="Microsoft YaHei" panose="020B0503020204020204" pitchFamily="34" charset="-122"/>
              </a:rPr>
              <a:t>页</a:t>
            </a:r>
          </a:p>
        </p:txBody>
      </p:sp>
    </p:spTree>
    <p:extLst>
      <p:ext uri="{BB962C8B-B14F-4D97-AF65-F5344CB8AC3E}">
        <p14:creationId xmlns:p14="http://schemas.microsoft.com/office/powerpoint/2010/main" val="15191281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</Words>
  <Application>Microsoft Office PowerPoint</Application>
  <PresentationFormat>自定义</PresentationFormat>
  <Paragraphs>4</Paragraphs>
  <Slides>4</Slides>
  <Notes>0</Notes>
  <HiddenSlides>0</HiddenSlides>
  <MMClips>1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等线</vt:lpstr>
      <vt:lpstr>等线 Light</vt:lpstr>
      <vt:lpstr>Microsoft YaHei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yijin zhou</dc:creator>
  <cp:lastModifiedBy>yijin zhou</cp:lastModifiedBy>
  <cp:revision>1</cp:revision>
  <dcterms:created xsi:type="dcterms:W3CDTF">2026-10-13T05:04:13Z</dcterms:created>
  <dcterms:modified xsi:type="dcterms:W3CDTF">2026-10-13T05:04:13Z</dcterms:modified>
</cp:coreProperties>
</file>