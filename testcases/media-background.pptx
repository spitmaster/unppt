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B2965A-254E-48EA-B9CD-D09743414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7E0807-14D4-3A6B-BCD5-8E641037D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B0D5C-5C0E-F0F9-A772-4E03047E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211438-CA53-52C7-E1FC-DF3520E9E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D6FD6-A0D6-850C-6B59-C721CDDF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1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4AD24-85F0-DE25-6E96-0E70FD38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5BF97-866A-BC86-A467-F1D2F04CA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16EFF6-D9C1-77DB-0C69-AC93C638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D86A12-B773-8D21-1886-3D46D789D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92BA9-03EE-C02C-1EBE-4585B83A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81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D52CD-7AF3-1D3A-E7BC-1677534AC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EC985E-5832-669E-FEEE-3DF374982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FA19F-204B-ECBC-C343-7A6501AB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F09E5-895C-5E0E-2CE5-47925853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9D2A3C-27AF-0F56-7C5E-0544647D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95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46EA1-BC3E-2A76-9F48-127516D02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3B0334-CEC0-4109-F288-8CCDCEBC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33F5CE-4470-67AD-06BA-D0DA437C6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A270E3-B317-C7E4-BA01-85ECDDA2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0662C9-FB3A-EB3B-15D2-811D5447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2A2FC9-0278-3612-2CA1-C11412D0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15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5CF01-885A-37A7-1250-00D640C1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D247BF-E71A-7FC8-2876-A578461B0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05DE5A-8362-9558-1353-CFCEC5069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538983-9824-E985-6FF9-44E335F67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2BB45D-A222-A19F-2B5A-5804BE617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531F2F-6DFC-DDED-6072-4265ABB5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D38AAF-2B6F-B785-C9A4-E90FC6A52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1B3CF5-80C6-72F9-93BD-35764A31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7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22A7E-00E4-E2EC-0D77-F36CD2CC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276D37-37F5-5916-7FB8-E8FD3F9C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3C1D53-9615-A118-7782-B3966911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9C22AB-58DB-F3C6-27DA-24307EAB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34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3D5D46-E690-7918-1C14-87BE689C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1B8B0C-0932-CB0E-E739-5C92DC629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5E0DE3-1BDC-E540-0B87-57F2C550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15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705C6-7D84-DE43-9DC3-C2055EAD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04C89B-5B4F-4B98-61A6-BDC8D24B3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06BBBF-6F3C-B2BF-23D8-4981641A7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CECD3E-410D-E36A-AC69-95AB6493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DC888-FAE8-7FEF-14CC-A8B97BAB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3F0DA1-5874-B50F-11C3-A5D8A844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04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FB70A-43DA-6B3E-6EF1-CDC90DD4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8417E3-EE1B-F63E-1AEC-E2EA60382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BC651F-BCF7-DE86-1DA0-F1C952210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433FF1-4CBE-AA32-13C6-0A8F383A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82C6CE-146C-1A25-98A3-FCDD502F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1F570E-C2AE-B30C-AA0B-052FB8A6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94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424C7-B1A5-6CB0-171E-4C9657ED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2F68C1-986E-4D2A-F4A1-B89334CD5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0CB0C-878A-D120-9883-E9050321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3AE2F-2BF4-DCA0-90A6-29DED620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342C20-8A91-B99A-4623-C2028D73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2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A04A34-A9AA-7E61-42FF-24AB9676E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EE9EC5-6557-6006-CB57-008E063F4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AB60D-C63F-D979-557C-A3A5A98D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50537-A342-D891-1E39-85E7592F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CA2FB-C582-9934-B535-10B42C44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7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061B5F-FAC0-AD00-7FDC-52E7F7C5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3529DD-E1F2-B9FB-29F5-3A447894E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86C2C-7E05-5FF0-B406-D4D27E8E9B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6168D-8DF3-47FC-AB94-349ED6DF78D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53D982-E2B3-30AB-5955-C0BAD38B5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EFA2A-9339-10FF-AB6D-74E9DE4E8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CA510-1031-4F61-8417-A119E1D378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0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292337-CD5B-4229-B3FC-28D0196181F3}"/>
              </a:ext>
            </a:extLst>
          </p:cNvPr>
          <p:cNvSpPr txBox="1"/>
          <p:nvPr/>
        </p:nvSpPr>
        <p:spPr>
          <a:xfrm>
            <a:off x="762000" y="762000"/>
            <a:ext cx="889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背景音乐从这页开始，跨 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页播放</a:t>
            </a:r>
          </a:p>
        </p:txBody>
      </p:sp>
      <p:pic>
        <p:nvPicPr>
          <p:cNvPr id="3" name="tone">
            <a:hlinkClick r:id="" action="ppaction://media"/>
            <a:extLst>
              <a:ext uri="{FF2B5EF4-FFF2-40B4-BE49-F238E27FC236}">
                <a16:creationId xmlns:a16="http://schemas.microsoft.com/office/drawing/2014/main" id="{B9CBF296-0C90-603F-CD5E-88BAA88D86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60000" y="533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1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3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432FAA-A861-81CE-B1F7-FCF90A2DAF7D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408486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EC0627-FBDD-88D3-923F-53832E7443B0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84073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736D2B-B9B4-E122-88AD-FFC25037B8CC}"/>
              </a:ext>
            </a:extLst>
          </p:cNvPr>
          <p:cNvSpPr txBox="1"/>
          <p:nvPr/>
        </p:nvSpPr>
        <p:spPr>
          <a:xfrm>
            <a:off x="762000" y="762000"/>
            <a:ext cx="762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573951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自定义</PresentationFormat>
  <Paragraphs>4</Paragraphs>
  <Slides>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2026-10-13T04:57:30Z</dcterms:created>
  <dcterms:modified xsi:type="dcterms:W3CDTF">2026-10-13T04:57:30Z</dcterms:modified>
</cp:coreProperties>
</file>