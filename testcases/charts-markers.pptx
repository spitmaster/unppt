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C8F-4CDA-AAD8-9B2513A3ED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diamond"/>
            <c:size val="9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C8F-4CDA-AAD8-9B2513A3EDF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triangle"/>
            <c:size val="13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C8F-4CDA-AAD8-9B2513A3ED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20086447"/>
        <c:axId val="520092687"/>
      </c:lineChart>
      <c:catAx>
        <c:axId val="5200864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20092687"/>
        <c:crosses val="autoZero"/>
        <c:auto val="1"/>
        <c:lblAlgn val="ctr"/>
        <c:lblOffset val="100"/>
        <c:noMultiLvlLbl val="0"/>
      </c:catAx>
      <c:valAx>
        <c:axId val="5200926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200864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x"/>
            <c:size val="5"/>
            <c:spPr>
              <a:noFill/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B4D-46F4-B772-657AA32C79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star"/>
            <c:size val="9"/>
            <c:spPr>
              <a:noFill/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B4D-46F4-B772-657AA32C792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dot"/>
            <c:size val="13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B4D-46F4-B772-657AA32C79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4585216"/>
        <c:axId val="314586176"/>
      </c:lineChart>
      <c:catAx>
        <c:axId val="314585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14586176"/>
        <c:crosses val="autoZero"/>
        <c:auto val="1"/>
        <c:lblAlgn val="ctr"/>
        <c:lblOffset val="100"/>
        <c:noMultiLvlLbl val="0"/>
      </c:catAx>
      <c:valAx>
        <c:axId val="314586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14585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dash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43B-4D90-979B-288AEE636B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9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43B-4D90-979B-288AEE636B9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plus"/>
            <c:size val="13"/>
            <c:spPr>
              <a:noFill/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43B-4D90-979B-288AEE636B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02362799"/>
        <c:axId val="302362319"/>
      </c:lineChart>
      <c:catAx>
        <c:axId val="3023627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02362319"/>
        <c:crosses val="autoZero"/>
        <c:auto val="1"/>
        <c:lblAlgn val="ctr"/>
        <c:lblOffset val="100"/>
        <c:noMultiLvlLbl val="0"/>
      </c:catAx>
      <c:valAx>
        <c:axId val="3023623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023627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28C82A-FA0D-74E2-6CE5-702359323B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1B15348-FAAB-430B-E3BD-2FF6B3F54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4B314A-1F52-13AB-6873-33D38BB7E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FDB97-99D3-460B-8A07-93B6BD35ADE2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C65AB4-9E22-B888-CC73-CC65D28F4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2B274F-F06A-D0A3-1F6B-CBED6FE91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73B16-9461-4583-A00C-39B44D20F9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324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D4620B-6CC2-433A-D958-99ABD6B3A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E2B0A5-1041-86B4-3163-296034192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3523A1-E3FA-F2E7-C5B1-11B96745B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FDB97-99D3-460B-8A07-93B6BD35ADE2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5DCCEC-918F-C0E8-2418-C92BE8EE3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82A5BB-2B76-A414-AD72-3DF67A0F3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73B16-9461-4583-A00C-39B44D20F9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578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DE278-7157-E422-59E3-B9899DE53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3493EE-0CF0-5E57-A3AE-E23440187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1316E0-B1E8-8C31-5865-8D8D800E6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FDB97-99D3-460B-8A07-93B6BD35ADE2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0D35BE-8FA1-8FF6-5580-0534EC215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CB1E6C-49F7-C641-778B-E4C1F9910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73B16-9461-4583-A00C-39B44D20F9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0519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54865C-ADC1-6338-83DB-302971F4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A89579-C6E3-9F99-C5AC-7F06A57289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8A8391-2F73-DE30-0C69-D3A9DA72A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05CF33-5579-55B4-CE69-973BF5BA1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FDB97-99D3-460B-8A07-93B6BD35ADE2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0E309B-6FF5-6B5D-7575-87B58E563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EEB859-3615-8B3E-A693-89CE9B30F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73B16-9461-4583-A00C-39B44D20F9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44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85525F-2A8C-E695-2101-4A9773538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9F9D23-CC1F-4EAA-3D8E-F8AA86673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F3521E0-9A0C-9885-2276-A71AFB1E3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E685B2-1506-A7D2-97D0-603E04625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69C9048-E620-ADBD-B492-9ED36E92DB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20B5911-D6D1-CB3D-1195-E7890A688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FDB97-99D3-460B-8A07-93B6BD35ADE2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A129493-BAAE-FF97-3608-C0696BB8A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59FF1B9-88C7-D59C-B6D6-324BE84F4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73B16-9461-4583-A00C-39B44D20F9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038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FB894A-0345-8133-EB90-6D1213EA2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82DCF6E-1A75-4EAF-C69D-978622EF6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FDB97-99D3-460B-8A07-93B6BD35ADE2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F7C0261-EBE1-BD3D-A7CE-BE8BFC71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77AF7B-C926-9504-22CF-22DCBC024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73B16-9461-4583-A00C-39B44D20F9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824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E7A9E29-9362-8135-2B2E-7034E7EE0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FDB97-99D3-460B-8A07-93B6BD35ADE2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DF0169F-5568-D0CE-42DF-9A5349F32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D1FC2A-7B19-C9E7-8661-90EBFBC77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73B16-9461-4583-A00C-39B44D20F9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280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613EE2-E56F-FF42-6E18-5CC0D8ACC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7BEA5D-3AF0-55C2-7315-797FDE50D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F7D0A6-20B7-EFEF-0B37-CBEA4F0A3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CFA07D-7544-CCCB-6E47-585113586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FDB97-99D3-460B-8A07-93B6BD35ADE2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0125A5-AD02-9226-55E3-780011D4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414B6A-3A0B-BF14-08F4-BBCCF003F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73B16-9461-4583-A00C-39B44D20F9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120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903514-947C-40B2-63D7-37C1FAB6D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A207720-DC24-728B-D3CE-F613A10374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B274A4-67E4-5104-3C4D-4E912B03C3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8B775A-537B-67C8-A312-F2BCAB18F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FDB97-99D3-460B-8A07-93B6BD35ADE2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692D40-E5D0-DC03-E2EE-2EC28B39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D018C5-AF58-B2DE-DBC9-1751D96B5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73B16-9461-4583-A00C-39B44D20F9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2455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BD812A-C6F8-3D53-C314-563D64C5F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AA3EF6-0513-E890-B13C-A84D6160B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EF4AED-9C46-0F91-EB33-C0A74C9CF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FDB97-99D3-460B-8A07-93B6BD35ADE2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548EFD-862F-A636-5B74-ECAA96C2E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E0B508-0AB2-22E5-69CA-1BBCD9650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73B16-9461-4583-A00C-39B44D20F9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249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5712AB5-DBED-FE16-4DBF-2C17F94096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E49177-F5B2-8147-BBDE-6AAA59119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685CD3-CF8D-2976-CF74-EC89B58A9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FDB97-99D3-460B-8A07-93B6BD35ADE2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C5A16B-C2F8-4F8D-6A90-0652805BE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16A070-2EFB-D623-8BC6-92A12E912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73B16-9461-4583-A00C-39B44D20F9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169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FF762C9-E066-69D9-4422-550F8EC54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8AD4B8-713D-5F35-DBAA-4BEC16335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E30C3E-8925-AB93-C9DD-4032E71D2B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FFDB97-99D3-460B-8A07-93B6BD35ADE2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6E1DA5-E2DD-A139-623E-1BFAA4AC18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410AF4-B2AF-7E5A-2B88-BF9993702D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973B16-9461-4583-A00C-39B44D20F9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3774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E6259608-490B-1B48-41D2-C2725180CA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251372"/>
              </p:ext>
            </p:extLst>
          </p:nvPr>
        </p:nvGraphicFramePr>
        <p:xfrm>
          <a:off x="254000" y="762000"/>
          <a:ext cx="3810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B0823BD6-5DF5-B4A8-A5BC-6E022ACFE2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939414"/>
              </p:ext>
            </p:extLst>
          </p:nvPr>
        </p:nvGraphicFramePr>
        <p:xfrm>
          <a:off x="4191000" y="762000"/>
          <a:ext cx="3810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07BBB622-035C-FF61-2FE8-D0451ACAF5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304498"/>
              </p:ext>
            </p:extLst>
          </p:nvPr>
        </p:nvGraphicFramePr>
        <p:xfrm>
          <a:off x="8128000" y="762000"/>
          <a:ext cx="3810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282325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2026-10-13T04:40:20Z</dcterms:created>
  <dcterms:modified xsi:type="dcterms:W3CDTF">2026-10-13T04:40:20Z</dcterms:modified>
</cp:coreProperties>
</file>