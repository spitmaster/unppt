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49FF2-B798-FC83-9FB7-B765830E2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C1140A-F232-F178-67A7-2EA9C15D1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B5E201-476F-2716-3832-450AFF799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EE8-5DFD-4B73-91C6-4997269747DA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A22247-C761-DD7B-A972-6F87E0BD2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9C7634-084A-FAAC-4321-4EA8340D0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882B-07D2-4864-979C-130E05889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523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496287-101A-AB71-F2C9-1328F9251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F1853-CD23-DC96-4BF2-F2CA31047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90A218-F79F-6B06-9DCA-B310CCAF1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EE8-5DFD-4B73-91C6-4997269747DA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CCDF6B-FE72-9E54-D75A-9098BAA09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828F99-8683-93E5-4D87-49ECFF271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882B-07D2-4864-979C-130E05889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662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A4CD9-5E7C-40EF-A820-8E44838DE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D96FCF-BF48-C64E-DB1A-14CBCEB82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606D87-E5B1-C9D4-309B-1297D6C3C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EE8-5DFD-4B73-91C6-4997269747DA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B519A8-F801-7FF4-7E60-9F59DA37E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2ADC89-9A4B-C114-0914-64309B307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882B-07D2-4864-979C-130E05889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21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50725A-7397-C1E2-B691-AF9874903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B3B12B-5268-DDD4-3562-43FFD45C64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C89BB8-F019-5800-B922-5E825C6D3D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B3A0BD-2A54-8858-0E9A-43014C87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EE8-5DFD-4B73-91C6-4997269747DA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5B40B6-3512-A9F3-64F8-E91A4FF61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583836-6A24-B4F7-8D2A-0895132F6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882B-07D2-4864-979C-130E05889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557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9B9ED7-A88D-F73F-E860-A15FFAB3C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4AF147-477D-80C8-6012-266A10A7E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0075F6-7474-7E99-5264-1A00D54CE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211CA5C-B7D9-9E14-2566-27A4AEB8C2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B18729-0B2F-8563-8DC9-690A0C4AD4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D891FDC-0C90-015A-1A27-C0B2DDC77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EE8-5DFD-4B73-91C6-4997269747DA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10AC38A-F827-38B9-4F01-6105731EB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F734F1F-C09F-B36C-8888-643E9EF4D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882B-07D2-4864-979C-130E05889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378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73B186-96AC-EAC3-E5BF-815B35A00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F4B5131-F6AA-B435-D5E1-982C4AD7A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EE8-5DFD-4B73-91C6-4997269747DA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9511B0-8308-AAFE-0968-D7507EA95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2A909D6-A49D-9017-C431-8DAB7B15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882B-07D2-4864-979C-130E05889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648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C5369C-9418-4FCD-A3BC-F9A5A6D10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EE8-5DFD-4B73-91C6-4997269747DA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F33BF01-0334-DEA0-52EE-CBAFCF294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489671-4397-60AC-2022-D25817DA2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882B-07D2-4864-979C-130E05889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051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967BBA-D5B1-6EFC-C34B-00123B6B5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45EA45-9F7F-77ED-B3E4-62991ACE1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D1D5B8-98A8-F522-465B-0222A7FB7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9D9176-B3BB-6173-2871-5E61DBD94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EE8-5DFD-4B73-91C6-4997269747DA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3115AC-7FA8-5F27-6A22-5132EA84B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E8AE27-5920-AC87-CD9E-FB3B09DD8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882B-07D2-4864-979C-130E05889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322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3A912B-2A51-E47C-3A81-145A2C0F8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DAD9051-DB7C-0630-708D-AA159FE77A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8565F0-5397-B035-9806-FC015A04B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493061-3B85-939E-0AD2-618F7490A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EE8-5DFD-4B73-91C6-4997269747DA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9E4068-C1F4-5000-E2C5-D8BEF0287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E8A041-C1B4-15A0-21B1-A8967B23C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882B-07D2-4864-979C-130E05889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343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BD57E2-ED03-EF97-5BF3-CABB2C92D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583A2E-C7DA-2ED4-2641-18098C477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AFFFD3-CBBB-FA8B-B68A-AF668E608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EE8-5DFD-4B73-91C6-4997269747DA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4D9A5F-648F-BCB3-CB10-7A64CB85A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C3AD83-430B-D468-E549-B039FED75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882B-07D2-4864-979C-130E05889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444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AC012F4-188C-2EC2-4836-A5CA3AA60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1BEDF5-5B72-CCCB-1A0D-481746AAFF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4A2668-F205-29F2-A638-807848E0E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EE8-5DFD-4B73-91C6-4997269747DA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BB1638-659C-FA06-7F8E-FBC9C9431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7AB4E1-4D82-080D-6D4E-126C1FBC6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882B-07D2-4864-979C-130E05889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019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243B111-C11B-E3DA-E399-A0A924291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DBDEA0-C753-8523-33C3-EDC4AB134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E9648C-81B0-2325-74DD-7259318B73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00BEE8-5DFD-4B73-91C6-4997269747DA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2133F8-006D-2E36-EF10-E0EE4E0A3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B4651E-C887-0325-BC0F-7F0888F6F2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C0882B-07D2-4864-979C-130E05889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207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EEAE4AEE-787D-7F46-6304-D29CCD1588B8}"/>
              </a:ext>
            </a:extLst>
          </p:cNvPr>
          <p:cNvGrpSpPr/>
          <p:nvPr/>
        </p:nvGrpSpPr>
        <p:grpSpPr>
          <a:xfrm rot="1200000">
            <a:off x="1270000" y="1270000"/>
            <a:ext cx="2540000" cy="1905000"/>
            <a:chOff x="1270000" y="1270000"/>
            <a:chExt cx="2540000" cy="190500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5144CA03-6798-ACA8-3858-18C986A67DB5}"/>
                </a:ext>
              </a:extLst>
            </p:cNvPr>
            <p:cNvSpPr/>
            <p:nvPr/>
          </p:nvSpPr>
          <p:spPr>
            <a:xfrm>
              <a:off x="1270000" y="1270000"/>
              <a:ext cx="1905000" cy="1016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5AF197EE-4F21-F44D-B5A5-2298DA8C6F77}"/>
                </a:ext>
              </a:extLst>
            </p:cNvPr>
            <p:cNvSpPr/>
            <p:nvPr/>
          </p:nvSpPr>
          <p:spPr>
            <a:xfrm>
              <a:off x="2540000" y="1905000"/>
              <a:ext cx="1270000" cy="1270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箭头: 右 4">
            <a:extLst>
              <a:ext uri="{FF2B5EF4-FFF2-40B4-BE49-F238E27FC236}">
                <a16:creationId xmlns:a16="http://schemas.microsoft.com/office/drawing/2014/main" id="{12D9B2B1-3828-16D5-D7D4-9EB0223A8EFC}"/>
              </a:ext>
            </a:extLst>
          </p:cNvPr>
          <p:cNvSpPr/>
          <p:nvPr/>
        </p:nvSpPr>
        <p:spPr>
          <a:xfrm flipH="1">
            <a:off x="6350000" y="1270000"/>
            <a:ext cx="2540000" cy="1270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等腰三角形 5">
            <a:extLst>
              <a:ext uri="{FF2B5EF4-FFF2-40B4-BE49-F238E27FC236}">
                <a16:creationId xmlns:a16="http://schemas.microsoft.com/office/drawing/2014/main" id="{B4B4D4C5-B165-12E8-2991-0810AE4CCAFD}"/>
              </a:ext>
            </a:extLst>
          </p:cNvPr>
          <p:cNvSpPr/>
          <p:nvPr/>
        </p:nvSpPr>
        <p:spPr>
          <a:xfrm rot="2700000">
            <a:off x="6350000" y="3810000"/>
            <a:ext cx="1905000" cy="1524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843641F-BFC4-F2B3-DC27-5BBE2AC2246E}"/>
              </a:ext>
            </a:extLst>
          </p:cNvPr>
          <p:cNvSpPr txBox="1"/>
          <p:nvPr/>
        </p:nvSpPr>
        <p:spPr>
          <a:xfrm rot="-900000">
            <a:off x="1270000" y="4445000"/>
            <a:ext cx="3810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旋转的文本框</a:t>
            </a:r>
          </a:p>
        </p:txBody>
      </p:sp>
    </p:spTree>
    <p:extLst>
      <p:ext uri="{BB962C8B-B14F-4D97-AF65-F5344CB8AC3E}">
        <p14:creationId xmlns:p14="http://schemas.microsoft.com/office/powerpoint/2010/main" val="2211318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自定义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2026-10-12T11:45:58Z</dcterms:created>
  <dcterms:modified xsi:type="dcterms:W3CDTF">2026-10-12T11:45:58Z</dcterms:modified>
</cp:coreProperties>
</file>