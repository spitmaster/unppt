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778F9E-08AC-F7B7-752A-89C67EC96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9595B2-8477-30EE-A3A4-FEEB8A391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E4E553-B7DD-AAA0-D481-83516168B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9B57-B086-4A98-85F8-66FF082381B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54A5FC-FAF9-4132-CA25-6E303AB67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C5D0AC-31F2-4485-E817-8E3B68F5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AFA9-2FEF-423A-8837-EE3B28FDA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137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73940-4BF9-5E6C-BC93-CC4AB575C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B8653D-7A4A-7EBC-68E2-8816709A4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E4A19E-F894-6CB4-DD26-0D636EEB0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9B57-B086-4A98-85F8-66FF082381B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E1BADE-0BC7-0EF3-C9EA-EDC3B41D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8B0AC3-1EE9-3BEA-374C-DA9B4356B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AFA9-2FEF-423A-8837-EE3B28FDA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762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4B3FEF-1F6A-CCD7-D65A-08894215A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4D34ED-3BAD-544B-A7A4-15164BBB4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1F97B1-AE7C-3580-7B8D-3B8FDBBD6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9B57-B086-4A98-85F8-66FF082381B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987648-D628-D827-3E26-29FC483A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3D55B4-1127-8F60-35E5-A92C3BD8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AFA9-2FEF-423A-8837-EE3B28FDA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02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EA4F9B-585C-6090-50F4-E5C7A5A69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B08E5A-3F20-1D98-2956-C356CC9A9D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195C5F-A135-94BA-805F-2F6BAFAA2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963D09-2FA8-13C3-E6F0-BE0A63C05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9B57-B086-4A98-85F8-66FF082381B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BC4F41-D3BB-FD52-C943-E9AF6C30D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C78A39-B684-6277-A924-57CE093E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AFA9-2FEF-423A-8837-EE3B28FDA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513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7DC58-73D1-537F-73F7-AB2CBDC64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DE30B6-946E-0930-46C5-50C5FB796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BBDA6D-C714-FD2D-A1F0-E0136CEE4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BE1B8E5-355C-7C89-99BB-E95D56B443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9BF140-E243-89D1-1549-C2170A6A5A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C047169-531C-45C1-DA83-F53184BAF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9B57-B086-4A98-85F8-66FF082381B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1F3C2F-AFCB-16BE-3E0E-2CFCB0073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E41AD3-8494-7157-27E6-211CF2362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AFA9-2FEF-423A-8837-EE3B28FDA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5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D95BCD-E658-C1C2-DB87-92B318932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3BF615-20B3-7A38-8E56-366F4F511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9B57-B086-4A98-85F8-66FF082381B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2CDFD3-E5A9-F44C-0B82-9FE594553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AC495F-5A39-D929-E03D-535A09EB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AFA9-2FEF-423A-8837-EE3B28FDA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890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39FB345-C881-1984-B0EE-4D41C996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9B57-B086-4A98-85F8-66FF082381B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4A3C9F-7EE6-4209-55D3-F4F26ED9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3678EF-2865-B66B-1925-56D84494D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AFA9-2FEF-423A-8837-EE3B28FDA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984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2333CC-8AC9-8212-67F5-F90F1DC8B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2A9310-1D1C-FAC9-2093-AC7E104E7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682CD6-648D-859E-14B3-84602EFBD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9DBD66-836E-C18E-85BC-437D87915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9B57-B086-4A98-85F8-66FF082381B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1902A4-F4B1-EFEF-CE88-7337C7305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D8DB8B-2F40-A042-1587-1B1499514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AFA9-2FEF-423A-8837-EE3B28FDA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03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27112A-6129-D397-9197-4FD73B90A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FC0D67-CC41-2C00-F474-763BEF4C0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760852-4C00-4957-82E5-414804B9E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C6E229-3F70-3DE4-2311-F899E5E87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9B57-B086-4A98-85F8-66FF082381B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BD7317-FE11-419F-CA91-BDE19CDBA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2CFE68-94E1-5378-5E09-6D64CD29D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AFA9-2FEF-423A-8837-EE3B28FDA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621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9B882-A69B-A195-92BA-381A16F1E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BE9836-19B4-C53E-AF66-147DCE117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96C2D6-F900-D238-C8E3-DD58BCD76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9B57-B086-4A98-85F8-66FF082381B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2D8B79-2CFD-FD26-9700-08857464B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C44572-9B84-9241-297C-18058F4A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AFA9-2FEF-423A-8837-EE3B28FDA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59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4DDB0E-3399-3D0C-B7C5-2AE9DD088D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5979D1-92B8-4BCA-8257-BC5A2F091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414D5D-95E4-AEDE-F880-58D285AEB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9B57-B086-4A98-85F8-66FF082381B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7DEB05-F705-530A-29AC-B8413D4FD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D1447E-DA4B-D9D5-6226-D7B647CE8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AFA9-2FEF-423A-8837-EE3B28FDA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698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661481F-C1AC-D7D0-AB68-8F083057E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176443-34F5-EE2A-7642-FA2D4E343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FF6FD1-60BE-35A7-52BE-2D6CC3B284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FF9B57-B086-4A98-85F8-66FF082381B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96BA3E-D71D-5A75-4209-8507A06A99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BF68AD-F493-0F6B-D970-49F6683F1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7AFA9-2FEF-423A-8837-EE3B28FDA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926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GWH0">
            <a:extLst>
              <a:ext uri="{FF2B5EF4-FFF2-40B4-BE49-F238E27FC236}">
                <a16:creationId xmlns:a16="http://schemas.microsoft.com/office/drawing/2014/main" id="{ECE0F737-5EED-366C-0AA6-3D7F39A8DBE2}"/>
              </a:ext>
            </a:extLst>
          </p:cNvPr>
          <p:cNvSpPr/>
          <p:nvPr/>
        </p:nvSpPr>
        <p:spPr>
          <a:xfrm>
            <a:off x="1270000" y="1254972"/>
            <a:ext cx="2540000" cy="3825027"/>
          </a:xfrm>
          <a:custGeom>
            <a:avLst/>
            <a:gdLst>
              <a:gd name="connsiteX0" fmla="*/ 0 w 2540000"/>
              <a:gd name="connsiteY0" fmla="*/ 3825027 h 3825027"/>
              <a:gd name="connsiteX1" fmla="*/ 2540000 w 2540000"/>
              <a:gd name="connsiteY1" fmla="*/ 3825027 h 3825027"/>
              <a:gd name="connsiteX2" fmla="*/ 1270000 w 2540000"/>
              <a:gd name="connsiteY2" fmla="*/ 269027 h 3825027"/>
              <a:gd name="connsiteX3" fmla="*/ 635000 w 2540000"/>
              <a:gd name="connsiteY3" fmla="*/ 650027 h 3825027"/>
              <a:gd name="connsiteX4" fmla="*/ 0 w 2540000"/>
              <a:gd name="connsiteY4" fmla="*/ 3825027 h 38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0000" h="3825027">
                <a:moveTo>
                  <a:pt x="0" y="3825027"/>
                </a:moveTo>
                <a:lnTo>
                  <a:pt x="2540000" y="3825027"/>
                </a:lnTo>
                <a:lnTo>
                  <a:pt x="1270000" y="269027"/>
                </a:lnTo>
                <a:cubicBezTo>
                  <a:pt x="952500" y="-260140"/>
                  <a:pt x="846667" y="57360"/>
                  <a:pt x="635000" y="650027"/>
                </a:cubicBezTo>
                <a:cubicBezTo>
                  <a:pt x="423333" y="1242694"/>
                  <a:pt x="132292" y="3163569"/>
                  <a:pt x="0" y="3825027"/>
                </a:cubicBezTo>
                <a:close/>
              </a:path>
            </a:pathLst>
          </a:custGeom>
          <a:solidFill>
            <a:srgbClr val="5B9BD5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GWH1">
            <a:extLst>
              <a:ext uri="{FF2B5EF4-FFF2-40B4-BE49-F238E27FC236}">
                <a16:creationId xmlns:a16="http://schemas.microsoft.com/office/drawing/2014/main" id="{64F88DB0-2D69-3E6D-EE6C-4883C845F77F}"/>
              </a:ext>
            </a:extLst>
          </p:cNvPr>
          <p:cNvSpPr/>
          <p:nvPr/>
        </p:nvSpPr>
        <p:spPr>
          <a:xfrm>
            <a:off x="6350000" y="1254972"/>
            <a:ext cx="2540000" cy="3825027"/>
          </a:xfrm>
          <a:custGeom>
            <a:avLst/>
            <a:gdLst>
              <a:gd name="connsiteX0" fmla="*/ 0 w 2540000"/>
              <a:gd name="connsiteY0" fmla="*/ 3825027 h 3825027"/>
              <a:gd name="connsiteX1" fmla="*/ 2540000 w 2540000"/>
              <a:gd name="connsiteY1" fmla="*/ 3825027 h 3825027"/>
              <a:gd name="connsiteX2" fmla="*/ 1270000 w 2540000"/>
              <a:gd name="connsiteY2" fmla="*/ 269027 h 3825027"/>
              <a:gd name="connsiteX3" fmla="*/ 635000 w 2540000"/>
              <a:gd name="connsiteY3" fmla="*/ 650027 h 3825027"/>
              <a:gd name="connsiteX4" fmla="*/ 0 w 2540000"/>
              <a:gd name="connsiteY4" fmla="*/ 3825027 h 38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>
                <a:moveTo>
                  <a:pt x="0" y="3825027"/>
                </a:moveTo>
                <a:lnTo>
                  <a:pt x="2540000" y="3825027"/>
                </a:lnTo>
                <a:lnTo>
                  <a:pt x="1270000" y="269027"/>
                </a:lnTo>
                <a:cubicBezTo>
                  <a:pt x="952500" y="-260140"/>
                  <a:pt x="846667" y="57360"/>
                  <a:pt x="635000" y="650027"/>
                </a:cubicBezTo>
                <a:cubicBezTo>
                  <a:pt x="423333" y="1242694"/>
                  <a:pt x="132292" y="3163569"/>
                  <a:pt x="0" y="3825027"/>
                </a:cubicBezTo>
                <a:close/>
              </a:path>
            </a:pathLst>
          </a:custGeom>
          <a:solidFill>
            <a:srgbClr val="5B9BD5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773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2026-10-19T05:06:44Z</dcterms:created>
  <dcterms:modified xsi:type="dcterms:W3CDTF">2026-10-19T05:06:44Z</dcterms:modified>
</cp:coreProperties>
</file>