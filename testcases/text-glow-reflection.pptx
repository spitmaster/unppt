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F8684-EA8C-AB1D-3777-58386B70F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C354A1-810A-B51E-3C86-84DE0CF6E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3ED7A-29BC-AAF1-858C-48A6E3DAE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858607-19D3-9C9C-7D7B-93EEFAA0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7032B8-1F83-FEAB-2E7B-FD3A8834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76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7FD1B-0648-5AA4-06F3-9282BBB6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9D8843-361F-6FC5-6BF1-3E91823F4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CDD70-16CE-5A58-6808-D4204FD5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8B0782-567D-9350-122A-F6B44D89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A4EBE6-21C7-97B8-3C84-AAACF724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15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E2E23-8CEF-5AA7-DEA5-1D5DAE0D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D17573-4C96-EF23-6688-EE8500209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0F4EFB-7B1A-C8B8-EFEE-3E02C568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BB2BEE-0817-2E03-4BDD-391DB6C2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6489EE-A5BE-1111-93A4-6AC2CF59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4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BFEE6-C2E6-CE00-F875-5D3C0F6D2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C44AB-AFE4-0EC4-C556-2752BBC9B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80AAC4-5EEC-90DB-3B45-0D8D59440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D6B41F-0228-FA24-7150-626212BF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C41B41-30AC-94C4-77AB-0C24D901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BF48D-1589-CE44-CC87-8F6CA3CA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F2643-CD47-613E-5BA7-1895DAE3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8CEB78-7ECC-0266-02E8-441023BC4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108FF-2F1B-0B5D-F71B-F11270EF5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5750F8-2D1B-210B-9266-CAFCB5131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F25F6B-A3AA-F064-87E0-F05F0A167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BBC903-F512-E51C-984B-CC694C8B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9A6EB3-25A3-D86B-39EC-A7E6DAC3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8245AD-78ED-C8F1-3468-AC6AF2AA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47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FA988-6223-5F91-2E59-FE4B8717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8024F5-DE0A-80C0-0000-C16DA85D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E4F66D-92A4-F0BE-D85A-AA64387F0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F2FCB9-850A-206E-FF06-17CCB064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1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E556E7-E02E-0D92-D508-D7AE9039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BACE06-9489-2995-7B53-41396228A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F7721D-064A-62D8-1AD1-4D5A4544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7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3E5A5-DE0D-C3B4-6C51-91E32282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59643F-46EF-3FA8-6581-24E605630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E67F1E-2A4A-87C3-3939-AC61A869A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D29369-74B6-FA25-762C-EE281F30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0A738E-92A0-10A5-CB7D-491FAE1A6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F9BA22-8C63-7912-3CA0-D45B59F1D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46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631E8-417B-F91E-4C55-345B8F88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B4365C-0DB6-7EC9-F0EB-B4DE477E3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CA4E01-452E-1BD3-3B0D-84071F6F0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71E4A2-8D69-6427-F374-C5C52230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83C892-B4AC-9E04-C300-07501112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E2A817-D8CD-A681-7B1C-855119330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95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AC4B0-40E2-A9C7-3DF7-67332D29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AE8EF4-E5E2-A29B-8DBF-FC11CABDD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884D5-7C80-CC20-D958-5B13C79F9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8A206-E188-457A-A0A9-ED497612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A49DCB-E1FE-9472-7BCC-76391495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1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D73C1D-63AC-A99F-A954-AAEF9E200D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646B7E-43F6-5C8D-F39C-22C5452F8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F73B04-6D2A-31A5-F4BD-2B1A9B2E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4DDD10-4B4C-5CE0-6C17-EB1FCB08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54E1B3-DA20-6706-A0C0-2E7F2E3EB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63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1E38E7-F432-0539-3A68-39B69D46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5B4549-39B5-8417-B204-C3C86707E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CF0703-FB00-1089-BF68-613A223E7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BA656-8424-42FF-95A7-2E5B3D8170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86F86-5586-5E0D-CE9F-2FD6C9C58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B9C9F2-5C06-F7C8-0FEC-A62902340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EF78D-37EF-4070-82A3-E007A52286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25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A23748-9D84-001D-B38D-29D1CBB87B7B}"/>
              </a:ext>
            </a:extLst>
          </p:cNvPr>
          <p:cNvSpPr txBox="1"/>
          <p:nvPr/>
        </p:nvSpPr>
        <p:spPr>
          <a:xfrm>
            <a:off x="762000" y="381000"/>
            <a:ext cx="1016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800" b="1">
                <a:solidFill>
                  <a:srgbClr val="1F4E79"/>
                </a:solidFill>
                <a:effectLst>
                  <a:glow rad="101600">
                    <a:srgbClr val="FFC000"/>
                  </a:glow>
                </a:effectLst>
              </a:rPr>
              <a:t>发光文字 </a:t>
            </a:r>
            <a:r>
              <a:rPr lang="en-US" altLang="zh-CN" sz="4800" b="1">
                <a:solidFill>
                  <a:srgbClr val="1F4E79"/>
                </a:solidFill>
                <a:effectLst>
                  <a:glow rad="101600">
                    <a:srgbClr val="FFC000"/>
                  </a:glow>
                </a:effectLst>
              </a:rPr>
              <a:t>Glow</a:t>
            </a:r>
            <a:endParaRPr lang="zh-CN" altLang="en-US" sz="4800" b="1">
              <a:solidFill>
                <a:srgbClr val="1F4E79"/>
              </a:solidFill>
              <a:effectLst>
                <a:glow rad="101600">
                  <a:srgbClr val="FFC000"/>
                </a:glo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6E65C3-9F63-6798-02D9-12FDEDF44A8D}"/>
              </a:ext>
            </a:extLst>
          </p:cNvPr>
          <p:cNvSpPr txBox="1"/>
          <p:nvPr/>
        </p:nvSpPr>
        <p:spPr>
          <a:xfrm>
            <a:off x="762000" y="1968500"/>
            <a:ext cx="1016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800" b="1">
                <a:solidFill>
                  <a:srgbClr val="1F4E79"/>
                </a:solidFill>
                <a:effectLst>
                  <a:reflection blurRad="6350" stA="60000" endA="900" endPos="58000" dir="5400000" sy="-100000" algn="bl" rotWithShape="0"/>
                </a:effectLst>
              </a:rPr>
              <a:t>映像文字 </a:t>
            </a:r>
            <a:r>
              <a:rPr lang="en-US" altLang="zh-CN" sz="4800" b="1">
                <a:solidFill>
                  <a:srgbClr val="1F4E79"/>
                </a:solidFill>
                <a:effectLst>
                  <a:reflection blurRad="6350" stA="60000" endA="900" endPos="58000" dir="5400000" sy="-100000" algn="bl" rotWithShape="0"/>
                </a:effectLst>
              </a:rPr>
              <a:t>Reflection</a:t>
            </a:r>
            <a:endParaRPr lang="zh-CN" altLang="en-US" sz="4800" b="1">
              <a:solidFill>
                <a:srgbClr val="1F4E79"/>
              </a:solidFill>
              <a:effectLst>
                <a:reflection blurRad="6350" stA="60000" endA="900" endPos="58000" dir="5400000" sy="-100000" algn="bl" rotWithShape="0"/>
              </a:effectLs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4DC665-0CE5-EC09-D838-F7B66C730688}"/>
              </a:ext>
            </a:extLst>
          </p:cNvPr>
          <p:cNvSpPr txBox="1"/>
          <p:nvPr/>
        </p:nvSpPr>
        <p:spPr>
          <a:xfrm>
            <a:off x="762000" y="3556000"/>
            <a:ext cx="1016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800" b="1">
                <a:solidFill>
                  <a:srgbClr val="1F4E79"/>
                </a:solidFill>
                <a:effectLst>
                  <a:glow rad="101600">
                    <a:srgbClr val="FFC000"/>
                  </a:glow>
                  <a:reflection blurRad="6350" stA="60000" endA="900" endPos="58000" dir="5400000" sy="-100000" algn="bl" rotWithShape="0"/>
                </a:effectLst>
              </a:rPr>
              <a:t>发光加映像 </a:t>
            </a:r>
            <a:r>
              <a:rPr lang="en-US" altLang="zh-CN" sz="4800" b="1">
                <a:solidFill>
                  <a:srgbClr val="1F4E79"/>
                </a:solidFill>
                <a:effectLst>
                  <a:glow rad="101600">
                    <a:srgbClr val="FFC000"/>
                  </a:glow>
                  <a:reflection blurRad="6350" stA="60000" endA="900" endPos="58000" dir="5400000" sy="-100000" algn="bl" rotWithShape="0"/>
                </a:effectLst>
              </a:rPr>
              <a:t>Both</a:t>
            </a:r>
            <a:endParaRPr lang="zh-CN" altLang="en-US" sz="4800" b="1">
              <a:solidFill>
                <a:srgbClr val="1F4E79"/>
              </a:solidFill>
              <a:effectLst>
                <a:glow rad="101600">
                  <a:srgbClr val="FFC000"/>
                </a:glow>
                <a:reflection blurRad="6350" stA="60000" endA="900" endPos="58000" dir="5400000" sy="-100000" algn="bl" rotWithShape="0"/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598905-FEA8-9E8D-CEF9-2DAC60D76F8E}"/>
              </a:ext>
            </a:extLst>
          </p:cNvPr>
          <p:cNvSpPr txBox="1"/>
          <p:nvPr/>
        </p:nvSpPr>
        <p:spPr>
          <a:xfrm>
            <a:off x="762000" y="5143500"/>
            <a:ext cx="1016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800" b="1">
                <a:solidFill>
                  <a:srgbClr val="1F4E79"/>
                </a:solidFill>
                <a:effectLst>
                  <a:innerShdw blurRad="50800" dist="35921" dir="2700000">
                    <a:scrgbClr r="0" g="0" b="0"/>
                  </a:innerShdw>
                </a:effectLst>
              </a:rPr>
              <a:t>内阴影文字 </a:t>
            </a:r>
            <a:r>
              <a:rPr lang="en-US" altLang="zh-CN" sz="4800" b="1">
                <a:solidFill>
                  <a:srgbClr val="1F4E79"/>
                </a:solidFill>
                <a:effectLst>
                  <a:innerShdw blurRad="50800" dist="35921" dir="2700000">
                    <a:scrgbClr r="0" g="0" b="0"/>
                  </a:innerShdw>
                </a:effectLst>
              </a:rPr>
              <a:t>Inner</a:t>
            </a:r>
            <a:endParaRPr lang="zh-CN" altLang="en-US" sz="4800" b="1">
              <a:solidFill>
                <a:srgbClr val="1F4E79"/>
              </a:solidFill>
              <a:effectLst>
                <a:innerShdw blurRad="50800" dist="35921" dir="2700000">
                  <a:scrgbClr r="0" g="0" b="0"/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543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2026-10-13T05:08:44Z</dcterms:created>
  <dcterms:modified xsi:type="dcterms:W3CDTF">2026-10-13T05:08:44Z</dcterms:modified>
</cp:coreProperties>
</file>