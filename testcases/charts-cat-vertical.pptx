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  <c:pt idx="5">
                  <c:v>第6周</c:v>
                </c:pt>
                <c:pt idx="6">
                  <c:v>第7周</c:v>
                </c:pt>
                <c:pt idx="7">
                  <c:v>第8周</c:v>
                </c:pt>
                <c:pt idx="8">
                  <c:v>第9周</c:v>
                </c:pt>
                <c:pt idx="9">
                  <c:v>第10周</c:v>
                </c:pt>
                <c:pt idx="10">
                  <c:v>第11周</c:v>
                </c:pt>
                <c:pt idx="11">
                  <c:v>第12周</c:v>
                </c:pt>
                <c:pt idx="12">
                  <c:v>第13周</c:v>
                </c:pt>
                <c:pt idx="13">
                  <c:v>第14周</c:v>
                </c:pt>
                <c:pt idx="14">
                  <c:v>第15周</c:v>
                </c:pt>
                <c:pt idx="15">
                  <c:v>第16周</c:v>
                </c:pt>
                <c:pt idx="16">
                  <c:v>第17周</c:v>
                </c:pt>
                <c:pt idx="17">
                  <c:v>第18周</c:v>
                </c:pt>
                <c:pt idx="18">
                  <c:v>第19周</c:v>
                </c:pt>
                <c:pt idx="19">
                  <c:v>第20周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0A-4DFA-BA4E-6812EF67B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9878560"/>
        <c:axId val="559879520"/>
      </c:barChart>
      <c:catAx>
        <c:axId val="559878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9879520"/>
        <c:crosses val="autoZero"/>
        <c:auto val="1"/>
        <c:lblAlgn val="ctr"/>
        <c:lblOffset val="100"/>
        <c:noMultiLvlLbl val="0"/>
      </c:catAx>
      <c:valAx>
        <c:axId val="559879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9878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  <c:pt idx="5">
                  <c:v>第6周</c:v>
                </c:pt>
                <c:pt idx="6">
                  <c:v>第7周</c:v>
                </c:pt>
                <c:pt idx="7">
                  <c:v>第8周</c:v>
                </c:pt>
                <c:pt idx="8">
                  <c:v>第9周</c:v>
                </c:pt>
                <c:pt idx="9">
                  <c:v>第10周</c:v>
                </c:pt>
                <c:pt idx="10">
                  <c:v>第11周</c:v>
                </c:pt>
                <c:pt idx="11">
                  <c:v>第12周</c:v>
                </c:pt>
                <c:pt idx="12">
                  <c:v>第13周</c:v>
                </c:pt>
                <c:pt idx="13">
                  <c:v>第14周</c:v>
                </c:pt>
                <c:pt idx="14">
                  <c:v>第15周</c:v>
                </c:pt>
                <c:pt idx="15">
                  <c:v>第16周</c:v>
                </c:pt>
                <c:pt idx="16">
                  <c:v>第17周</c:v>
                </c:pt>
                <c:pt idx="17">
                  <c:v>第18周</c:v>
                </c:pt>
                <c:pt idx="18">
                  <c:v>第19周</c:v>
                </c:pt>
                <c:pt idx="19">
                  <c:v>第20周</c:v>
                </c:pt>
                <c:pt idx="20">
                  <c:v>第21周</c:v>
                </c:pt>
                <c:pt idx="21">
                  <c:v>第22周</c:v>
                </c:pt>
                <c:pt idx="22">
                  <c:v>第23周</c:v>
                </c:pt>
                <c:pt idx="23">
                  <c:v>第24周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1D-4026-869E-9E1AA25D83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8684496"/>
        <c:axId val="698688816"/>
      </c:barChart>
      <c:catAx>
        <c:axId val="698684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8688816"/>
        <c:crosses val="autoZero"/>
        <c:auto val="1"/>
        <c:lblAlgn val="ctr"/>
        <c:lblOffset val="100"/>
        <c:noMultiLvlLbl val="0"/>
      </c:catAx>
      <c:valAx>
        <c:axId val="69868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8684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  <c:pt idx="5">
                  <c:v>第6周</c:v>
                </c:pt>
                <c:pt idx="6">
                  <c:v>第7周</c:v>
                </c:pt>
                <c:pt idx="7">
                  <c:v>第8周</c:v>
                </c:pt>
                <c:pt idx="8">
                  <c:v>第9周</c:v>
                </c:pt>
                <c:pt idx="9">
                  <c:v>第10周</c:v>
                </c:pt>
                <c:pt idx="10">
                  <c:v>第11周</c:v>
                </c:pt>
                <c:pt idx="11">
                  <c:v>第12周</c:v>
                </c:pt>
                <c:pt idx="12">
                  <c:v>第13周</c:v>
                </c:pt>
                <c:pt idx="13">
                  <c:v>第14周</c:v>
                </c:pt>
                <c:pt idx="14">
                  <c:v>第15周</c:v>
                </c:pt>
                <c:pt idx="15">
                  <c:v>第16周</c:v>
                </c:pt>
                <c:pt idx="16">
                  <c:v>第17周</c:v>
                </c:pt>
                <c:pt idx="17">
                  <c:v>第18周</c:v>
                </c:pt>
                <c:pt idx="18">
                  <c:v>第19周</c:v>
                </c:pt>
                <c:pt idx="19">
                  <c:v>第20周</c:v>
                </c:pt>
                <c:pt idx="20">
                  <c:v>第21周</c:v>
                </c:pt>
                <c:pt idx="21">
                  <c:v>第22周</c:v>
                </c:pt>
                <c:pt idx="22">
                  <c:v>第23周</c:v>
                </c:pt>
                <c:pt idx="23">
                  <c:v>第24周</c:v>
                </c:pt>
                <c:pt idx="24">
                  <c:v>第25周</c:v>
                </c:pt>
                <c:pt idx="25">
                  <c:v>第26周</c:v>
                </c:pt>
                <c:pt idx="26">
                  <c:v>第27周</c:v>
                </c:pt>
                <c:pt idx="27">
                  <c:v>第28周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0D-4CF0-BF6D-394DE88286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8678256"/>
        <c:axId val="698688336"/>
      </c:barChart>
      <c:catAx>
        <c:axId val="698678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8688336"/>
        <c:crosses val="autoZero"/>
        <c:auto val="1"/>
        <c:lblAlgn val="ctr"/>
        <c:lblOffset val="100"/>
        <c:noMultiLvlLbl val="0"/>
      </c:catAx>
      <c:valAx>
        <c:axId val="69868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867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Sheet1!$A$2:$A$31</c:f>
              <c:strCache>
                <c:ptCount val="30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  <c:pt idx="5">
                  <c:v>第6周</c:v>
                </c:pt>
                <c:pt idx="6">
                  <c:v>第7周</c:v>
                </c:pt>
                <c:pt idx="7">
                  <c:v>第8周</c:v>
                </c:pt>
                <c:pt idx="8">
                  <c:v>第9周</c:v>
                </c:pt>
                <c:pt idx="9">
                  <c:v>第10周</c:v>
                </c:pt>
                <c:pt idx="10">
                  <c:v>第11周</c:v>
                </c:pt>
                <c:pt idx="11">
                  <c:v>第12周</c:v>
                </c:pt>
                <c:pt idx="12">
                  <c:v>第13周</c:v>
                </c:pt>
                <c:pt idx="13">
                  <c:v>第14周</c:v>
                </c:pt>
                <c:pt idx="14">
                  <c:v>第15周</c:v>
                </c:pt>
                <c:pt idx="15">
                  <c:v>第16周</c:v>
                </c:pt>
                <c:pt idx="16">
                  <c:v>第17周</c:v>
                </c:pt>
                <c:pt idx="17">
                  <c:v>第18周</c:v>
                </c:pt>
                <c:pt idx="18">
                  <c:v>第19周</c:v>
                </c:pt>
                <c:pt idx="19">
                  <c:v>第20周</c:v>
                </c:pt>
                <c:pt idx="20">
                  <c:v>第21周</c:v>
                </c:pt>
                <c:pt idx="21">
                  <c:v>第22周</c:v>
                </c:pt>
                <c:pt idx="22">
                  <c:v>第23周</c:v>
                </c:pt>
                <c:pt idx="23">
                  <c:v>第24周</c:v>
                </c:pt>
                <c:pt idx="24">
                  <c:v>第25周</c:v>
                </c:pt>
                <c:pt idx="25">
                  <c:v>第26周</c:v>
                </c:pt>
                <c:pt idx="26">
                  <c:v>第27周</c:v>
                </c:pt>
                <c:pt idx="27">
                  <c:v>第28周</c:v>
                </c:pt>
                <c:pt idx="28">
                  <c:v>第29周</c:v>
                </c:pt>
                <c:pt idx="29">
                  <c:v>第30周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  <c:pt idx="28">
                  <c:v>8</c:v>
                </c:pt>
                <c:pt idx="2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DF-4D36-8F69-6F2E9E3BBF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8677296"/>
        <c:axId val="698675376"/>
      </c:barChart>
      <c:catAx>
        <c:axId val="698677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8675376"/>
        <c:crosses val="autoZero"/>
        <c:auto val="1"/>
        <c:lblAlgn val="ctr"/>
        <c:lblOffset val="100"/>
        <c:noMultiLvlLbl val="0"/>
      </c:catAx>
      <c:valAx>
        <c:axId val="69867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8677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Sheet1!$A$2:$A$34</c:f>
              <c:strCache>
                <c:ptCount val="33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  <c:pt idx="5">
                  <c:v>第6周</c:v>
                </c:pt>
                <c:pt idx="6">
                  <c:v>第7周</c:v>
                </c:pt>
                <c:pt idx="7">
                  <c:v>第8周</c:v>
                </c:pt>
                <c:pt idx="8">
                  <c:v>第9周</c:v>
                </c:pt>
                <c:pt idx="9">
                  <c:v>第10周</c:v>
                </c:pt>
                <c:pt idx="10">
                  <c:v>第11周</c:v>
                </c:pt>
                <c:pt idx="11">
                  <c:v>第12周</c:v>
                </c:pt>
                <c:pt idx="12">
                  <c:v>第13周</c:v>
                </c:pt>
                <c:pt idx="13">
                  <c:v>第14周</c:v>
                </c:pt>
                <c:pt idx="14">
                  <c:v>第15周</c:v>
                </c:pt>
                <c:pt idx="15">
                  <c:v>第16周</c:v>
                </c:pt>
                <c:pt idx="16">
                  <c:v>第17周</c:v>
                </c:pt>
                <c:pt idx="17">
                  <c:v>第18周</c:v>
                </c:pt>
                <c:pt idx="18">
                  <c:v>第19周</c:v>
                </c:pt>
                <c:pt idx="19">
                  <c:v>第20周</c:v>
                </c:pt>
                <c:pt idx="20">
                  <c:v>第21周</c:v>
                </c:pt>
                <c:pt idx="21">
                  <c:v>第22周</c:v>
                </c:pt>
                <c:pt idx="22">
                  <c:v>第23周</c:v>
                </c:pt>
                <c:pt idx="23">
                  <c:v>第24周</c:v>
                </c:pt>
                <c:pt idx="24">
                  <c:v>第25周</c:v>
                </c:pt>
                <c:pt idx="25">
                  <c:v>第26周</c:v>
                </c:pt>
                <c:pt idx="26">
                  <c:v>第27周</c:v>
                </c:pt>
                <c:pt idx="27">
                  <c:v>第28周</c:v>
                </c:pt>
                <c:pt idx="28">
                  <c:v>第29周</c:v>
                </c:pt>
                <c:pt idx="29">
                  <c:v>第30周</c:v>
                </c:pt>
                <c:pt idx="30">
                  <c:v>第31周</c:v>
                </c:pt>
                <c:pt idx="31">
                  <c:v>第32周</c:v>
                </c:pt>
                <c:pt idx="32">
                  <c:v>第33周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  <c:pt idx="28">
                  <c:v>8</c:v>
                </c:pt>
                <c:pt idx="29">
                  <c:v>5</c:v>
                </c:pt>
                <c:pt idx="30">
                  <c:v>2</c:v>
                </c:pt>
                <c:pt idx="31">
                  <c:v>9</c:v>
                </c:pt>
                <c:pt idx="3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4F-43DA-A51C-8C834710D0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8040464"/>
        <c:axId val="708032304"/>
      </c:barChart>
      <c:catAx>
        <c:axId val="708040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8032304"/>
        <c:crosses val="autoZero"/>
        <c:auto val="1"/>
        <c:lblAlgn val="ctr"/>
        <c:lblOffset val="100"/>
        <c:noMultiLvlLbl val="0"/>
      </c:catAx>
      <c:valAx>
        <c:axId val="708032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8040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Sheet1!$A$2:$A$37</c:f>
              <c:strCache>
                <c:ptCount val="36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  <c:pt idx="5">
                  <c:v>第6周</c:v>
                </c:pt>
                <c:pt idx="6">
                  <c:v>第7周</c:v>
                </c:pt>
                <c:pt idx="7">
                  <c:v>第8周</c:v>
                </c:pt>
                <c:pt idx="8">
                  <c:v>第9周</c:v>
                </c:pt>
                <c:pt idx="9">
                  <c:v>第10周</c:v>
                </c:pt>
                <c:pt idx="10">
                  <c:v>第11周</c:v>
                </c:pt>
                <c:pt idx="11">
                  <c:v>第12周</c:v>
                </c:pt>
                <c:pt idx="12">
                  <c:v>第13周</c:v>
                </c:pt>
                <c:pt idx="13">
                  <c:v>第14周</c:v>
                </c:pt>
                <c:pt idx="14">
                  <c:v>第15周</c:v>
                </c:pt>
                <c:pt idx="15">
                  <c:v>第16周</c:v>
                </c:pt>
                <c:pt idx="16">
                  <c:v>第17周</c:v>
                </c:pt>
                <c:pt idx="17">
                  <c:v>第18周</c:v>
                </c:pt>
                <c:pt idx="18">
                  <c:v>第19周</c:v>
                </c:pt>
                <c:pt idx="19">
                  <c:v>第20周</c:v>
                </c:pt>
                <c:pt idx="20">
                  <c:v>第21周</c:v>
                </c:pt>
                <c:pt idx="21">
                  <c:v>第22周</c:v>
                </c:pt>
                <c:pt idx="22">
                  <c:v>第23周</c:v>
                </c:pt>
                <c:pt idx="23">
                  <c:v>第24周</c:v>
                </c:pt>
                <c:pt idx="24">
                  <c:v>第25周</c:v>
                </c:pt>
                <c:pt idx="25">
                  <c:v>第26周</c:v>
                </c:pt>
                <c:pt idx="26">
                  <c:v>第27周</c:v>
                </c:pt>
                <c:pt idx="27">
                  <c:v>第28周</c:v>
                </c:pt>
                <c:pt idx="28">
                  <c:v>第29周</c:v>
                </c:pt>
                <c:pt idx="29">
                  <c:v>第30周</c:v>
                </c:pt>
                <c:pt idx="30">
                  <c:v>第31周</c:v>
                </c:pt>
                <c:pt idx="31">
                  <c:v>第32周</c:v>
                </c:pt>
                <c:pt idx="32">
                  <c:v>第33周</c:v>
                </c:pt>
                <c:pt idx="33">
                  <c:v>第34周</c:v>
                </c:pt>
                <c:pt idx="34">
                  <c:v>第35周</c:v>
                </c:pt>
                <c:pt idx="35">
                  <c:v>第36周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  <c:pt idx="28">
                  <c:v>8</c:v>
                </c:pt>
                <c:pt idx="29">
                  <c:v>5</c:v>
                </c:pt>
                <c:pt idx="30">
                  <c:v>2</c:v>
                </c:pt>
                <c:pt idx="31">
                  <c:v>9</c:v>
                </c:pt>
                <c:pt idx="32">
                  <c:v>6</c:v>
                </c:pt>
                <c:pt idx="33">
                  <c:v>3</c:v>
                </c:pt>
                <c:pt idx="34">
                  <c:v>10</c:v>
                </c:pt>
                <c:pt idx="3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EB-4E8E-9DF1-C41027DB6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8030864"/>
        <c:axId val="708035664"/>
      </c:barChart>
      <c:catAx>
        <c:axId val="708030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8035664"/>
        <c:crosses val="autoZero"/>
        <c:auto val="1"/>
        <c:lblAlgn val="ctr"/>
        <c:lblOffset val="100"/>
        <c:noMultiLvlLbl val="0"/>
      </c:catAx>
      <c:valAx>
        <c:axId val="708035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8030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01甲乙丙丁戊己庚辛壬癸子丑寅卯辰巳午未</c:v>
                </c:pt>
                <c:pt idx="1">
                  <c:v>02甲乙丙丁戊己庚辛壬癸子丑寅卯辰巳午未</c:v>
                </c:pt>
                <c:pt idx="2">
                  <c:v>03甲乙丙丁戊己庚辛壬癸子丑寅卯辰巳午未</c:v>
                </c:pt>
                <c:pt idx="3">
                  <c:v>04甲乙丙丁戊己庚辛壬癸子丑寅卯辰巳午未</c:v>
                </c:pt>
                <c:pt idx="4">
                  <c:v>05甲乙丙丁戊己庚辛壬癸子丑寅卯辰巳午未</c:v>
                </c:pt>
                <c:pt idx="5">
                  <c:v>06甲乙丙丁戊己庚辛壬癸子丑寅卯辰巳午未</c:v>
                </c:pt>
                <c:pt idx="6">
                  <c:v>07甲乙丙丁戊己庚辛壬癸子丑寅卯辰巳午未</c:v>
                </c:pt>
                <c:pt idx="7">
                  <c:v>08甲乙丙丁戊己庚辛壬癸子丑寅卯辰巳午未</c:v>
                </c:pt>
                <c:pt idx="8">
                  <c:v>09甲乙丙丁戊己庚辛壬癸子丑寅卯辰巳午未</c:v>
                </c:pt>
                <c:pt idx="9">
                  <c:v>10甲乙丙丁戊己庚辛壬癸子丑寅卯辰巳午未</c:v>
                </c:pt>
                <c:pt idx="10">
                  <c:v>11甲乙丙丁戊己庚辛壬癸子丑寅卯辰巳午未</c:v>
                </c:pt>
                <c:pt idx="11">
                  <c:v>12甲乙丙丁戊己庚辛壬癸子丑寅卯辰巳午未</c:v>
                </c:pt>
                <c:pt idx="12">
                  <c:v>13甲乙丙丁戊己庚辛壬癸子丑寅卯辰巳午未</c:v>
                </c:pt>
                <c:pt idx="13">
                  <c:v>14甲乙丙丁戊己庚辛壬癸子丑寅卯辰巳午未</c:v>
                </c:pt>
                <c:pt idx="14">
                  <c:v>15甲乙丙丁戊己庚辛壬癸子丑寅卯辰巳午未</c:v>
                </c:pt>
                <c:pt idx="15">
                  <c:v>16甲乙丙丁戊己庚辛壬癸子丑寅卯辰巳午未</c:v>
                </c:pt>
                <c:pt idx="16">
                  <c:v>17甲乙丙丁戊己庚辛壬癸子丑寅卯辰巳午未</c:v>
                </c:pt>
                <c:pt idx="17">
                  <c:v>18甲乙丙丁戊己庚辛壬癸子丑寅卯辰巳午未</c:v>
                </c:pt>
                <c:pt idx="18">
                  <c:v>19甲乙丙丁戊己庚辛壬癸子丑寅卯辰巳午未</c:v>
                </c:pt>
                <c:pt idx="19">
                  <c:v>20甲乙丙丁戊己庚辛壬癸子丑寅卯辰巳午未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B2-4F01-ACBB-5388B07B96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8032784"/>
        <c:axId val="708033264"/>
      </c:barChart>
      <c:catAx>
        <c:axId val="70803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8033264"/>
        <c:crosses val="autoZero"/>
        <c:auto val="1"/>
        <c:lblAlgn val="ctr"/>
        <c:lblOffset val="100"/>
        <c:noMultiLvlLbl val="0"/>
      </c:catAx>
      <c:valAx>
        <c:axId val="708033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803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01甲乙丙丁戊己庚辛壬癸子丑寅卯辰巳午未</c:v>
                </c:pt>
                <c:pt idx="1">
                  <c:v>02甲乙丙丁戊己庚辛壬癸子丑寅卯辰巳午未</c:v>
                </c:pt>
                <c:pt idx="2">
                  <c:v>03甲乙丙丁戊己庚辛壬癸子丑寅卯辰巳午未</c:v>
                </c:pt>
                <c:pt idx="3">
                  <c:v>04甲乙丙丁戊己庚辛壬癸子丑寅卯辰巳午未</c:v>
                </c:pt>
                <c:pt idx="4">
                  <c:v>05甲乙丙丁戊己庚辛壬癸子丑寅卯辰巳午未</c:v>
                </c:pt>
                <c:pt idx="5">
                  <c:v>06甲乙丙丁戊己庚辛壬癸子丑寅卯辰巳午未</c:v>
                </c:pt>
                <c:pt idx="6">
                  <c:v>07甲乙丙丁戊己庚辛壬癸子丑寅卯辰巳午未</c:v>
                </c:pt>
                <c:pt idx="7">
                  <c:v>08甲乙丙丁戊己庚辛壬癸子丑寅卯辰巳午未</c:v>
                </c:pt>
                <c:pt idx="8">
                  <c:v>09甲乙丙丁戊己庚辛壬癸子丑寅卯辰巳午未</c:v>
                </c:pt>
                <c:pt idx="9">
                  <c:v>10甲乙丙丁戊己庚辛壬癸子丑寅卯辰巳午未</c:v>
                </c:pt>
                <c:pt idx="10">
                  <c:v>11甲乙丙丁戊己庚辛壬癸子丑寅卯辰巳午未</c:v>
                </c:pt>
                <c:pt idx="11">
                  <c:v>12甲乙丙丁戊己庚辛壬癸子丑寅卯辰巳午未</c:v>
                </c:pt>
                <c:pt idx="12">
                  <c:v>13甲乙丙丁戊己庚辛壬癸子丑寅卯辰巳午未</c:v>
                </c:pt>
                <c:pt idx="13">
                  <c:v>14甲乙丙丁戊己庚辛壬癸子丑寅卯辰巳午未</c:v>
                </c:pt>
                <c:pt idx="14">
                  <c:v>15甲乙丙丁戊己庚辛壬癸子丑寅卯辰巳午未</c:v>
                </c:pt>
                <c:pt idx="15">
                  <c:v>16甲乙丙丁戊己庚辛壬癸子丑寅卯辰巳午未</c:v>
                </c:pt>
                <c:pt idx="16">
                  <c:v>17甲乙丙丁戊己庚辛壬癸子丑寅卯辰巳午未</c:v>
                </c:pt>
                <c:pt idx="17">
                  <c:v>18甲乙丙丁戊己庚辛壬癸子丑寅卯辰巳午未</c:v>
                </c:pt>
                <c:pt idx="18">
                  <c:v>19甲乙丙丁戊己庚辛壬癸子丑寅卯辰巳午未</c:v>
                </c:pt>
                <c:pt idx="19">
                  <c:v>20甲乙丙丁戊己庚辛壬癸子丑寅卯辰巳午未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1D-41AD-83D5-5049F76B1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9017072"/>
        <c:axId val="699019472"/>
      </c:barChart>
      <c:catAx>
        <c:axId val="69901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9019472"/>
        <c:crosses val="autoZero"/>
        <c:auto val="1"/>
        <c:lblAlgn val="ctr"/>
        <c:lblOffset val="100"/>
        <c:noMultiLvlLbl val="0"/>
      </c:catAx>
      <c:valAx>
        <c:axId val="69901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9017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01甲乙丙丁戊己庚辛壬癸子丑寅卯辰巳午未</c:v>
                </c:pt>
                <c:pt idx="1">
                  <c:v>02甲乙丙丁戊己庚辛壬癸子丑寅卯辰巳午未</c:v>
                </c:pt>
                <c:pt idx="2">
                  <c:v>03甲乙丙丁戊己庚辛壬癸子丑寅卯辰巳午未</c:v>
                </c:pt>
                <c:pt idx="3">
                  <c:v>04甲乙丙丁戊己庚辛壬癸子丑寅卯辰巳午未</c:v>
                </c:pt>
                <c:pt idx="4">
                  <c:v>05甲乙丙丁戊己庚辛壬癸子丑寅卯辰巳午未</c:v>
                </c:pt>
                <c:pt idx="5">
                  <c:v>06甲乙丙丁戊己庚辛壬癸子丑寅卯辰巳午未</c:v>
                </c:pt>
                <c:pt idx="6">
                  <c:v>07甲乙丙丁戊己庚辛壬癸子丑寅卯辰巳午未</c:v>
                </c:pt>
                <c:pt idx="7">
                  <c:v>08甲乙丙丁戊己庚辛壬癸子丑寅卯辰巳午未</c:v>
                </c:pt>
                <c:pt idx="8">
                  <c:v>09甲乙丙丁戊己庚辛壬癸子丑寅卯辰巳午未</c:v>
                </c:pt>
                <c:pt idx="9">
                  <c:v>10甲乙丙丁戊己庚辛壬癸子丑寅卯辰巳午未</c:v>
                </c:pt>
                <c:pt idx="10">
                  <c:v>11甲乙丙丁戊己庚辛壬癸子丑寅卯辰巳午未</c:v>
                </c:pt>
                <c:pt idx="11">
                  <c:v>12甲乙丙丁戊己庚辛壬癸子丑寅卯辰巳午未</c:v>
                </c:pt>
                <c:pt idx="12">
                  <c:v>13甲乙丙丁戊己庚辛壬癸子丑寅卯辰巳午未</c:v>
                </c:pt>
                <c:pt idx="13">
                  <c:v>14甲乙丙丁戊己庚辛壬癸子丑寅卯辰巳午未</c:v>
                </c:pt>
                <c:pt idx="14">
                  <c:v>15甲乙丙丁戊己庚辛壬癸子丑寅卯辰巳午未</c:v>
                </c:pt>
                <c:pt idx="15">
                  <c:v>16甲乙丙丁戊己庚辛壬癸子丑寅卯辰巳午未</c:v>
                </c:pt>
                <c:pt idx="16">
                  <c:v>17甲乙丙丁戊己庚辛壬癸子丑寅卯辰巳午未</c:v>
                </c:pt>
                <c:pt idx="17">
                  <c:v>18甲乙丙丁戊己庚辛壬癸子丑寅卯辰巳午未</c:v>
                </c:pt>
                <c:pt idx="18">
                  <c:v>19甲乙丙丁戊己庚辛壬癸子丑寅卯辰巳午未</c:v>
                </c:pt>
                <c:pt idx="19">
                  <c:v>20甲乙丙丁戊己庚辛壬癸子丑寅卯辰巳午未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94-4D8F-8E48-76E4A99A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9022352"/>
        <c:axId val="699019952"/>
      </c:barChart>
      <c:catAx>
        <c:axId val="69902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9019952"/>
        <c:crosses val="autoZero"/>
        <c:auto val="1"/>
        <c:lblAlgn val="ctr"/>
        <c:lblOffset val="100"/>
        <c:noMultiLvlLbl val="0"/>
      </c:catAx>
      <c:valAx>
        <c:axId val="699019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9022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01甲乙丙丁戊己庚辛壬癸子丑寅卯辰巳午未</c:v>
                </c:pt>
                <c:pt idx="1">
                  <c:v>02甲乙丙丁戊己庚辛壬癸子丑寅卯辰巳午未</c:v>
                </c:pt>
                <c:pt idx="2">
                  <c:v>03甲乙丙丁戊己庚辛壬癸子丑寅卯辰巳午未</c:v>
                </c:pt>
                <c:pt idx="3">
                  <c:v>04甲乙丙丁戊己庚辛壬癸子丑寅卯辰巳午未</c:v>
                </c:pt>
                <c:pt idx="4">
                  <c:v>05甲乙丙丁戊己庚辛壬癸子丑寅卯辰巳午未</c:v>
                </c:pt>
                <c:pt idx="5">
                  <c:v>06甲乙丙丁戊己庚辛壬癸子丑寅卯辰巳午未</c:v>
                </c:pt>
                <c:pt idx="6">
                  <c:v>07甲乙丙丁戊己庚辛壬癸子丑寅卯辰巳午未</c:v>
                </c:pt>
                <c:pt idx="7">
                  <c:v>08甲乙丙丁戊己庚辛壬癸子丑寅卯辰巳午未</c:v>
                </c:pt>
                <c:pt idx="8">
                  <c:v>09甲乙丙丁戊己庚辛壬癸子丑寅卯辰巳午未</c:v>
                </c:pt>
                <c:pt idx="9">
                  <c:v>10甲乙丙丁戊己庚辛壬癸子丑寅卯辰巳午未</c:v>
                </c:pt>
                <c:pt idx="10">
                  <c:v>11甲乙丙丁戊己庚辛壬癸子丑寅卯辰巳午未</c:v>
                </c:pt>
                <c:pt idx="11">
                  <c:v>12甲乙丙丁戊己庚辛壬癸子丑寅卯辰巳午未</c:v>
                </c:pt>
                <c:pt idx="12">
                  <c:v>13甲乙丙丁戊己庚辛壬癸子丑寅卯辰巳午未</c:v>
                </c:pt>
                <c:pt idx="13">
                  <c:v>14甲乙丙丁戊己庚辛壬癸子丑寅卯辰巳午未</c:v>
                </c:pt>
                <c:pt idx="14">
                  <c:v>15甲乙丙丁戊己庚辛壬癸子丑寅卯辰巳午未</c:v>
                </c:pt>
                <c:pt idx="15">
                  <c:v>16甲乙丙丁戊己庚辛壬癸子丑寅卯辰巳午未</c:v>
                </c:pt>
                <c:pt idx="16">
                  <c:v>17甲乙丙丁戊己庚辛壬癸子丑寅卯辰巳午未</c:v>
                </c:pt>
                <c:pt idx="17">
                  <c:v>18甲乙丙丁戊己庚辛壬癸子丑寅卯辰巳午未</c:v>
                </c:pt>
                <c:pt idx="18">
                  <c:v>19甲乙丙丁戊己庚辛壬癸子丑寅卯辰巳午未</c:v>
                </c:pt>
                <c:pt idx="19">
                  <c:v>20甲乙丙丁戊己庚辛壬癸子丑寅卯辰巳午未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19-4FB0-B139-D7EF7CB95A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8684976"/>
        <c:axId val="698690256"/>
      </c:barChart>
      <c:catAx>
        <c:axId val="69868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8690256"/>
        <c:crosses val="autoZero"/>
        <c:auto val="1"/>
        <c:lblAlgn val="ctr"/>
        <c:lblOffset val="100"/>
        <c:noMultiLvlLbl val="0"/>
      </c:catAx>
      <c:valAx>
        <c:axId val="698690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868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01甲乙丙丁戊己庚辛壬癸子丑寅卯辰巳午未</c:v>
                </c:pt>
                <c:pt idx="1">
                  <c:v>02甲乙丙丁戊己庚辛壬癸子丑寅卯辰巳午未</c:v>
                </c:pt>
                <c:pt idx="2">
                  <c:v>03甲乙丙丁戊己庚辛壬癸子丑寅卯辰巳午未</c:v>
                </c:pt>
                <c:pt idx="3">
                  <c:v>04甲乙丙丁戊己庚辛壬癸子丑寅卯辰巳午未</c:v>
                </c:pt>
                <c:pt idx="4">
                  <c:v>05甲乙丙丁戊己庚辛壬癸子丑寅卯辰巳午未</c:v>
                </c:pt>
                <c:pt idx="5">
                  <c:v>06甲乙丙丁戊己庚辛壬癸子丑寅卯辰巳午未</c:v>
                </c:pt>
                <c:pt idx="6">
                  <c:v>07甲乙丙丁戊己庚辛壬癸子丑寅卯辰巳午未</c:v>
                </c:pt>
                <c:pt idx="7">
                  <c:v>08甲乙丙丁戊己庚辛壬癸子丑寅卯辰巳午未</c:v>
                </c:pt>
                <c:pt idx="8">
                  <c:v>09甲乙丙丁戊己庚辛壬癸子丑寅卯辰巳午未</c:v>
                </c:pt>
                <c:pt idx="9">
                  <c:v>10甲乙丙丁戊己庚辛壬癸子丑寅卯辰巳午未</c:v>
                </c:pt>
                <c:pt idx="10">
                  <c:v>11甲乙丙丁戊己庚辛壬癸子丑寅卯辰巳午未</c:v>
                </c:pt>
                <c:pt idx="11">
                  <c:v>12甲乙丙丁戊己庚辛壬癸子丑寅卯辰巳午未</c:v>
                </c:pt>
                <c:pt idx="12">
                  <c:v>13甲乙丙丁戊己庚辛壬癸子丑寅卯辰巳午未</c:v>
                </c:pt>
                <c:pt idx="13">
                  <c:v>14甲乙丙丁戊己庚辛壬癸子丑寅卯辰巳午未</c:v>
                </c:pt>
                <c:pt idx="14">
                  <c:v>15甲乙丙丁戊己庚辛壬癸子丑寅卯辰巳午未</c:v>
                </c:pt>
                <c:pt idx="15">
                  <c:v>16甲乙丙丁戊己庚辛壬癸子丑寅卯辰巳午未</c:v>
                </c:pt>
                <c:pt idx="16">
                  <c:v>17甲乙丙丁戊己庚辛壬癸子丑寅卯辰巳午未</c:v>
                </c:pt>
                <c:pt idx="17">
                  <c:v>18甲乙丙丁戊己庚辛壬癸子丑寅卯辰巳午未</c:v>
                </c:pt>
                <c:pt idx="18">
                  <c:v>19甲乙丙丁戊己庚辛壬癸子丑寅卯辰巳午未</c:v>
                </c:pt>
                <c:pt idx="19">
                  <c:v>20甲乙丙丁戊己庚辛壬癸子丑寅卯辰巳午未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08-48E4-ACD3-E563E4B762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10499616"/>
        <c:axId val="2110505376"/>
      </c:barChart>
      <c:catAx>
        <c:axId val="2110499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10505376"/>
        <c:crosses val="autoZero"/>
        <c:auto val="1"/>
        <c:lblAlgn val="ctr"/>
        <c:lblOffset val="100"/>
        <c:noMultiLvlLbl val="0"/>
      </c:catAx>
      <c:valAx>
        <c:axId val="211050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10499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4D7C0-56F1-4AE2-33BA-37F94DCAF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6ED539-E7B2-1D55-9A42-EB926FAF6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35A699-9C10-38C9-8071-5F598A1A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247B77-9D1A-89D7-B84B-6B368D7D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9C712C-DF52-D9C5-786D-CC5D69F96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618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68F60-6B77-B3AC-15F9-5B4F17CC4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4009A-A849-D548-1A12-45AAB6B2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95446-03B0-0F2D-1478-58AF4083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AB3137-405A-6061-382A-BF3BEC8E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E9B888-76E1-CA26-F466-3003DA29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87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75F3C-4B5F-5E44-713C-8B49BE8D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62F481-DD80-788D-EB6F-2C6AD1237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21B0DB-7807-72C3-75EA-8C200CE95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3453A9-68BD-4729-F778-805E8C6C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2E3D3-85EB-DAC6-8C00-A703AC19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82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EAF39-CA3F-CA6D-D190-A4013AEE4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BB7E3-775D-5C8F-9650-6A0AC4966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E19719-49BD-14A4-1258-7B48426E1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8CCD73-81AF-ABD7-1312-D3E5D466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C9D630-635C-B9D9-6B47-95B06189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64234E-F0E7-AB72-DE98-2D1FDFB1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51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94234-C901-0EB9-2304-0731C599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602436-F1D7-39F8-9762-9CE67BE79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AA83FF-058C-8E1F-954F-7EEB2D7BD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3178C5-C1F5-1824-3C49-3EF054C69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B71D49-5F57-4DCF-34F0-49E4B2703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741DB1-56B1-1363-700F-D93193DC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136AB2-4844-67DD-C8A0-E54EA209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E69F6EE-8B32-2677-C59F-326A25F8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18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F05D9-E160-72EE-9084-D44A394E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06C685-1EB4-0B81-EA9F-0E153CA5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61F20B-58C1-7594-E337-03182051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57004-CD75-8013-37EB-94E994669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19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8069C0-1442-7DC8-D481-0DEE92E4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F35883-B0CE-D900-6FAE-E3A3D0FA3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9F3B9-A03F-6378-B65D-2997A982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06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39C72-6786-6F4F-179F-6C812B69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4B9054-41F4-4F0B-5B87-15049FFBB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4F78F6-EDF6-503A-BE65-203CE0109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AA3019-C42E-E667-2EA6-3CA4AB82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109142-8084-0D0E-7744-384F6CAD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432706-765F-9A43-C31E-CFE0490D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33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56A78-A364-8CEB-7970-AB8F56FAE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5FD535-1412-AAEB-32D3-673F203AA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C980FE-0AD6-BC92-71C1-DD4574C46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351A07-AA4C-34CB-820D-0D778228B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82C4F8-FB6B-CBC9-EE2A-B8FCF8FC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B2A575-2E8A-E7F9-A175-F640AD6F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42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C6825-23CB-5E17-9A22-54EC665B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7059D6-545A-1FD8-5841-6DD0B4CDC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27D39F-181F-84A5-139D-7D1B7604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01A9D-9CA5-F251-5259-17919BDD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1B4A1-FE46-114A-0388-3DD4B109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15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82924A7-81B5-04B8-27E2-47575777D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1A48B1-01F7-29DC-62A4-373FDD387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4287A7-DF91-367F-18C5-2B92F189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EEC863-C356-0B65-875B-9BB29046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6AC0E-F708-E0A5-400E-2BE72DF3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74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5CD056-B3CB-EF3C-DFBA-A44A1908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E05888-EE28-E2C3-FF40-D5312DE11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D0920-0C17-9D2E-0903-99B1F8EAE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CCB0C-8E47-433F-ABEE-35B70B0B3BB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F7331E-7D13-B8E3-B316-8D75726F4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85D20B-1ACC-CA78-3B8E-CD01C8DED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239E0-B6F4-4167-B2F5-2BF17F242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0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E151CE3E-8376-905C-292E-A01BC2DE91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7919230"/>
              </p:ext>
            </p:extLst>
          </p:nvPr>
        </p:nvGraphicFramePr>
        <p:xfrm>
          <a:off x="127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E3D4410-DD31-1E9B-1CA5-2CC22B9A21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5111711"/>
              </p:ext>
            </p:extLst>
          </p:nvPr>
        </p:nvGraphicFramePr>
        <p:xfrm>
          <a:off x="41275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EB20F0CD-FA38-19F7-02EA-DD56FEA034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6474241"/>
              </p:ext>
            </p:extLst>
          </p:nvPr>
        </p:nvGraphicFramePr>
        <p:xfrm>
          <a:off x="8128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0727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1F9EBDF-4E3A-710A-4121-23A808F8C5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5183404"/>
              </p:ext>
            </p:extLst>
          </p:nvPr>
        </p:nvGraphicFramePr>
        <p:xfrm>
          <a:off x="127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D662CC21-229E-ED88-E593-1C8562CA93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4265074"/>
              </p:ext>
            </p:extLst>
          </p:nvPr>
        </p:nvGraphicFramePr>
        <p:xfrm>
          <a:off x="41275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5C5DFB3F-8159-0A27-F513-39E8F2632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022384"/>
              </p:ext>
            </p:extLst>
          </p:nvPr>
        </p:nvGraphicFramePr>
        <p:xfrm>
          <a:off x="8128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38594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259D805-2720-7772-B21B-09868ED2B6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7047379"/>
              </p:ext>
            </p:extLst>
          </p:nvPr>
        </p:nvGraphicFramePr>
        <p:xfrm>
          <a:off x="127000" y="127000"/>
          <a:ext cx="3810000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080C3929-EE38-A053-E9CA-0EF8E64806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5405741"/>
              </p:ext>
            </p:extLst>
          </p:nvPr>
        </p:nvGraphicFramePr>
        <p:xfrm>
          <a:off x="4127500" y="127000"/>
          <a:ext cx="381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7812E631-A207-85E8-31E3-397859F6C8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4371052"/>
              </p:ext>
            </p:extLst>
          </p:nvPr>
        </p:nvGraphicFramePr>
        <p:xfrm>
          <a:off x="8128000" y="127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2217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ED0E5E10-F8F6-8116-7369-19DAF29E93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710359"/>
              </p:ext>
            </p:extLst>
          </p:nvPr>
        </p:nvGraphicFramePr>
        <p:xfrm>
          <a:off x="127000" y="127000"/>
          <a:ext cx="3810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B8276F3-AF91-AAA7-95E8-7BD077E0F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9491458"/>
              </p:ext>
            </p:extLst>
          </p:nvPr>
        </p:nvGraphicFramePr>
        <p:xfrm>
          <a:off x="4127500" y="127000"/>
          <a:ext cx="3810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4065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2026-10-17T04:43:56Z</dcterms:created>
  <dcterms:modified xsi:type="dcterms:W3CDTF">2026-10-17T04:43:56Z</dcterms:modified>
</cp:coreProperties>
</file>